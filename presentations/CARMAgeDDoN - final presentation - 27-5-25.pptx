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2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_rels/slideMaster6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3.xml.rels" ContentType="application/vnd.openxmlformats-package.relationships+xml"/>
  <Override PartName="/ppt/slideMasters/slideMaster14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presProps.xml" ContentType="application/vnd.openxmlformats-officedocument.presentationml.presProps+xml"/>
  <Override PartName="/ppt/theme/theme10.xml" ContentType="application/vnd.openxmlformats-officedocument.theme+xml"/>
  <Override PartName="/ppt/theme/theme9.xml" ContentType="application/vnd.openxmlformats-officedocument.theme+xml"/>
  <Override PartName="/ppt/theme/theme8.xml" ContentType="application/vnd.openxmlformats-officedocument.theme+xml"/>
  <Override PartName="/ppt/theme/theme7.xml" ContentType="application/vnd.openxmlformats-officedocument.theme+xml"/>
  <Override PartName="/ppt/theme/theme6.xml" ContentType="application/vnd.openxmlformats-officedocument.theme+xml"/>
  <Override PartName="/ppt/theme/theme18.xml" ContentType="application/vnd.openxmlformats-officedocument.theme+xml"/>
  <Override PartName="/ppt/theme/theme17.xml" ContentType="application/vnd.openxmlformats-officedocument.theme+xml"/>
  <Override PartName="/ppt/theme/theme16.xml" ContentType="application/vnd.openxmlformats-officedocument.theme+xml"/>
  <Override PartName="/ppt/theme/_rels/theme4.xml.rels" ContentType="application/vnd.openxmlformats-package.relationships+xml"/>
  <Override PartName="/ppt/theme/_rels/theme13.xml.rels" ContentType="application/vnd.openxmlformats-package.relationships+xml"/>
  <Override PartName="/ppt/theme/_rels/theme3.xml.rels" ContentType="application/vnd.openxmlformats-package.relationships+xml"/>
  <Override PartName="/ppt/theme/_rels/theme12.xml.rels" ContentType="application/vnd.openxmlformats-package.relationships+xml"/>
  <Override PartName="/ppt/theme/_rels/theme10.xml.rels" ContentType="application/vnd.openxmlformats-package.relationships+xml"/>
  <Override PartName="/ppt/theme/_rels/theme1.xml.rels" ContentType="application/vnd.openxmlformats-package.relationships+xml"/>
  <Override PartName="/ppt/theme/_rels/theme9.xml.rels" ContentType="application/vnd.openxmlformats-package.relationships+xml"/>
  <Override PartName="/ppt/theme/_rels/theme8.xml.rels" ContentType="application/vnd.openxmlformats-package.relationships+xml"/>
  <Override PartName="/ppt/theme/_rels/theme17.xml.rels" ContentType="application/vnd.openxmlformats-package.relationships+xml"/>
  <Override PartName="/ppt/theme/_rels/theme7.xml.rels" ContentType="application/vnd.openxmlformats-package.relationships+xml"/>
  <Override PartName="/ppt/theme/_rels/theme16.xml.rels" ContentType="application/vnd.openxmlformats-package.relationships+xml"/>
  <Override PartName="/ppt/theme/_rels/theme15.xml.rels" ContentType="application/vnd.openxmlformats-package.relationships+xml"/>
  <Override PartName="/ppt/theme/_rels/theme6.xml.rels" ContentType="application/vnd.openxmlformats-package.relationships+xml"/>
  <Override PartName="/ppt/theme/_rels/theme14.xml.rels" ContentType="application/vnd.openxmlformats-package.relationships+xml"/>
  <Override PartName="/ppt/theme/_rels/theme5.xml.rels" ContentType="application/vnd.openxmlformats-package.relationships+xml"/>
  <Override PartName="/ppt/theme/_rels/theme11.xml.rels" ContentType="application/vnd.openxmlformats-package.relationships+xml"/>
  <Override PartName="/ppt/theme/_rels/theme2.xml.rels" ContentType="application/vnd.openxmlformats-package.relationships+xml"/>
  <Override PartName="/ppt/theme/theme15.xml" ContentType="application/vnd.openxmlformats-officedocument.theme+xml"/>
  <Override PartName="/ppt/theme/theme5.xml" ContentType="application/vnd.openxmlformats-officedocument.theme+xml"/>
  <Override PartName="/ppt/theme/theme14.xml" ContentType="application/vnd.openxmlformats-officedocument.theme+xml"/>
  <Override PartName="/ppt/theme/theme4.xml" ContentType="application/vnd.openxmlformats-officedocument.theme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theme/theme13.xml" ContentType="application/vnd.openxmlformats-officedocument.theme+xml"/>
  <Override PartName="/ppt/_rels/presentation.xml.rels" ContentType="application/vnd.openxmlformats-package.relationships+xml"/>
  <Override PartName="/ppt/media/image28.png" ContentType="image/png"/>
  <Override PartName="/ppt/media/image27.png" ContentType="image/png"/>
  <Override PartName="/ppt/media/image26.png" ContentType="image/png"/>
  <Override PartName="/ppt/media/image25.jpeg" ContentType="image/jpeg"/>
  <Override PartName="/ppt/media/image30.png" ContentType="image/png"/>
  <Override PartName="/ppt/media/image24.jpeg" ContentType="image/jpeg"/>
  <Override PartName="/ppt/media/image20.png" ContentType="image/png"/>
  <Override PartName="/ppt/media/image23.jpeg" ContentType="image/jpeg"/>
  <Override PartName="/ppt/media/image1.jpeg" ContentType="image/jpeg"/>
  <Override PartName="/ppt/media/image10.png" ContentType="image/png"/>
  <Override PartName="/ppt/media/image47.png" ContentType="image/png"/>
  <Override PartName="/ppt/media/image21.png" ContentType="image/png"/>
  <Override PartName="/ppt/media/image19.jpeg" ContentType="image/jpeg"/>
  <Override PartName="/ppt/media/image53.png" ContentType="image/png"/>
  <Override PartName="/ppt/media/image14.png" ContentType="image/png"/>
  <Override PartName="/ppt/media/image15.png" ContentType="image/png"/>
  <Override PartName="/ppt/media/image6.png" ContentType="image/png"/>
  <Override PartName="/ppt/media/image38.png" ContentType="image/png"/>
  <Override PartName="/ppt/media/image5.jpeg" ContentType="image/jpeg"/>
  <Override PartName="/ppt/media/image50.png" ContentType="image/png"/>
  <Override PartName="/ppt/media/image16.png" ContentType="image/png"/>
  <Override PartName="/ppt/media/image7.png" ContentType="image/png"/>
  <Override PartName="/ppt/media/image39.png" ContentType="image/png"/>
  <Override PartName="/ppt/media/image22.jpeg" ContentType="image/jpeg"/>
  <Override PartName="/ppt/media/image37.png" ContentType="image/png"/>
  <Override PartName="/ppt/media/image2.png" ContentType="image/png"/>
  <Override PartName="/ppt/media/image34.png" ContentType="image/png"/>
  <Override PartName="/ppt/media/image41.png" ContentType="image/png"/>
  <Override PartName="/ppt/media/image33.png" ContentType="image/png"/>
  <Override PartName="/ppt/media/image45.png" ContentType="image/png"/>
  <Override PartName="/ppt/media/image46.png" ContentType="image/png"/>
  <Override PartName="/ppt/media/image51.png" ContentType="image/png"/>
  <Override PartName="/ppt/media/image40.png" ContentType="image/png"/>
  <Override PartName="/ppt/media/image52.png" ContentType="image/png"/>
  <Override PartName="/ppt/media/image42.png" ContentType="image/png"/>
  <Override PartName="/ppt/media/image54.png" ContentType="image/png"/>
  <Override PartName="/ppt/media/image8.png" ContentType="image/png"/>
  <Override PartName="/ppt/media/image17.png" ContentType="image/png"/>
  <Override PartName="/ppt/media/image43.png" ContentType="image/png"/>
  <Override PartName="/ppt/media/image55.png" ContentType="image/png"/>
  <Override PartName="/ppt/media/image9.png" ContentType="image/png"/>
  <Override PartName="/ppt/media/image18.png" ContentType="image/png"/>
  <Override PartName="/ppt/media/image32.png" ContentType="image/png"/>
  <Override PartName="/ppt/media/image56.png" ContentType="image/png"/>
  <Override PartName="/ppt/media/image31.png" ContentType="image/png"/>
  <Override PartName="/ppt/media/image29.png" ContentType="image/png"/>
  <Override PartName="/ppt/media/image13.png" ContentType="image/png"/>
  <Override PartName="/ppt/media/image11.png" ContentType="image/png"/>
  <Override PartName="/ppt/media/image48.png" ContentType="image/png"/>
  <Override PartName="/ppt/media/image4.png" ContentType="image/png"/>
  <Override PartName="/ppt/media/image36.png" ContentType="image/png"/>
  <Override PartName="/ppt/media/image44.jpeg" ContentType="image/jpeg"/>
  <Override PartName="/ppt/media/image49.png" ContentType="image/png"/>
  <Override PartName="/ppt/media/image12.png" ContentType="image/png"/>
  <Override PartName="/ppt/media/hdphoto1.wdp" ContentType="image/vnd.ms-photo"/>
  <Override PartName="/ppt/media/image3.png" ContentType="image/png"/>
  <Override PartName="/ppt/media/image35.png" ContentType="image/png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Layouts/slideLayout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0.xml.rels" ContentType="application/vnd.openxmlformats-package.relationship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s/_rels/slide7.xml.rels" ContentType="application/vnd.openxmlformats-package.relationships+xml"/>
  <Override PartName="/ppt/slides/_rels/slide24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_rels/slide8.xml.rels" ContentType="application/vnd.openxmlformats-package.relationships+xml"/>
  <Override PartName="/ppt/slides/_rels/slide25.xml.rels" ContentType="application/vnd.openxmlformats-package.relationships+xml"/>
  <Override PartName="/ppt/slides/_rels/slide10.xml.rels" ContentType="application/vnd.openxmlformats-package.relationships+xml"/>
  <Override PartName="/ppt/slides/_rels/slide34.xml.rels" ContentType="application/vnd.openxmlformats-package.relationships+xml"/>
  <Override PartName="/ppt/slides/_rels/slide33.xml.rels" ContentType="application/vnd.openxmlformats-package.relationships+xml"/>
  <Override PartName="/ppt/slides/_rels/slide32.xml.rels" ContentType="application/vnd.openxmlformats-package.relationships+xml"/>
  <Override PartName="/ppt/slides/_rels/slide22.xml.rels" ContentType="application/vnd.openxmlformats-package.relationships+xml"/>
  <Override PartName="/ppt/slides/_rels/slide5.xml.rels" ContentType="application/vnd.openxmlformats-package.relationships+xml"/>
  <Override PartName="/ppt/slides/_rels/slide31.xml.rels" ContentType="application/vnd.openxmlformats-package.relationships+xml"/>
  <Override PartName="/ppt/slides/_rels/slide29.xml.rels" ContentType="application/vnd.openxmlformats-package.relationships+xml"/>
  <Override PartName="/ppt/slides/_rels/slide30.xml.rels" ContentType="application/vnd.openxmlformats-package.relationships+xml"/>
  <Override PartName="/ppt/slides/_rels/slide28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27.xml.rels" ContentType="application/vnd.openxmlformats-package.relationships+xml"/>
  <Override PartName="/ppt/slides/_rels/slide6.xml.rels" ContentType="application/vnd.openxmlformats-package.relationships+xml"/>
  <Override PartName="/ppt/slides/_rels/slide23.xml.rels" ContentType="application/vnd.openxmlformats-package.relationships+xml"/>
  <Override PartName="/ppt/slides/_rels/slide35.xml.rels" ContentType="application/vnd.openxmlformats-package.relationships+xml"/>
  <Override PartName="/ppt/slides/_rels/slide36.xml.rels" ContentType="application/vnd.openxmlformats-package.relationships+xml"/>
  <Override PartName="/ppt/slides/_rels/slide1.xml.rels" ContentType="application/vnd.openxmlformats-package.relationships+xml"/>
  <Override PartName="/ppt/slides/_rels/slide19.xml.rels" ContentType="application/vnd.openxmlformats-package.relationships+xml"/>
  <Override PartName="/ppt/slides/_rels/slide12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18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_rels/slide26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25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13.xml" ContentType="application/vnd.openxmlformats-officedocument.presentationml.slide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22.xml" ContentType="application/vnd.openxmlformats-officedocument.presentationml.slide+xml"/>
  <Override PartName="/ppt/slides/slide34.xml" ContentType="application/vnd.openxmlformats-officedocument.presentationml.slide+xml"/>
  <Override PartName="/ppt/slides/slide23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35.xml" ContentType="application/vnd.openxmlformats-officedocument.presentationml.slide+xml"/>
  <Override PartName="/ppt/slides/slide24.xml" ContentType="application/vnd.openxmlformats-officedocument.presentationml.slide+xml"/>
  <Override PartName="/ppt/slides/slide36.xml" ContentType="application/vnd.openxmlformats-officedocument.presentationml.slide+xml"/>
  <Override PartName="/ppt/slides/slide12.xml" ContentType="application/vnd.openxmlformats-officedocument.presentationml.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11.xml" ContentType="application/vnd.openxmlformats-officedocument.presentationml.slide+xml"/>
  <Override PartName="/ppt/slides/slide3.xml" ContentType="application/vnd.openxmlformats-officedocument.presentationml.slide+xml"/>
  <Override PartName="/ppt/slides/slide9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8.xml" ContentType="application/vnd.openxmlformats-officedocument.presentationml.slide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</p:sldMasterIdLst>
  <p:notesMasterIdLst>
    <p:notesMasterId r:id="rId19"/>
  </p:notesMasterIdLst>
  <p:sldIdLst>
    <p:sldId id="256" r:id="rId20"/>
    <p:sldId id="257" r:id="rId21"/>
    <p:sldId id="258" r:id="rId22"/>
    <p:sldId id="259" r:id="rId23"/>
    <p:sldId id="260" r:id="rId24"/>
    <p:sldId id="261" r:id="rId25"/>
    <p:sldId id="262" r:id="rId26"/>
    <p:sldId id="263" r:id="rId27"/>
    <p:sldId id="264" r:id="rId28"/>
    <p:sldId id="265" r:id="rId29"/>
    <p:sldId id="266" r:id="rId30"/>
    <p:sldId id="267" r:id="rId31"/>
    <p:sldId id="268" r:id="rId32"/>
    <p:sldId id="269" r:id="rId33"/>
    <p:sldId id="270" r:id="rId34"/>
    <p:sldId id="271" r:id="rId35"/>
    <p:sldId id="272" r:id="rId36"/>
    <p:sldId id="273" r:id="rId37"/>
    <p:sldId id="274" r:id="rId38"/>
    <p:sldId id="275" r:id="rId39"/>
    <p:sldId id="276" r:id="rId40"/>
    <p:sldId id="277" r:id="rId41"/>
    <p:sldId id="278" r:id="rId42"/>
    <p:sldId id="279" r:id="rId43"/>
    <p:sldId id="280" r:id="rId44"/>
    <p:sldId id="281" r:id="rId45"/>
    <p:sldId id="282" r:id="rId46"/>
    <p:sldId id="283" r:id="rId47"/>
    <p:sldId id="284" r:id="rId48"/>
    <p:sldId id="285" r:id="rId49"/>
    <p:sldId id="286" r:id="rId50"/>
    <p:sldId id="287" r:id="rId51"/>
    <p:sldId id="288" r:id="rId52"/>
    <p:sldId id="289" r:id="rId53"/>
    <p:sldId id="290" r:id="rId54"/>
    <p:sldId id="291" r:id="rId55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notesMaster" Target="notesMasters/notesMaster1.xml"/><Relationship Id="rId20" Type="http://schemas.openxmlformats.org/officeDocument/2006/relationships/slide" Target="slides/slide1.xml"/><Relationship Id="rId21" Type="http://schemas.openxmlformats.org/officeDocument/2006/relationships/slide" Target="slides/slide2.xml"/><Relationship Id="rId22" Type="http://schemas.openxmlformats.org/officeDocument/2006/relationships/slide" Target="slides/slide3.xml"/><Relationship Id="rId23" Type="http://schemas.openxmlformats.org/officeDocument/2006/relationships/slide" Target="slides/slide4.xml"/><Relationship Id="rId24" Type="http://schemas.openxmlformats.org/officeDocument/2006/relationships/slide" Target="slides/slide5.xml"/><Relationship Id="rId25" Type="http://schemas.openxmlformats.org/officeDocument/2006/relationships/slide" Target="slides/slide6.xml"/><Relationship Id="rId26" Type="http://schemas.openxmlformats.org/officeDocument/2006/relationships/slide" Target="slides/slide7.xml"/><Relationship Id="rId27" Type="http://schemas.openxmlformats.org/officeDocument/2006/relationships/slide" Target="slides/slide8.xml"/><Relationship Id="rId28" Type="http://schemas.openxmlformats.org/officeDocument/2006/relationships/slide" Target="slides/slide9.xml"/><Relationship Id="rId29" Type="http://schemas.openxmlformats.org/officeDocument/2006/relationships/slide" Target="slides/slide10.xml"/><Relationship Id="rId30" Type="http://schemas.openxmlformats.org/officeDocument/2006/relationships/slide" Target="slides/slide11.xml"/><Relationship Id="rId31" Type="http://schemas.openxmlformats.org/officeDocument/2006/relationships/slide" Target="slides/slide12.xml"/><Relationship Id="rId32" Type="http://schemas.openxmlformats.org/officeDocument/2006/relationships/slide" Target="slides/slide13.xml"/><Relationship Id="rId33" Type="http://schemas.openxmlformats.org/officeDocument/2006/relationships/slide" Target="slides/slide14.xml"/><Relationship Id="rId34" Type="http://schemas.openxmlformats.org/officeDocument/2006/relationships/slide" Target="slides/slide15.xml"/><Relationship Id="rId35" Type="http://schemas.openxmlformats.org/officeDocument/2006/relationships/slide" Target="slides/slide16.xml"/><Relationship Id="rId36" Type="http://schemas.openxmlformats.org/officeDocument/2006/relationships/slide" Target="slides/slide17.xml"/><Relationship Id="rId37" Type="http://schemas.openxmlformats.org/officeDocument/2006/relationships/slide" Target="slides/slide18.xml"/><Relationship Id="rId38" Type="http://schemas.openxmlformats.org/officeDocument/2006/relationships/slide" Target="slides/slide19.xml"/><Relationship Id="rId39" Type="http://schemas.openxmlformats.org/officeDocument/2006/relationships/slide" Target="slides/slide20.xml"/><Relationship Id="rId40" Type="http://schemas.openxmlformats.org/officeDocument/2006/relationships/slide" Target="slides/slide21.xml"/><Relationship Id="rId41" Type="http://schemas.openxmlformats.org/officeDocument/2006/relationships/slide" Target="slides/slide22.xml"/><Relationship Id="rId42" Type="http://schemas.openxmlformats.org/officeDocument/2006/relationships/slide" Target="slides/slide23.xml"/><Relationship Id="rId43" Type="http://schemas.openxmlformats.org/officeDocument/2006/relationships/slide" Target="slides/slide24.xml"/><Relationship Id="rId44" Type="http://schemas.openxmlformats.org/officeDocument/2006/relationships/slide" Target="slides/slide25.xml"/><Relationship Id="rId45" Type="http://schemas.openxmlformats.org/officeDocument/2006/relationships/slide" Target="slides/slide26.xml"/><Relationship Id="rId46" Type="http://schemas.openxmlformats.org/officeDocument/2006/relationships/slide" Target="slides/slide27.xml"/><Relationship Id="rId47" Type="http://schemas.openxmlformats.org/officeDocument/2006/relationships/slide" Target="slides/slide28.xml"/><Relationship Id="rId48" Type="http://schemas.openxmlformats.org/officeDocument/2006/relationships/slide" Target="slides/slide29.xml"/><Relationship Id="rId49" Type="http://schemas.openxmlformats.org/officeDocument/2006/relationships/slide" Target="slides/slide30.xml"/><Relationship Id="rId50" Type="http://schemas.openxmlformats.org/officeDocument/2006/relationships/slide" Target="slides/slide31.xml"/><Relationship Id="rId51" Type="http://schemas.openxmlformats.org/officeDocument/2006/relationships/slide" Target="slides/slide32.xml"/><Relationship Id="rId52" Type="http://schemas.openxmlformats.org/officeDocument/2006/relationships/slide" Target="slides/slide33.xml"/><Relationship Id="rId53" Type="http://schemas.openxmlformats.org/officeDocument/2006/relationships/slide" Target="slides/slide34.xml"/><Relationship Id="rId54" Type="http://schemas.openxmlformats.org/officeDocument/2006/relationships/slide" Target="slides/slide35.xml"/><Relationship Id="rId55" Type="http://schemas.openxmlformats.org/officeDocument/2006/relationships/slide" Target="slides/slide36.xml"/><Relationship Id="rId5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8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5" name="PlaceHolder 4"/>
          <p:cNvSpPr>
            <a:spLocks noGrp="1"/>
          </p:cNvSpPr>
          <p:nvPr>
            <p:ph type="dt" idx="52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6" name="PlaceHolder 5"/>
          <p:cNvSpPr>
            <a:spLocks noGrp="1"/>
          </p:cNvSpPr>
          <p:nvPr>
            <p:ph type="ftr" idx="53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7" name="PlaceHolder 6"/>
          <p:cNvSpPr>
            <a:spLocks noGrp="1"/>
          </p:cNvSpPr>
          <p:nvPr>
            <p:ph type="sldNum" idx="54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23D316D2-39BE-4E82-9D2C-7C5C25464B97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243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84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212121"/>
                </a:solidFill>
                <a:latin typeface="Calibri"/>
              </a:rPr>
              <a:t>C</a:t>
            </a:r>
            <a:r>
              <a:rPr b="0" lang="en-US" sz="2400" spc="-1" strike="noStrike">
                <a:solidFill>
                  <a:srgbClr val="212121"/>
                </a:solidFill>
                <a:latin typeface="Calibri"/>
              </a:rPr>
              <a:t>ar 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16000"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212121"/>
                </a:solidFill>
                <a:latin typeface="Calibri"/>
              </a:rPr>
              <a:t>A</a:t>
            </a:r>
            <a:r>
              <a:rPr b="0" lang="en-US" sz="2400" spc="-1" strike="noStrike">
                <a:solidFill>
                  <a:srgbClr val="212121"/>
                </a:solidFill>
                <a:latin typeface="Calibri"/>
              </a:rPr>
              <a:t>nalysis and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16000"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212121"/>
                </a:solidFill>
                <a:latin typeface="Calibri"/>
              </a:rPr>
              <a:t>R</a:t>
            </a:r>
            <a:r>
              <a:rPr b="0" lang="en-US" sz="2400" spc="-1" strike="noStrike">
                <a:solidFill>
                  <a:srgbClr val="212121"/>
                </a:solidFill>
                <a:latin typeface="Calibri"/>
              </a:rPr>
              <a:t>ecognition via 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16000"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212121"/>
                </a:solidFill>
                <a:latin typeface="Calibri"/>
              </a:rPr>
              <a:t>M</a:t>
            </a:r>
            <a:r>
              <a:rPr b="0" lang="en-US" sz="2400" spc="-1" strike="noStrike">
                <a:solidFill>
                  <a:srgbClr val="212121"/>
                </a:solidFill>
                <a:latin typeface="Calibri"/>
              </a:rPr>
              <a:t>achine-learning for 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16000"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212121"/>
                </a:solidFill>
                <a:latin typeface="Calibri"/>
              </a:rPr>
              <a:t>A</a:t>
            </a:r>
            <a:r>
              <a:rPr b="0" lang="en-US" sz="2400" spc="-1" strike="noStrike">
                <a:solidFill>
                  <a:srgbClr val="212121"/>
                </a:solidFill>
                <a:latin typeface="Calibri"/>
              </a:rPr>
              <a:t>utomotive 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16000"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212121"/>
                </a:solidFill>
                <a:latin typeface="Calibri"/>
              </a:rPr>
              <a:t>D</a:t>
            </a:r>
            <a:r>
              <a:rPr b="0" lang="en-US" sz="2400" spc="-1" strike="noStrike">
                <a:solidFill>
                  <a:srgbClr val="212121"/>
                </a:solidFill>
                <a:latin typeface="Calibri"/>
              </a:rPr>
              <a:t>isambiguation with 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16000"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212121"/>
                </a:solidFill>
                <a:latin typeface="Calibri"/>
              </a:rPr>
              <a:t>D</a:t>
            </a:r>
            <a:r>
              <a:rPr b="0" lang="en-US" sz="2400" spc="-1" strike="noStrike">
                <a:solidFill>
                  <a:srgbClr val="212121"/>
                </a:solidFill>
                <a:latin typeface="Calibri"/>
              </a:rPr>
              <a:t>eep Learning 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16000"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212121"/>
                </a:solidFill>
                <a:latin typeface="Calibri"/>
              </a:rPr>
              <a:t>N</a:t>
            </a:r>
            <a:r>
              <a:rPr b="0" lang="en-US" sz="2400" spc="-1" strike="noStrike">
                <a:solidFill>
                  <a:srgbClr val="212121"/>
                </a:solidFill>
                <a:latin typeface="Calibri"/>
              </a:rPr>
              <a:t>etworks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1141560" y="618480"/>
            <a:ext cx="9905400" cy="147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 type="subTitle"/>
          </p:nvPr>
        </p:nvSpPr>
        <p:spPr>
          <a:xfrm>
            <a:off x="1141560" y="2249640"/>
            <a:ext cx="9905400" cy="354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C5690E7-7590-4D61-86FD-F1E8BF5AC97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3B916DF-567F-479D-BD3E-19E2F19B4D7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4002D1C-3B72-4A87-AA81-0FC97267A30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78E0510-F3A0-4967-8F45-6BB827710E2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8E2F8404-368A-41E6-89B0-518F8E93B7F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CBCA43A0-887A-4A4B-9693-4CD95D344F9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A0A8726C-C2DD-4ADF-B981-6A336A1D4ED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8868BF4F-BA56-44CE-94E1-F926E266A90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9D8E377C-810A-444E-8708-4FD1AA337E1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PlaceHolder 1"/>
          <p:cNvSpPr>
            <a:spLocks noGrp="1"/>
          </p:cNvSpPr>
          <p:nvPr>
            <p:ph type="title"/>
          </p:nvPr>
        </p:nvSpPr>
        <p:spPr>
          <a:xfrm>
            <a:off x="1141560" y="618480"/>
            <a:ext cx="9905400" cy="147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5" name="PlaceHolder 2"/>
          <p:cNvSpPr>
            <a:spLocks noGrp="1"/>
          </p:cNvSpPr>
          <p:nvPr>
            <p:ph/>
          </p:nvPr>
        </p:nvSpPr>
        <p:spPr>
          <a:xfrm>
            <a:off x="1141560" y="2249640"/>
            <a:ext cx="9905400" cy="354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0028D8A8-3B0C-46BC-AFCE-131DEC43A56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5CB71C7A-0D7A-427A-AA90-EFD5DD1D002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PlaceHolder 1"/>
          <p:cNvSpPr>
            <a:spLocks noGrp="1"/>
          </p:cNvSpPr>
          <p:nvPr>
            <p:ph type="title"/>
          </p:nvPr>
        </p:nvSpPr>
        <p:spPr>
          <a:xfrm>
            <a:off x="1141560" y="618480"/>
            <a:ext cx="9905400" cy="147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8" name="PlaceHolder 2"/>
          <p:cNvSpPr>
            <a:spLocks noGrp="1"/>
          </p:cNvSpPr>
          <p:nvPr>
            <p:ph/>
          </p:nvPr>
        </p:nvSpPr>
        <p:spPr>
          <a:xfrm>
            <a:off x="1141560" y="2249640"/>
            <a:ext cx="4833720" cy="354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9" name="PlaceHolder 3"/>
          <p:cNvSpPr>
            <a:spLocks noGrp="1"/>
          </p:cNvSpPr>
          <p:nvPr>
            <p:ph/>
          </p:nvPr>
        </p:nvSpPr>
        <p:spPr>
          <a:xfrm>
            <a:off x="6217200" y="2249640"/>
            <a:ext cx="4833720" cy="354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FB4161BD-743A-47C8-B7AF-1F481663263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CB7BCF51-BA43-48C6-B239-668BCD98298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PlaceHolder 1"/>
          <p:cNvSpPr>
            <a:spLocks noGrp="1"/>
          </p:cNvSpPr>
          <p:nvPr>
            <p:ph type="title"/>
          </p:nvPr>
        </p:nvSpPr>
        <p:spPr>
          <a:xfrm>
            <a:off x="1141560" y="618480"/>
            <a:ext cx="9905400" cy="147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33EB9715-6232-45AA-85BF-43D6BCAA2B5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2B3633E5-A61D-4667-ABF7-2E4CA9A46EE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5040EA71-27E0-4416-B2EC-A095DF2B861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52D9D296-1ADB-4355-BD6D-539C00A4601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3.png"/><Relationship Id="rId5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17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0" name="Picture 2" descr="\\DROBO-FS\QuickDrops\JB\PPTX NG\Droplets\LightingOverlay.png"/>
          <p:cNvPicPr/>
          <p:nvPr/>
        </p:nvPicPr>
        <p:blipFill>
          <a:blip r:embed="rId3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ln w="0">
            <a:noFill/>
          </a:ln>
        </p:spPr>
      </p:pic>
      <p:grpSp>
        <p:nvGrpSpPr>
          <p:cNvPr id="1" name="Group 7"/>
          <p:cNvGrpSpPr/>
          <p:nvPr/>
        </p:nvGrpSpPr>
        <p:grpSpPr>
          <a:xfrm>
            <a:off x="-14400" y="0"/>
            <a:ext cx="12053160" cy="6857280"/>
            <a:chOff x="-14400" y="0"/>
            <a:chExt cx="12053160" cy="6857280"/>
          </a:xfrm>
        </p:grpSpPr>
        <p:grpSp>
          <p:nvGrpSpPr>
            <p:cNvPr id="2" name="Group 8"/>
            <p:cNvGrpSpPr/>
            <p:nvPr/>
          </p:nvGrpSpPr>
          <p:grpSpPr>
            <a:xfrm>
              <a:off x="-14400" y="0"/>
              <a:ext cx="1220400" cy="6857280"/>
              <a:chOff x="-14400" y="0"/>
              <a:chExt cx="1220400" cy="6857280"/>
            </a:xfrm>
          </p:grpSpPr>
          <p:sp>
            <p:nvSpPr>
              <p:cNvPr id="3" name="Rectangle 5"/>
              <p:cNvSpPr/>
              <p:nvPr/>
            </p:nvSpPr>
            <p:spPr>
              <a:xfrm>
                <a:off x="114480" y="468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" name="Freeform 6"/>
              <p:cNvSpPr/>
              <p:nvPr/>
            </p:nvSpPr>
            <p:spPr>
              <a:xfrm>
                <a:off x="33480" y="217656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" name="Freeform 7"/>
              <p:cNvSpPr/>
              <p:nvPr/>
            </p:nvSpPr>
            <p:spPr>
              <a:xfrm>
                <a:off x="28440" y="4021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" name="Freeform 8"/>
              <p:cNvSpPr/>
              <p:nvPr/>
            </p:nvSpPr>
            <p:spPr>
              <a:xfrm>
                <a:off x="200160" y="4680"/>
                <a:ext cx="369000" cy="181044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10440"/>
                  <a:gd name="textAreaBottom" fmla="*/ 1811160 h 1810440"/>
                </a:gdLst>
                <a:ah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" name="Freeform 9"/>
              <p:cNvSpPr/>
              <p:nvPr/>
            </p:nvSpPr>
            <p:spPr>
              <a:xfrm>
                <a:off x="503280" y="18018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8" name="Freeform 10"/>
              <p:cNvSpPr/>
              <p:nvPr/>
            </p:nvSpPr>
            <p:spPr>
              <a:xfrm>
                <a:off x="285840" y="4680"/>
                <a:ext cx="369000" cy="142956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429560"/>
                  <a:gd name="textAreaBottom" fmla="*/ 1430280 h 1429560"/>
                </a:gdLst>
                <a:ah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9" name="Freeform 11"/>
              <p:cNvSpPr/>
              <p:nvPr/>
            </p:nvSpPr>
            <p:spPr>
              <a:xfrm>
                <a:off x="546120" y="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0" name="Freeform 12"/>
              <p:cNvSpPr/>
              <p:nvPr/>
            </p:nvSpPr>
            <p:spPr>
              <a:xfrm>
                <a:off x="588960" y="14209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1" name="Freeform 13"/>
              <p:cNvSpPr/>
              <p:nvPr/>
            </p:nvSpPr>
            <p:spPr>
              <a:xfrm>
                <a:off x="588960" y="9032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2" name="Freeform 14"/>
              <p:cNvSpPr/>
              <p:nvPr/>
            </p:nvSpPr>
            <p:spPr>
              <a:xfrm>
                <a:off x="641520" y="0"/>
                <a:ext cx="421560" cy="526320"/>
              </a:xfrm>
              <a:custGeom>
                <a:avLst/>
                <a:gdLst>
                  <a:gd name="textAreaLeft" fmla="*/ 0 w 421560"/>
                  <a:gd name="textAreaRight" fmla="*/ 422280 w 421560"/>
                  <a:gd name="textAreaTop" fmla="*/ 0 h 526320"/>
                  <a:gd name="textAreaBottom" fmla="*/ 527040 h 526320"/>
                </a:gdLst>
                <a:ah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3" name="Freeform 15"/>
              <p:cNvSpPr/>
              <p:nvPr/>
            </p:nvSpPr>
            <p:spPr>
              <a:xfrm>
                <a:off x="1020600" y="488880"/>
                <a:ext cx="161280" cy="146880"/>
              </a:xfrm>
              <a:custGeom>
                <a:avLst/>
                <a:gdLst>
                  <a:gd name="textAreaLeft" fmla="*/ 0 w 161280"/>
                  <a:gd name="textAreaRight" fmla="*/ 162000 w 161280"/>
                  <a:gd name="textAreaTop" fmla="*/ 0 h 146880"/>
                  <a:gd name="textAreaBottom" fmla="*/ 147600 h 146880"/>
                </a:gdLst>
                <a:ah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4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44640" bIns="-44640" anchor="t" anchorCtr="1">
                <a:noAutofit/>
              </a:bodyPr>
              <a:p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5" name="Freeform 17"/>
              <p:cNvSpPr/>
              <p:nvPr/>
            </p:nvSpPr>
            <p:spPr>
              <a:xfrm>
                <a:off x="9360" y="1801800"/>
                <a:ext cx="123120" cy="126360"/>
              </a:xfrm>
              <a:custGeom>
                <a:avLst/>
                <a:gdLst>
                  <a:gd name="textAreaLeft" fmla="*/ 0 w 123120"/>
                  <a:gd name="textAreaRight" fmla="*/ 123840 w 123120"/>
                  <a:gd name="textAreaTop" fmla="*/ 0 h 126360"/>
                  <a:gd name="textAreaBottom" fmla="*/ 127080 h 126360"/>
                </a:gdLst>
                <a:ah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6" name="Freeform 18"/>
              <p:cNvSpPr/>
              <p:nvPr/>
            </p:nvSpPr>
            <p:spPr>
              <a:xfrm>
                <a:off x="-9360" y="3549600"/>
                <a:ext cx="146880" cy="480240"/>
              </a:xfrm>
              <a:custGeom>
                <a:avLst/>
                <a:gdLst>
                  <a:gd name="textAreaLeft" fmla="*/ 0 w 146880"/>
                  <a:gd name="textAreaRight" fmla="*/ 147600 w 146880"/>
                  <a:gd name="textAreaTop" fmla="*/ 0 h 480240"/>
                  <a:gd name="textAreaBottom" fmla="*/ 480960 h 480240"/>
                </a:gdLst>
                <a:ah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7" name="Freeform 19"/>
              <p:cNvSpPr/>
              <p:nvPr/>
            </p:nvSpPr>
            <p:spPr>
              <a:xfrm>
                <a:off x="128520" y="1382760"/>
                <a:ext cx="142200" cy="475560"/>
              </a:xfrm>
              <a:custGeom>
                <a:avLst/>
                <a:gdLst>
                  <a:gd name="textAreaLeft" fmla="*/ 0 w 142200"/>
                  <a:gd name="textAreaRight" fmla="*/ 142920 w 142200"/>
                  <a:gd name="textAreaTop" fmla="*/ 0 h 475560"/>
                  <a:gd name="textAreaBottom" fmla="*/ 476280 h 475560"/>
                </a:gdLst>
                <a:ah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8" name="Freeform 20"/>
              <p:cNvSpPr/>
              <p:nvPr/>
            </p:nvSpPr>
            <p:spPr>
              <a:xfrm>
                <a:off x="204840" y="1849320"/>
                <a:ext cx="113760" cy="107280"/>
              </a:xfrm>
              <a:custGeom>
                <a:avLst/>
                <a:gdLst>
                  <a:gd name="textAreaLeft" fmla="*/ 0 w 113760"/>
                  <a:gd name="textAreaRight" fmla="*/ 114480 w 113760"/>
                  <a:gd name="textAreaTop" fmla="*/ 0 h 107280"/>
                  <a:gd name="textAreaBottom" fmla="*/ 108000 h 107280"/>
                </a:gdLst>
                <a:ah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9" name="Rectangle 21"/>
              <p:cNvSpPr/>
              <p:nvPr/>
            </p:nvSpPr>
            <p:spPr>
              <a:xfrm>
                <a:off x="133200" y="466236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0" name="Freeform 22"/>
              <p:cNvSpPr/>
              <p:nvPr/>
            </p:nvSpPr>
            <p:spPr>
              <a:xfrm>
                <a:off x="223920" y="5041800"/>
                <a:ext cx="369000" cy="180108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01080"/>
                  <a:gd name="textAreaBottom" fmla="*/ 1801800 h 1801080"/>
                </a:gdLst>
                <a:ah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1" name="Freeform 23"/>
              <p:cNvSpPr/>
              <p:nvPr/>
            </p:nvSpPr>
            <p:spPr>
              <a:xfrm>
                <a:off x="52560" y="4481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2" name="Freeform 24"/>
              <p:cNvSpPr/>
              <p:nvPr/>
            </p:nvSpPr>
            <p:spPr>
              <a:xfrm>
                <a:off x="-14400" y="5627520"/>
                <a:ext cx="84960" cy="1215360"/>
              </a:xfrm>
              <a:custGeom>
                <a:avLst/>
                <a:gdLst>
                  <a:gd name="textAreaLeft" fmla="*/ 0 w 84960"/>
                  <a:gd name="textAreaRight" fmla="*/ 85680 w 84960"/>
                  <a:gd name="textAreaTop" fmla="*/ 0 h 1215360"/>
                  <a:gd name="textAreaBottom" fmla="*/ 1216080 h 1215360"/>
                </a:gdLst>
                <a:ah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3" name="Freeform 25"/>
              <p:cNvSpPr/>
              <p:nvPr/>
            </p:nvSpPr>
            <p:spPr>
              <a:xfrm>
                <a:off x="527040" y="4867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4" name="Freeform 26"/>
              <p:cNvSpPr/>
              <p:nvPr/>
            </p:nvSpPr>
            <p:spPr>
              <a:xfrm>
                <a:off x="309600" y="5423040"/>
                <a:ext cx="374040" cy="1424880"/>
              </a:xfrm>
              <a:custGeom>
                <a:avLst/>
                <a:gdLst>
                  <a:gd name="textAreaLeft" fmla="*/ 0 w 374040"/>
                  <a:gd name="textAreaRight" fmla="*/ 374760 w 374040"/>
                  <a:gd name="textAreaTop" fmla="*/ 0 h 1424880"/>
                  <a:gd name="textAreaBottom" fmla="*/ 1425600 h 1424880"/>
                </a:gdLst>
                <a:ah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5" name="Freeform 27"/>
              <p:cNvSpPr/>
              <p:nvPr/>
            </p:nvSpPr>
            <p:spPr>
              <a:xfrm>
                <a:off x="569880" y="594504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6" name="Freeform 28"/>
              <p:cNvSpPr/>
              <p:nvPr/>
            </p:nvSpPr>
            <p:spPr>
              <a:xfrm>
                <a:off x="612720" y="5246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7" name="Freeform 29"/>
              <p:cNvSpPr/>
              <p:nvPr/>
            </p:nvSpPr>
            <p:spPr>
              <a:xfrm>
                <a:off x="612720" y="57643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8" name="Freeform 30"/>
              <p:cNvSpPr/>
              <p:nvPr/>
            </p:nvSpPr>
            <p:spPr>
              <a:xfrm>
                <a:off x="669960" y="6330960"/>
                <a:ext cx="416880" cy="51696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6960"/>
                  <a:gd name="textAreaBottom" fmla="*/ 517680 h 516960"/>
                </a:gdLst>
                <a:ah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9" name="Freeform 31"/>
              <p:cNvSpPr/>
              <p:nvPr/>
            </p:nvSpPr>
            <p:spPr>
              <a:xfrm>
                <a:off x="1049400" y="6221520"/>
                <a:ext cx="156600" cy="14688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46880"/>
                  <a:gd name="textAreaBottom" fmla="*/ 147600 h 146880"/>
                </a:gdLst>
                <a:ah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  <p:grpSp>
          <p:nvGrpSpPr>
            <p:cNvPr id="30" name="Group 9"/>
            <p:cNvGrpSpPr/>
            <p:nvPr/>
          </p:nvGrpSpPr>
          <p:grpSpPr>
            <a:xfrm>
              <a:off x="11364840" y="0"/>
              <a:ext cx="673920" cy="6847920"/>
              <a:chOff x="11364840" y="0"/>
              <a:chExt cx="673920" cy="6847920"/>
            </a:xfrm>
          </p:grpSpPr>
          <p:sp>
            <p:nvSpPr>
              <p:cNvPr id="31" name="Freeform 32"/>
              <p:cNvSpPr/>
              <p:nvPr/>
            </p:nvSpPr>
            <p:spPr>
              <a:xfrm>
                <a:off x="11484000" y="0"/>
                <a:ext cx="416880" cy="51192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1920"/>
                  <a:gd name="textAreaBottom" fmla="*/ 512640 h 511920"/>
                </a:gdLst>
                <a:ah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2" name="Freeform 33"/>
              <p:cNvSpPr/>
              <p:nvPr/>
            </p:nvSpPr>
            <p:spPr>
              <a:xfrm>
                <a:off x="11364840" y="474840"/>
                <a:ext cx="156600" cy="15156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1560"/>
                  <a:gd name="textAreaBottom" fmla="*/ 152280 h 151560"/>
                </a:gdLst>
                <a:ah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3" name="Freeform 34"/>
              <p:cNvSpPr/>
              <p:nvPr/>
            </p:nvSpPr>
            <p:spPr>
              <a:xfrm>
                <a:off x="11631600" y="1539720"/>
                <a:ext cx="188280" cy="18972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4" name="Freeform 35"/>
              <p:cNvSpPr/>
              <p:nvPr/>
            </p:nvSpPr>
            <p:spPr>
              <a:xfrm>
                <a:off x="11531520" y="5694480"/>
                <a:ext cx="297720" cy="1153440"/>
              </a:xfrm>
              <a:custGeom>
                <a:avLst/>
                <a:gdLst>
                  <a:gd name="textAreaLeft" fmla="*/ 0 w 297720"/>
                  <a:gd name="textAreaRight" fmla="*/ 298440 w 297720"/>
                  <a:gd name="textAreaTop" fmla="*/ 0 h 1153440"/>
                  <a:gd name="textAreaBottom" fmla="*/ 1154160 h 1153440"/>
                </a:gdLst>
                <a:ah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5" name="Freeform 36"/>
              <p:cNvSpPr/>
              <p:nvPr/>
            </p:nvSpPr>
            <p:spPr>
              <a:xfrm>
                <a:off x="11773080" y="5551560"/>
                <a:ext cx="156600" cy="15480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4800"/>
                  <a:gd name="textAreaBottom" fmla="*/ 155520 h 154800"/>
                </a:gdLst>
                <a:ah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6" name="Freeform 37"/>
              <p:cNvSpPr/>
              <p:nvPr/>
            </p:nvSpPr>
            <p:spPr>
              <a:xfrm>
                <a:off x="11711160" y="4680"/>
                <a:ext cx="304200" cy="1544040"/>
              </a:xfrm>
              <a:custGeom>
                <a:avLst/>
                <a:gdLst>
                  <a:gd name="textAreaLeft" fmla="*/ 0 w 304200"/>
                  <a:gd name="textAreaRight" fmla="*/ 304920 w 304200"/>
                  <a:gd name="textAreaTop" fmla="*/ 0 h 1544040"/>
                  <a:gd name="textAreaBottom" fmla="*/ 1544760 h 1544040"/>
                </a:gdLst>
                <a:ah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7" name="Freeform 38"/>
              <p:cNvSpPr/>
              <p:nvPr/>
            </p:nvSpPr>
            <p:spPr>
              <a:xfrm>
                <a:off x="11636280" y="4867200"/>
                <a:ext cx="188280" cy="18828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8" name="Freeform 39"/>
              <p:cNvSpPr/>
              <p:nvPr/>
            </p:nvSpPr>
            <p:spPr>
              <a:xfrm>
                <a:off x="11441160" y="5046840"/>
                <a:ext cx="307080" cy="1801080"/>
              </a:xfrm>
              <a:custGeom>
                <a:avLst/>
                <a:gdLst>
                  <a:gd name="textAreaLeft" fmla="*/ 0 w 307080"/>
                  <a:gd name="textAreaRight" fmla="*/ 307800 w 307080"/>
                  <a:gd name="textAreaTop" fmla="*/ 0 h 1801080"/>
                  <a:gd name="textAreaBottom" fmla="*/ 1801800 h 1801080"/>
                </a:gdLst>
                <a:ah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9" name="Freeform 40"/>
              <p:cNvSpPr/>
              <p:nvPr/>
            </p:nvSpPr>
            <p:spPr>
              <a:xfrm>
                <a:off x="11849040" y="641664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0" name="Rectangle 41"/>
              <p:cNvSpPr/>
              <p:nvPr/>
            </p:nvSpPr>
            <p:spPr>
              <a:xfrm>
                <a:off x="11939760" y="6595920"/>
                <a:ext cx="23040" cy="251640"/>
              </a:xfrm>
              <a:prstGeom prst="rect">
                <a:avLst/>
              </a:pr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</p:grpSp>
      <p:pic>
        <p:nvPicPr>
          <p:cNvPr id="41" name="Picture 2" descr="\\DROBO-FS\QuickDrops\JB\PPTX NG\Droplets\LightingOverlay.png"/>
          <p:cNvPicPr/>
          <p:nvPr/>
        </p:nvPicPr>
        <p:blipFill>
          <a:blip r:embed="rId4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ln w="0">
            <a:noFill/>
          </a:ln>
        </p:spPr>
      </p:pic>
      <p:grpSp>
        <p:nvGrpSpPr>
          <p:cNvPr id="42" name="Group 10"/>
          <p:cNvGrpSpPr/>
          <p:nvPr/>
        </p:nvGrpSpPr>
        <p:grpSpPr>
          <a:xfrm>
            <a:off x="0" y="0"/>
            <a:ext cx="2304360" cy="6857280"/>
            <a:chOff x="0" y="0"/>
            <a:chExt cx="2304360" cy="6857280"/>
          </a:xfrm>
        </p:grpSpPr>
        <p:sp>
          <p:nvSpPr>
            <p:cNvPr id="43" name="Rectangle 5"/>
            <p:cNvSpPr/>
            <p:nvPr/>
          </p:nvSpPr>
          <p:spPr>
            <a:xfrm>
              <a:off x="1209600" y="4680"/>
              <a:ext cx="23040" cy="2180520"/>
            </a:xfrm>
            <a:prstGeom prst="rect">
              <a:avLst/>
            </a:pr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4" name="Freeform 6"/>
            <p:cNvSpPr/>
            <p:nvPr/>
          </p:nvSpPr>
          <p:spPr>
            <a:xfrm>
              <a:off x="1128600" y="217656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5" name="Freeform 7"/>
            <p:cNvSpPr/>
            <p:nvPr/>
          </p:nvSpPr>
          <p:spPr>
            <a:xfrm>
              <a:off x="1123920" y="4021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6" name="Rectangle 8"/>
            <p:cNvSpPr/>
            <p:nvPr/>
          </p:nvSpPr>
          <p:spPr>
            <a:xfrm>
              <a:off x="414360" y="9360"/>
              <a:ext cx="27720" cy="4480920"/>
            </a:xfrm>
            <a:prstGeom prst="rect">
              <a:avLst/>
            </a:pr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7" name="Freeform 9"/>
            <p:cNvSpPr/>
            <p:nvPr/>
          </p:nvSpPr>
          <p:spPr>
            <a:xfrm>
              <a:off x="333360" y="4481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8" name="Freeform 10"/>
            <p:cNvSpPr/>
            <p:nvPr/>
          </p:nvSpPr>
          <p:spPr>
            <a:xfrm>
              <a:off x="190440" y="9360"/>
              <a:ext cx="151560" cy="90720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07200"/>
                <a:gd name="textAreaBottom" fmla="*/ 907920 h 907200"/>
              </a:gdLst>
              <a:ahLst/>
              <a:rect l="textAreaLeft" t="textAreaTop" r="textAreaRight" b="textAreaBottom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9" name="Freeform 11"/>
            <p:cNvSpPr/>
            <p:nvPr/>
          </p:nvSpPr>
          <p:spPr>
            <a:xfrm>
              <a:off x="1290600" y="14400"/>
              <a:ext cx="375480" cy="1801080"/>
            </a:xfrm>
            <a:custGeom>
              <a:avLst/>
              <a:gdLst>
                <a:gd name="textAreaLeft" fmla="*/ 0 w 375480"/>
                <a:gd name="textAreaRight" fmla="*/ 376200 w 375480"/>
                <a:gd name="textAreaTop" fmla="*/ 0 h 1801080"/>
                <a:gd name="textAreaBottom" fmla="*/ 1801800 h 1801080"/>
              </a:gdLst>
              <a:ahLst/>
              <a:rect l="textAreaLeft" t="textAreaTop" r="textAreaRight" b="textAreaBottom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0" name="Freeform 12"/>
            <p:cNvSpPr/>
            <p:nvPr/>
          </p:nvSpPr>
          <p:spPr>
            <a:xfrm>
              <a:off x="1600200" y="18018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1" name="Freeform 13"/>
            <p:cNvSpPr/>
            <p:nvPr/>
          </p:nvSpPr>
          <p:spPr>
            <a:xfrm>
              <a:off x="1380960" y="9360"/>
              <a:ext cx="370800" cy="1424880"/>
            </a:xfrm>
            <a:custGeom>
              <a:avLst/>
              <a:gdLst>
                <a:gd name="textAreaLeft" fmla="*/ 0 w 370800"/>
                <a:gd name="textAreaRight" fmla="*/ 371520 w 370800"/>
                <a:gd name="textAreaTop" fmla="*/ 0 h 1424880"/>
                <a:gd name="textAreaBottom" fmla="*/ 1425600 h 1424880"/>
              </a:gdLst>
              <a:ahLst/>
              <a:rect l="textAreaLeft" t="textAreaTop" r="textAreaRight" b="textAreaBottom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2" name="Freeform 14"/>
            <p:cNvSpPr/>
            <p:nvPr/>
          </p:nvSpPr>
          <p:spPr>
            <a:xfrm>
              <a:off x="1643040" y="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rect l="textAreaLeft" t="textAreaTop" r="textAreaRight" b="textAreaBottom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3" name="Freeform 15"/>
            <p:cNvSpPr/>
            <p:nvPr/>
          </p:nvSpPr>
          <p:spPr>
            <a:xfrm>
              <a:off x="1685880" y="14209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4" name="Freeform 16"/>
            <p:cNvSpPr/>
            <p:nvPr/>
          </p:nvSpPr>
          <p:spPr>
            <a:xfrm>
              <a:off x="1685880" y="9032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5" name="Freeform 17"/>
            <p:cNvSpPr/>
            <p:nvPr/>
          </p:nvSpPr>
          <p:spPr>
            <a:xfrm>
              <a:off x="1743120" y="4680"/>
              <a:ext cx="418320" cy="521640"/>
            </a:xfrm>
            <a:custGeom>
              <a:avLst/>
              <a:gdLst>
                <a:gd name="textAreaLeft" fmla="*/ 0 w 418320"/>
                <a:gd name="textAreaRight" fmla="*/ 419040 w 418320"/>
                <a:gd name="textAreaTop" fmla="*/ 0 h 521640"/>
                <a:gd name="textAreaBottom" fmla="*/ 522360 h 521640"/>
              </a:gdLst>
              <a:ahLst/>
              <a:rect l="textAreaLeft" t="textAreaTop" r="textAreaRight" b="textAreaBottom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6" name="Freeform 18"/>
            <p:cNvSpPr/>
            <p:nvPr/>
          </p:nvSpPr>
          <p:spPr>
            <a:xfrm>
              <a:off x="2119320" y="488880"/>
              <a:ext cx="161280" cy="146880"/>
            </a:xfrm>
            <a:custGeom>
              <a:avLst/>
              <a:gdLst>
                <a:gd name="textAreaLeft" fmla="*/ 0 w 161280"/>
                <a:gd name="textAreaRight" fmla="*/ 162000 w 161280"/>
                <a:gd name="textAreaTop" fmla="*/ 0 h 146880"/>
                <a:gd name="textAreaBottom" fmla="*/ 147600 h 146880"/>
              </a:gdLst>
              <a:ahLst/>
              <a:rect l="textAreaLeft" t="textAreaTop" r="textAreaRight" b="textAreaBottom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7" name="Freeform 19"/>
            <p:cNvSpPr/>
            <p:nvPr/>
          </p:nvSpPr>
          <p:spPr>
            <a:xfrm>
              <a:off x="952560" y="4680"/>
              <a:ext cx="151560" cy="90720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07200"/>
                <a:gd name="textAreaBottom" fmla="*/ 907920 h 907200"/>
              </a:gdLst>
              <a:ahLst/>
              <a:rect l="textAreaLeft" t="textAreaTop" r="textAreaRight" b="textAreaBottom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8" name="Freeform 20"/>
            <p:cNvSpPr/>
            <p:nvPr/>
          </p:nvSpPr>
          <p:spPr>
            <a:xfrm>
              <a:off x="866880" y="9032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9" name="Freeform 21"/>
            <p:cNvSpPr/>
            <p:nvPr/>
          </p:nvSpPr>
          <p:spPr>
            <a:xfrm>
              <a:off x="890640" y="15541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0" name="Freeform 22"/>
            <p:cNvSpPr/>
            <p:nvPr/>
          </p:nvSpPr>
          <p:spPr>
            <a:xfrm>
              <a:off x="738360" y="5622840"/>
              <a:ext cx="337320" cy="1215360"/>
            </a:xfrm>
            <a:custGeom>
              <a:avLst/>
              <a:gdLst>
                <a:gd name="textAreaLeft" fmla="*/ 0 w 337320"/>
                <a:gd name="textAreaRight" fmla="*/ 338040 w 337320"/>
                <a:gd name="textAreaTop" fmla="*/ 0 h 1215360"/>
                <a:gd name="textAreaBottom" fmla="*/ 1216080 h 1215360"/>
              </a:gdLst>
              <a:ahLst/>
              <a:rect l="textAreaLeft" t="textAreaTop" r="textAreaRight" b="textAreaBottom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1" name="Freeform 23"/>
            <p:cNvSpPr/>
            <p:nvPr/>
          </p:nvSpPr>
          <p:spPr>
            <a:xfrm>
              <a:off x="647640" y="5479920"/>
              <a:ext cx="156600" cy="15660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6600"/>
                <a:gd name="textAreaBottom" fmla="*/ 157320 h 156600"/>
              </a:gdLst>
              <a:ahLst/>
              <a:rect l="textAreaLeft" t="textAreaTop" r="textAreaRight" b="textAreaBottom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2" name="Freeform 24"/>
            <p:cNvSpPr/>
            <p:nvPr/>
          </p:nvSpPr>
          <p:spPr>
            <a:xfrm>
              <a:off x="66600" y="9032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3" name="Freeform 25"/>
            <p:cNvSpPr/>
            <p:nvPr/>
          </p:nvSpPr>
          <p:spPr>
            <a:xfrm>
              <a:off x="0" y="3897360"/>
              <a:ext cx="132480" cy="266040"/>
            </a:xfrm>
            <a:custGeom>
              <a:avLst/>
              <a:gdLst>
                <a:gd name="textAreaLeft" fmla="*/ 0 w 132480"/>
                <a:gd name="textAreaRight" fmla="*/ 133200 w 132480"/>
                <a:gd name="textAreaTop" fmla="*/ 0 h 266040"/>
                <a:gd name="textAreaBottom" fmla="*/ 266760 h 266040"/>
              </a:gdLst>
              <a:ahLst/>
              <a:rect l="textAreaLeft" t="textAreaTop" r="textAreaRight" b="textAreaBottom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4" name="Freeform 26"/>
            <p:cNvSpPr/>
            <p:nvPr/>
          </p:nvSpPr>
          <p:spPr>
            <a:xfrm>
              <a:off x="66600" y="414972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5" name="Freeform 27"/>
            <p:cNvSpPr/>
            <p:nvPr/>
          </p:nvSpPr>
          <p:spPr>
            <a:xfrm>
              <a:off x="0" y="1644480"/>
              <a:ext cx="132480" cy="269280"/>
            </a:xfrm>
            <a:custGeom>
              <a:avLst/>
              <a:gdLst>
                <a:gd name="textAreaLeft" fmla="*/ 0 w 132480"/>
                <a:gd name="textAreaRight" fmla="*/ 133200 w 132480"/>
                <a:gd name="textAreaTop" fmla="*/ 0 h 269280"/>
                <a:gd name="textAreaBottom" fmla="*/ 270000 h 269280"/>
              </a:gdLst>
              <a:ahLst/>
              <a:rect l="textAreaLeft" t="textAreaTop" r="textAreaRight" b="textAreaBottom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6" name="Freeform 28"/>
            <p:cNvSpPr/>
            <p:nvPr/>
          </p:nvSpPr>
          <p:spPr>
            <a:xfrm>
              <a:off x="66600" y="14684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7" name="Freeform 29"/>
            <p:cNvSpPr/>
            <p:nvPr/>
          </p:nvSpPr>
          <p:spPr>
            <a:xfrm>
              <a:off x="695160" y="4680"/>
              <a:ext cx="308880" cy="1558080"/>
            </a:xfrm>
            <a:custGeom>
              <a:avLst/>
              <a:gdLst>
                <a:gd name="textAreaLeft" fmla="*/ 0 w 308880"/>
                <a:gd name="textAreaRight" fmla="*/ 309600 w 308880"/>
                <a:gd name="textAreaTop" fmla="*/ 0 h 1558080"/>
                <a:gd name="textAreaBottom" fmla="*/ 1558800 h 1558080"/>
              </a:gdLst>
              <a:ahLst/>
              <a:rect l="textAreaLeft" t="textAreaTop" r="textAreaRight" b="textAreaBottom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8" name="Freeform 30"/>
            <p:cNvSpPr/>
            <p:nvPr/>
          </p:nvSpPr>
          <p:spPr>
            <a:xfrm>
              <a:off x="57240" y="48816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9" name="Freeform 31"/>
            <p:cNvSpPr/>
            <p:nvPr/>
          </p:nvSpPr>
          <p:spPr>
            <a:xfrm>
              <a:off x="138240" y="5060880"/>
              <a:ext cx="304200" cy="177732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777320"/>
                <a:gd name="textAreaBottom" fmla="*/ 1778040 h 1777320"/>
              </a:gdLst>
              <a:ahLst/>
              <a:rect l="textAreaLeft" t="textAreaTop" r="textAreaRight" b="textAreaBottom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0" name="Freeform 32"/>
            <p:cNvSpPr/>
            <p:nvPr/>
          </p:nvSpPr>
          <p:spPr>
            <a:xfrm>
              <a:off x="561960" y="643104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1" name="Rectangle 33"/>
            <p:cNvSpPr/>
            <p:nvPr/>
          </p:nvSpPr>
          <p:spPr>
            <a:xfrm>
              <a:off x="642960" y="6610320"/>
              <a:ext cx="23040" cy="242280"/>
            </a:xfrm>
            <a:prstGeom prst="rect">
              <a:avLst/>
            </a:pr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2" name="Freeform 34"/>
            <p:cNvSpPr/>
            <p:nvPr/>
          </p:nvSpPr>
          <p:spPr>
            <a:xfrm>
              <a:off x="76320" y="643104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3" name="Freeform 35"/>
            <p:cNvSpPr/>
            <p:nvPr/>
          </p:nvSpPr>
          <p:spPr>
            <a:xfrm>
              <a:off x="0" y="5978520"/>
              <a:ext cx="189720" cy="46116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461160"/>
                <a:gd name="textAreaBottom" fmla="*/ 461880 h 461160"/>
              </a:gdLst>
              <a:ahLst/>
              <a:rect l="textAreaLeft" t="textAreaTop" r="textAreaRight" b="textAreaBottom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4" name="Freeform 36"/>
            <p:cNvSpPr/>
            <p:nvPr/>
          </p:nvSpPr>
          <p:spPr>
            <a:xfrm>
              <a:off x="1014480" y="1801800"/>
              <a:ext cx="213480" cy="754920"/>
            </a:xfrm>
            <a:custGeom>
              <a:avLst/>
              <a:gdLst>
                <a:gd name="textAreaLeft" fmla="*/ 0 w 213480"/>
                <a:gd name="textAreaRight" fmla="*/ 214200 w 213480"/>
                <a:gd name="textAreaTop" fmla="*/ 0 h 754920"/>
                <a:gd name="textAreaBottom" fmla="*/ 755640 h 754920"/>
              </a:gdLst>
              <a:ahLst/>
              <a:rect l="textAreaLeft" t="textAreaTop" r="textAreaRight" b="textAreaBottom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5" name="Freeform 37"/>
            <p:cNvSpPr/>
            <p:nvPr/>
          </p:nvSpPr>
          <p:spPr>
            <a:xfrm>
              <a:off x="938160" y="2548080"/>
              <a:ext cx="165960" cy="159480"/>
            </a:xfrm>
            <a:custGeom>
              <a:avLst/>
              <a:gdLst>
                <a:gd name="textAreaLeft" fmla="*/ 0 w 165960"/>
                <a:gd name="textAreaRight" fmla="*/ 166680 w 165960"/>
                <a:gd name="textAreaTop" fmla="*/ 0 h 159480"/>
                <a:gd name="textAreaBottom" fmla="*/ 160200 h 159480"/>
              </a:gdLst>
              <a:ahLst/>
              <a:rect l="textAreaLeft" t="textAreaTop" r="textAreaRight" b="textAreaBottom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6" name="Freeform 38"/>
            <p:cNvSpPr/>
            <p:nvPr/>
          </p:nvSpPr>
          <p:spPr>
            <a:xfrm>
              <a:off x="595440" y="4680"/>
              <a:ext cx="637560" cy="4025160"/>
            </a:xfrm>
            <a:custGeom>
              <a:avLst/>
              <a:gdLst>
                <a:gd name="textAreaLeft" fmla="*/ 0 w 637560"/>
                <a:gd name="textAreaRight" fmla="*/ 638280 w 637560"/>
                <a:gd name="textAreaTop" fmla="*/ 0 h 4025160"/>
                <a:gd name="textAreaBottom" fmla="*/ 4025880 h 4025160"/>
              </a:gdLst>
              <a:ahLst/>
              <a:rect l="textAreaLeft" t="textAreaTop" r="textAreaRight" b="textAreaBottom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7" name="Freeform 39"/>
            <p:cNvSpPr/>
            <p:nvPr/>
          </p:nvSpPr>
          <p:spPr>
            <a:xfrm>
              <a:off x="1224000" y="1382760"/>
              <a:ext cx="142200" cy="475560"/>
            </a:xfrm>
            <a:custGeom>
              <a:avLst/>
              <a:gdLst>
                <a:gd name="textAreaLeft" fmla="*/ 0 w 142200"/>
                <a:gd name="textAreaRight" fmla="*/ 142920 w 142200"/>
                <a:gd name="textAreaTop" fmla="*/ 0 h 475560"/>
                <a:gd name="textAreaBottom" fmla="*/ 476280 h 475560"/>
              </a:gdLst>
              <a:ahLst/>
              <a:rect l="textAreaLeft" t="textAreaTop" r="textAreaRight" b="textAreaBottom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8" name="Freeform 40"/>
            <p:cNvSpPr/>
            <p:nvPr/>
          </p:nvSpPr>
          <p:spPr>
            <a:xfrm>
              <a:off x="1300320" y="1849320"/>
              <a:ext cx="108720" cy="107280"/>
            </a:xfrm>
            <a:custGeom>
              <a:avLst/>
              <a:gdLst>
                <a:gd name="textAreaLeft" fmla="*/ 0 w 108720"/>
                <a:gd name="textAreaRight" fmla="*/ 109440 w 108720"/>
                <a:gd name="textAreaTop" fmla="*/ 0 h 107280"/>
                <a:gd name="textAreaBottom" fmla="*/ 108000 h 107280"/>
              </a:gdLst>
              <a:ahLst/>
              <a:rect l="textAreaLeft" t="textAreaTop" r="textAreaRight" b="textAreaBottom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9" name="Freeform 41"/>
            <p:cNvSpPr/>
            <p:nvPr/>
          </p:nvSpPr>
          <p:spPr>
            <a:xfrm>
              <a:off x="281160" y="3417840"/>
              <a:ext cx="142200" cy="474120"/>
            </a:xfrm>
            <a:custGeom>
              <a:avLst/>
              <a:gdLst>
                <a:gd name="textAreaLeft" fmla="*/ 0 w 142200"/>
                <a:gd name="textAreaRight" fmla="*/ 142920 w 142200"/>
                <a:gd name="textAreaTop" fmla="*/ 0 h 474120"/>
                <a:gd name="textAreaBottom" fmla="*/ 474840 h 474120"/>
              </a:gdLst>
              <a:ahLst/>
              <a:rect l="textAreaLeft" t="textAreaTop" r="textAreaRight" b="textAreaBottom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0" name="Freeform 42"/>
            <p:cNvSpPr/>
            <p:nvPr/>
          </p:nvSpPr>
          <p:spPr>
            <a:xfrm>
              <a:off x="237960" y="3882960"/>
              <a:ext cx="108720" cy="108720"/>
            </a:xfrm>
            <a:custGeom>
              <a:avLst/>
              <a:gdLst>
                <a:gd name="textAreaLeft" fmla="*/ 0 w 108720"/>
                <a:gd name="textAreaRight" fmla="*/ 109440 w 108720"/>
                <a:gd name="textAreaTop" fmla="*/ 0 h 108720"/>
                <a:gd name="textAreaBottom" fmla="*/ 109440 h 108720"/>
              </a:gdLst>
              <a:ahLst/>
              <a:rect l="textAreaLeft" t="textAreaTop" r="textAreaRight" b="textAreaBottom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1" name="Freeform 43"/>
            <p:cNvSpPr/>
            <p:nvPr/>
          </p:nvSpPr>
          <p:spPr>
            <a:xfrm>
              <a:off x="4680" y="2166840"/>
              <a:ext cx="113760" cy="451800"/>
            </a:xfrm>
            <a:custGeom>
              <a:avLst/>
              <a:gdLst>
                <a:gd name="textAreaLeft" fmla="*/ 0 w 113760"/>
                <a:gd name="textAreaRight" fmla="*/ 114480 w 113760"/>
                <a:gd name="textAreaTop" fmla="*/ 0 h 451800"/>
                <a:gd name="textAreaBottom" fmla="*/ 452520 h 451800"/>
              </a:gdLst>
              <a:ahLst/>
              <a:rect l="textAreaLeft" t="textAreaTop" r="textAreaRight" b="textAreaBottom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2" name="Freeform 44"/>
            <p:cNvSpPr/>
            <p:nvPr/>
          </p:nvSpPr>
          <p:spPr>
            <a:xfrm>
              <a:off x="52560" y="2066760"/>
              <a:ext cx="108720" cy="108720"/>
            </a:xfrm>
            <a:custGeom>
              <a:avLst/>
              <a:gdLst>
                <a:gd name="textAreaLeft" fmla="*/ 0 w 108720"/>
                <a:gd name="textAreaRight" fmla="*/ 109440 w 108720"/>
                <a:gd name="textAreaTop" fmla="*/ 0 h 108720"/>
                <a:gd name="textAreaBottom" fmla="*/ 109440 h 108720"/>
              </a:gdLst>
              <a:ahLst/>
              <a:rect l="textAreaLeft" t="textAreaTop" r="textAreaRight" b="textAreaBottom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3" name="Rectangle 45"/>
            <p:cNvSpPr/>
            <p:nvPr/>
          </p:nvSpPr>
          <p:spPr>
            <a:xfrm>
              <a:off x="1228680" y="4662360"/>
              <a:ext cx="23040" cy="2180520"/>
            </a:xfrm>
            <a:prstGeom prst="rect">
              <a:avLst/>
            </a:pr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4" name="Freeform 46"/>
            <p:cNvSpPr/>
            <p:nvPr/>
          </p:nvSpPr>
          <p:spPr>
            <a:xfrm>
              <a:off x="1319040" y="5041800"/>
              <a:ext cx="370800" cy="1801080"/>
            </a:xfrm>
            <a:custGeom>
              <a:avLst/>
              <a:gdLst>
                <a:gd name="textAreaLeft" fmla="*/ 0 w 370800"/>
                <a:gd name="textAreaRight" fmla="*/ 371520 w 370800"/>
                <a:gd name="textAreaTop" fmla="*/ 0 h 1801080"/>
                <a:gd name="textAreaBottom" fmla="*/ 1801800 h 1801080"/>
              </a:gdLst>
              <a:ahLst/>
              <a:rect l="textAreaLeft" t="textAreaTop" r="textAreaRight" b="textAreaBottom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5" name="Freeform 47"/>
            <p:cNvSpPr/>
            <p:nvPr/>
          </p:nvSpPr>
          <p:spPr>
            <a:xfrm>
              <a:off x="1147680" y="4481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6" name="Freeform 48"/>
            <p:cNvSpPr/>
            <p:nvPr/>
          </p:nvSpPr>
          <p:spPr>
            <a:xfrm>
              <a:off x="819000" y="3983040"/>
              <a:ext cx="347040" cy="2859840"/>
            </a:xfrm>
            <a:custGeom>
              <a:avLst/>
              <a:gdLst>
                <a:gd name="textAreaLeft" fmla="*/ 0 w 347040"/>
                <a:gd name="textAreaRight" fmla="*/ 347760 w 347040"/>
                <a:gd name="textAreaTop" fmla="*/ 0 h 2859840"/>
                <a:gd name="textAreaBottom" fmla="*/ 2860560 h 2859840"/>
              </a:gdLst>
              <a:ahLst/>
              <a:rect l="textAreaLeft" t="textAreaTop" r="textAreaRight" b="textAreaBottom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7" name="Freeform 49"/>
            <p:cNvSpPr/>
            <p:nvPr/>
          </p:nvSpPr>
          <p:spPr>
            <a:xfrm>
              <a:off x="728640" y="380700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8" name="Freeform 50"/>
            <p:cNvSpPr/>
            <p:nvPr/>
          </p:nvSpPr>
          <p:spPr>
            <a:xfrm>
              <a:off x="1623960" y="4867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9" name="Freeform 51"/>
            <p:cNvSpPr/>
            <p:nvPr/>
          </p:nvSpPr>
          <p:spPr>
            <a:xfrm>
              <a:off x="1405080" y="5423040"/>
              <a:ext cx="370800" cy="1424880"/>
            </a:xfrm>
            <a:custGeom>
              <a:avLst/>
              <a:gdLst>
                <a:gd name="textAreaLeft" fmla="*/ 0 w 370800"/>
                <a:gd name="textAreaRight" fmla="*/ 371520 w 370800"/>
                <a:gd name="textAreaTop" fmla="*/ 0 h 1424880"/>
                <a:gd name="textAreaBottom" fmla="*/ 1425600 h 1424880"/>
              </a:gdLst>
              <a:ahLst/>
              <a:rect l="textAreaLeft" t="textAreaTop" r="textAreaRight" b="textAreaBottom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0" name="Freeform 52"/>
            <p:cNvSpPr/>
            <p:nvPr/>
          </p:nvSpPr>
          <p:spPr>
            <a:xfrm>
              <a:off x="1666800" y="594504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rect l="textAreaLeft" t="textAreaTop" r="textAreaRight" b="textAreaBottom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1" name="Freeform 53"/>
            <p:cNvSpPr/>
            <p:nvPr/>
          </p:nvSpPr>
          <p:spPr>
            <a:xfrm>
              <a:off x="1709640" y="5246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2" name="Freeform 54"/>
            <p:cNvSpPr/>
            <p:nvPr/>
          </p:nvSpPr>
          <p:spPr>
            <a:xfrm>
              <a:off x="1709640" y="57643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3" name="Freeform 55"/>
            <p:cNvSpPr/>
            <p:nvPr/>
          </p:nvSpPr>
          <p:spPr>
            <a:xfrm>
              <a:off x="1766880" y="6330960"/>
              <a:ext cx="418320" cy="526320"/>
            </a:xfrm>
            <a:custGeom>
              <a:avLst/>
              <a:gdLst>
                <a:gd name="textAreaLeft" fmla="*/ 0 w 418320"/>
                <a:gd name="textAreaRight" fmla="*/ 419040 w 418320"/>
                <a:gd name="textAreaTop" fmla="*/ 0 h 526320"/>
                <a:gd name="textAreaBottom" fmla="*/ 527040 h 526320"/>
              </a:gdLst>
              <a:ahLst/>
              <a:rect l="textAreaLeft" t="textAreaTop" r="textAreaRight" b="textAreaBottom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4" name="Freeform 56"/>
            <p:cNvSpPr/>
            <p:nvPr/>
          </p:nvSpPr>
          <p:spPr>
            <a:xfrm>
              <a:off x="2147760" y="6221520"/>
              <a:ext cx="156600" cy="14688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46880"/>
                <a:gd name="textAreaBottom" fmla="*/ 147600 h 146880"/>
              </a:gdLst>
              <a:ahLst/>
              <a:rect l="textAreaLeft" t="textAreaTop" r="textAreaRight" b="textAreaBottom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5" name="Freeform 57"/>
            <p:cNvSpPr/>
            <p:nvPr/>
          </p:nvSpPr>
          <p:spPr>
            <a:xfrm>
              <a:off x="504720" y="9360"/>
              <a:ext cx="232560" cy="5103000"/>
            </a:xfrm>
            <a:custGeom>
              <a:avLst/>
              <a:gdLst>
                <a:gd name="textAreaLeft" fmla="*/ 0 w 232560"/>
                <a:gd name="textAreaRight" fmla="*/ 233280 w 232560"/>
                <a:gd name="textAreaTop" fmla="*/ 0 h 5103000"/>
                <a:gd name="textAreaBottom" fmla="*/ 5103720 h 5103000"/>
              </a:gdLst>
              <a:ahLst/>
              <a:rect l="textAreaLeft" t="textAreaTop" r="textAreaRight" b="textAreaBottom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6" name="Freeform 58"/>
            <p:cNvSpPr/>
            <p:nvPr/>
          </p:nvSpPr>
          <p:spPr>
            <a:xfrm>
              <a:off x="633240" y="5103720"/>
              <a:ext cx="185040" cy="185040"/>
            </a:xfrm>
            <a:custGeom>
              <a:avLst/>
              <a:gdLst>
                <a:gd name="textAreaLeft" fmla="*/ 0 w 185040"/>
                <a:gd name="textAreaRight" fmla="*/ 185760 w 185040"/>
                <a:gd name="textAreaTop" fmla="*/ 0 h 185040"/>
                <a:gd name="textAreaBottom" fmla="*/ 185760 h 185040"/>
              </a:gdLst>
              <a:ahLst/>
              <a:rect l="textAreaLeft" t="textAreaTop" r="textAreaRight" b="textAreaBottom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1141560" y="618480"/>
            <a:ext cx="9905400" cy="147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 type="ftr" idx="1"/>
          </p:nvPr>
        </p:nvSpPr>
        <p:spPr>
          <a:xfrm>
            <a:off x="1876320" y="5410080"/>
            <a:ext cx="512424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1050" spc="-1" strike="noStrike" cap="all">
                <a:solidFill>
                  <a:schemeClr val="dk1">
                    <a:tint val="75000"/>
                  </a:schemeClr>
                </a:solidFill>
                <a:latin typeface="Tw Cen MT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 cap="all">
                <a:solidFill>
                  <a:schemeClr val="dk1">
                    <a:tint val="75000"/>
                  </a:schemeClr>
                </a:solidFill>
                <a:latin typeface="Tw Cen MT"/>
              </a:rPr>
              <a:t> </a:t>
            </a:r>
            <a:endParaRPr b="0" lang="en-US" sz="105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9" name="PlaceHolder 3"/>
          <p:cNvSpPr>
            <a:spLocks noGrp="1"/>
          </p:cNvSpPr>
          <p:nvPr>
            <p:ph type="sldNum" idx="2"/>
          </p:nvPr>
        </p:nvSpPr>
        <p:spPr>
          <a:xfrm>
            <a:off x="9896760" y="5410080"/>
            <a:ext cx="7704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BE" sz="1050" spc="-1" strike="noStrike">
                <a:solidFill>
                  <a:schemeClr val="dk1">
                    <a:tint val="75000"/>
                  </a:schemeClr>
                </a:solidFill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BA7E1FDE-9CB5-4BA2-BD35-7A76E33D2CD8}" type="slidenum">
              <a:rPr b="0" lang="en-BE" sz="1050" spc="-1" strike="noStrike">
                <a:solidFill>
                  <a:schemeClr val="dk1">
                    <a:tint val="75000"/>
                  </a:schemeClr>
                </a:solidFill>
                <a:latin typeface="Tw Cen MT"/>
              </a:rPr>
              <a:t>16</a:t>
            </a:fld>
            <a:endParaRPr b="0" lang="en-US" sz="105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0" name="PlaceHolder 4"/>
          <p:cNvSpPr>
            <a:spLocks noGrp="1"/>
          </p:cNvSpPr>
          <p:nvPr>
            <p:ph type="dt" idx="3"/>
          </p:nvPr>
        </p:nvSpPr>
        <p:spPr>
          <a:xfrm>
            <a:off x="7077600" y="541008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Times New Roman"/>
              </a:rPr>
              <a:t> </a:t>
            </a:r>
            <a:endParaRPr b="0" lang="en-US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1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5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Picture 2" descr="\\DROBO-FS\QuickDrops\JB\PPTX NG\Droplets\LightingOverlay.png"/>
          <p:cNvPicPr/>
          <p:nvPr/>
        </p:nvPicPr>
        <p:blipFill>
          <a:blip r:embed="rId3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ln w="0">
            <a:noFill/>
          </a:ln>
        </p:spPr>
      </p:pic>
      <p:grpSp>
        <p:nvGrpSpPr>
          <p:cNvPr id="105" name="Group 7"/>
          <p:cNvGrpSpPr/>
          <p:nvPr/>
        </p:nvGrpSpPr>
        <p:grpSpPr>
          <a:xfrm>
            <a:off x="-14400" y="0"/>
            <a:ext cx="12053160" cy="6857280"/>
            <a:chOff x="-14400" y="0"/>
            <a:chExt cx="12053160" cy="6857280"/>
          </a:xfrm>
        </p:grpSpPr>
        <p:grpSp>
          <p:nvGrpSpPr>
            <p:cNvPr id="106" name="Group 8"/>
            <p:cNvGrpSpPr/>
            <p:nvPr/>
          </p:nvGrpSpPr>
          <p:grpSpPr>
            <a:xfrm>
              <a:off x="-14400" y="0"/>
              <a:ext cx="1220400" cy="6857280"/>
              <a:chOff x="-14400" y="0"/>
              <a:chExt cx="1220400" cy="6857280"/>
            </a:xfrm>
          </p:grpSpPr>
          <p:sp>
            <p:nvSpPr>
              <p:cNvPr id="107" name="Rectangle 5"/>
              <p:cNvSpPr/>
              <p:nvPr/>
            </p:nvSpPr>
            <p:spPr>
              <a:xfrm>
                <a:off x="114480" y="468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08" name="Freeform 6"/>
              <p:cNvSpPr/>
              <p:nvPr/>
            </p:nvSpPr>
            <p:spPr>
              <a:xfrm>
                <a:off x="33480" y="217656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09" name="Freeform 7"/>
              <p:cNvSpPr/>
              <p:nvPr/>
            </p:nvSpPr>
            <p:spPr>
              <a:xfrm>
                <a:off x="28440" y="4021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10" name="Freeform 8"/>
              <p:cNvSpPr/>
              <p:nvPr/>
            </p:nvSpPr>
            <p:spPr>
              <a:xfrm>
                <a:off x="200160" y="4680"/>
                <a:ext cx="369000" cy="181044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10440"/>
                  <a:gd name="textAreaBottom" fmla="*/ 1811160 h 1810440"/>
                </a:gdLst>
                <a:ah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11" name="Freeform 9"/>
              <p:cNvSpPr/>
              <p:nvPr/>
            </p:nvSpPr>
            <p:spPr>
              <a:xfrm>
                <a:off x="503280" y="18018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12" name="Freeform 10"/>
              <p:cNvSpPr/>
              <p:nvPr/>
            </p:nvSpPr>
            <p:spPr>
              <a:xfrm>
                <a:off x="285840" y="4680"/>
                <a:ext cx="369000" cy="142956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429560"/>
                  <a:gd name="textAreaBottom" fmla="*/ 1430280 h 1429560"/>
                </a:gdLst>
                <a:ah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13" name="Freeform 11"/>
              <p:cNvSpPr/>
              <p:nvPr/>
            </p:nvSpPr>
            <p:spPr>
              <a:xfrm>
                <a:off x="546120" y="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14" name="Freeform 12"/>
              <p:cNvSpPr/>
              <p:nvPr/>
            </p:nvSpPr>
            <p:spPr>
              <a:xfrm>
                <a:off x="588960" y="14209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15" name="Freeform 13"/>
              <p:cNvSpPr/>
              <p:nvPr/>
            </p:nvSpPr>
            <p:spPr>
              <a:xfrm>
                <a:off x="588960" y="9032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16" name="Freeform 14"/>
              <p:cNvSpPr/>
              <p:nvPr/>
            </p:nvSpPr>
            <p:spPr>
              <a:xfrm>
                <a:off x="641520" y="0"/>
                <a:ext cx="421560" cy="526320"/>
              </a:xfrm>
              <a:custGeom>
                <a:avLst/>
                <a:gdLst>
                  <a:gd name="textAreaLeft" fmla="*/ 0 w 421560"/>
                  <a:gd name="textAreaRight" fmla="*/ 422280 w 421560"/>
                  <a:gd name="textAreaTop" fmla="*/ 0 h 526320"/>
                  <a:gd name="textAreaBottom" fmla="*/ 527040 h 526320"/>
                </a:gdLst>
                <a:ah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17" name="Freeform 15"/>
              <p:cNvSpPr/>
              <p:nvPr/>
            </p:nvSpPr>
            <p:spPr>
              <a:xfrm>
                <a:off x="1020600" y="488880"/>
                <a:ext cx="161280" cy="146880"/>
              </a:xfrm>
              <a:custGeom>
                <a:avLst/>
                <a:gdLst>
                  <a:gd name="textAreaLeft" fmla="*/ 0 w 161280"/>
                  <a:gd name="textAreaRight" fmla="*/ 162000 w 161280"/>
                  <a:gd name="textAreaTop" fmla="*/ 0 h 146880"/>
                  <a:gd name="textAreaBottom" fmla="*/ 147600 h 146880"/>
                </a:gdLst>
                <a:ah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18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44640" bIns="-44640" anchor="t" anchorCtr="1">
                <a:noAutofit/>
              </a:bodyPr>
              <a:p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19" name="Freeform 17"/>
              <p:cNvSpPr/>
              <p:nvPr/>
            </p:nvSpPr>
            <p:spPr>
              <a:xfrm>
                <a:off x="9360" y="1801800"/>
                <a:ext cx="123120" cy="126360"/>
              </a:xfrm>
              <a:custGeom>
                <a:avLst/>
                <a:gdLst>
                  <a:gd name="textAreaLeft" fmla="*/ 0 w 123120"/>
                  <a:gd name="textAreaRight" fmla="*/ 123840 w 123120"/>
                  <a:gd name="textAreaTop" fmla="*/ 0 h 126360"/>
                  <a:gd name="textAreaBottom" fmla="*/ 127080 h 126360"/>
                </a:gdLst>
                <a:ah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20" name="Freeform 18"/>
              <p:cNvSpPr/>
              <p:nvPr/>
            </p:nvSpPr>
            <p:spPr>
              <a:xfrm>
                <a:off x="-9360" y="3549600"/>
                <a:ext cx="146880" cy="480240"/>
              </a:xfrm>
              <a:custGeom>
                <a:avLst/>
                <a:gdLst>
                  <a:gd name="textAreaLeft" fmla="*/ 0 w 146880"/>
                  <a:gd name="textAreaRight" fmla="*/ 147600 w 146880"/>
                  <a:gd name="textAreaTop" fmla="*/ 0 h 480240"/>
                  <a:gd name="textAreaBottom" fmla="*/ 480960 h 480240"/>
                </a:gdLst>
                <a:ah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21" name="Freeform 19"/>
              <p:cNvSpPr/>
              <p:nvPr/>
            </p:nvSpPr>
            <p:spPr>
              <a:xfrm>
                <a:off x="128520" y="1382760"/>
                <a:ext cx="142200" cy="475560"/>
              </a:xfrm>
              <a:custGeom>
                <a:avLst/>
                <a:gdLst>
                  <a:gd name="textAreaLeft" fmla="*/ 0 w 142200"/>
                  <a:gd name="textAreaRight" fmla="*/ 142920 w 142200"/>
                  <a:gd name="textAreaTop" fmla="*/ 0 h 475560"/>
                  <a:gd name="textAreaBottom" fmla="*/ 476280 h 475560"/>
                </a:gdLst>
                <a:ah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22" name="Freeform 20"/>
              <p:cNvSpPr/>
              <p:nvPr/>
            </p:nvSpPr>
            <p:spPr>
              <a:xfrm>
                <a:off x="204840" y="1849320"/>
                <a:ext cx="113760" cy="107280"/>
              </a:xfrm>
              <a:custGeom>
                <a:avLst/>
                <a:gdLst>
                  <a:gd name="textAreaLeft" fmla="*/ 0 w 113760"/>
                  <a:gd name="textAreaRight" fmla="*/ 114480 w 113760"/>
                  <a:gd name="textAreaTop" fmla="*/ 0 h 107280"/>
                  <a:gd name="textAreaBottom" fmla="*/ 108000 h 107280"/>
                </a:gdLst>
                <a:ah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23" name="Rectangle 21"/>
              <p:cNvSpPr/>
              <p:nvPr/>
            </p:nvSpPr>
            <p:spPr>
              <a:xfrm>
                <a:off x="133200" y="466236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24" name="Freeform 22"/>
              <p:cNvSpPr/>
              <p:nvPr/>
            </p:nvSpPr>
            <p:spPr>
              <a:xfrm>
                <a:off x="223920" y="5041800"/>
                <a:ext cx="369000" cy="180108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01080"/>
                  <a:gd name="textAreaBottom" fmla="*/ 1801800 h 1801080"/>
                </a:gdLst>
                <a:ah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25" name="Freeform 23"/>
              <p:cNvSpPr/>
              <p:nvPr/>
            </p:nvSpPr>
            <p:spPr>
              <a:xfrm>
                <a:off x="52560" y="4481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26" name="Freeform 24"/>
              <p:cNvSpPr/>
              <p:nvPr/>
            </p:nvSpPr>
            <p:spPr>
              <a:xfrm>
                <a:off x="-14400" y="5627520"/>
                <a:ext cx="84960" cy="1215360"/>
              </a:xfrm>
              <a:custGeom>
                <a:avLst/>
                <a:gdLst>
                  <a:gd name="textAreaLeft" fmla="*/ 0 w 84960"/>
                  <a:gd name="textAreaRight" fmla="*/ 85680 w 84960"/>
                  <a:gd name="textAreaTop" fmla="*/ 0 h 1215360"/>
                  <a:gd name="textAreaBottom" fmla="*/ 1216080 h 1215360"/>
                </a:gdLst>
                <a:ah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27" name="Freeform 25"/>
              <p:cNvSpPr/>
              <p:nvPr/>
            </p:nvSpPr>
            <p:spPr>
              <a:xfrm>
                <a:off x="527040" y="4867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28" name="Freeform 26"/>
              <p:cNvSpPr/>
              <p:nvPr/>
            </p:nvSpPr>
            <p:spPr>
              <a:xfrm>
                <a:off x="309600" y="5423040"/>
                <a:ext cx="374040" cy="1424880"/>
              </a:xfrm>
              <a:custGeom>
                <a:avLst/>
                <a:gdLst>
                  <a:gd name="textAreaLeft" fmla="*/ 0 w 374040"/>
                  <a:gd name="textAreaRight" fmla="*/ 374760 w 374040"/>
                  <a:gd name="textAreaTop" fmla="*/ 0 h 1424880"/>
                  <a:gd name="textAreaBottom" fmla="*/ 1425600 h 1424880"/>
                </a:gdLst>
                <a:ah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29" name="Freeform 27"/>
              <p:cNvSpPr/>
              <p:nvPr/>
            </p:nvSpPr>
            <p:spPr>
              <a:xfrm>
                <a:off x="569880" y="594504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30" name="Freeform 28"/>
              <p:cNvSpPr/>
              <p:nvPr/>
            </p:nvSpPr>
            <p:spPr>
              <a:xfrm>
                <a:off x="612720" y="5246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31" name="Freeform 29"/>
              <p:cNvSpPr/>
              <p:nvPr/>
            </p:nvSpPr>
            <p:spPr>
              <a:xfrm>
                <a:off x="612720" y="57643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32" name="Freeform 30"/>
              <p:cNvSpPr/>
              <p:nvPr/>
            </p:nvSpPr>
            <p:spPr>
              <a:xfrm>
                <a:off x="669960" y="6330960"/>
                <a:ext cx="416880" cy="51696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6960"/>
                  <a:gd name="textAreaBottom" fmla="*/ 517680 h 516960"/>
                </a:gdLst>
                <a:ah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33" name="Freeform 31"/>
              <p:cNvSpPr/>
              <p:nvPr/>
            </p:nvSpPr>
            <p:spPr>
              <a:xfrm>
                <a:off x="1049400" y="6221520"/>
                <a:ext cx="156600" cy="14688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46880"/>
                  <a:gd name="textAreaBottom" fmla="*/ 147600 h 146880"/>
                </a:gdLst>
                <a:ah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  <p:grpSp>
          <p:nvGrpSpPr>
            <p:cNvPr id="134" name="Group 9"/>
            <p:cNvGrpSpPr/>
            <p:nvPr/>
          </p:nvGrpSpPr>
          <p:grpSpPr>
            <a:xfrm>
              <a:off x="11364840" y="0"/>
              <a:ext cx="673920" cy="6847920"/>
              <a:chOff x="11364840" y="0"/>
              <a:chExt cx="673920" cy="6847920"/>
            </a:xfrm>
          </p:grpSpPr>
          <p:sp>
            <p:nvSpPr>
              <p:cNvPr id="135" name="Freeform 32"/>
              <p:cNvSpPr/>
              <p:nvPr/>
            </p:nvSpPr>
            <p:spPr>
              <a:xfrm>
                <a:off x="11484000" y="0"/>
                <a:ext cx="416880" cy="51192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1920"/>
                  <a:gd name="textAreaBottom" fmla="*/ 512640 h 511920"/>
                </a:gdLst>
                <a:ah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36" name="Freeform 33"/>
              <p:cNvSpPr/>
              <p:nvPr/>
            </p:nvSpPr>
            <p:spPr>
              <a:xfrm>
                <a:off x="11364840" y="474840"/>
                <a:ext cx="156600" cy="15156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1560"/>
                  <a:gd name="textAreaBottom" fmla="*/ 152280 h 151560"/>
                </a:gdLst>
                <a:ah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37" name="Freeform 34"/>
              <p:cNvSpPr/>
              <p:nvPr/>
            </p:nvSpPr>
            <p:spPr>
              <a:xfrm>
                <a:off x="11631600" y="1539720"/>
                <a:ext cx="188280" cy="18972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38" name="Freeform 35"/>
              <p:cNvSpPr/>
              <p:nvPr/>
            </p:nvSpPr>
            <p:spPr>
              <a:xfrm>
                <a:off x="11531520" y="5694480"/>
                <a:ext cx="297720" cy="1153440"/>
              </a:xfrm>
              <a:custGeom>
                <a:avLst/>
                <a:gdLst>
                  <a:gd name="textAreaLeft" fmla="*/ 0 w 297720"/>
                  <a:gd name="textAreaRight" fmla="*/ 298440 w 297720"/>
                  <a:gd name="textAreaTop" fmla="*/ 0 h 1153440"/>
                  <a:gd name="textAreaBottom" fmla="*/ 1154160 h 1153440"/>
                </a:gdLst>
                <a:ah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39" name="Freeform 36"/>
              <p:cNvSpPr/>
              <p:nvPr/>
            </p:nvSpPr>
            <p:spPr>
              <a:xfrm>
                <a:off x="11773080" y="5551560"/>
                <a:ext cx="156600" cy="15480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4800"/>
                  <a:gd name="textAreaBottom" fmla="*/ 155520 h 154800"/>
                </a:gdLst>
                <a:ah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40" name="Freeform 37"/>
              <p:cNvSpPr/>
              <p:nvPr/>
            </p:nvSpPr>
            <p:spPr>
              <a:xfrm>
                <a:off x="11711160" y="4680"/>
                <a:ext cx="304200" cy="1544040"/>
              </a:xfrm>
              <a:custGeom>
                <a:avLst/>
                <a:gdLst>
                  <a:gd name="textAreaLeft" fmla="*/ 0 w 304200"/>
                  <a:gd name="textAreaRight" fmla="*/ 304920 w 304200"/>
                  <a:gd name="textAreaTop" fmla="*/ 0 h 1544040"/>
                  <a:gd name="textAreaBottom" fmla="*/ 1544760 h 1544040"/>
                </a:gdLst>
                <a:ah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41" name="Freeform 38"/>
              <p:cNvSpPr/>
              <p:nvPr/>
            </p:nvSpPr>
            <p:spPr>
              <a:xfrm>
                <a:off x="11636280" y="4867200"/>
                <a:ext cx="188280" cy="18828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42" name="Freeform 39"/>
              <p:cNvSpPr/>
              <p:nvPr/>
            </p:nvSpPr>
            <p:spPr>
              <a:xfrm>
                <a:off x="11441160" y="5046840"/>
                <a:ext cx="307080" cy="1801080"/>
              </a:xfrm>
              <a:custGeom>
                <a:avLst/>
                <a:gdLst>
                  <a:gd name="textAreaLeft" fmla="*/ 0 w 307080"/>
                  <a:gd name="textAreaRight" fmla="*/ 307800 w 307080"/>
                  <a:gd name="textAreaTop" fmla="*/ 0 h 1801080"/>
                  <a:gd name="textAreaBottom" fmla="*/ 1801800 h 1801080"/>
                </a:gdLst>
                <a:ah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43" name="Freeform 40"/>
              <p:cNvSpPr/>
              <p:nvPr/>
            </p:nvSpPr>
            <p:spPr>
              <a:xfrm>
                <a:off x="11849040" y="641664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44" name="Rectangle 41"/>
              <p:cNvSpPr/>
              <p:nvPr/>
            </p:nvSpPr>
            <p:spPr>
              <a:xfrm>
                <a:off x="11939760" y="6595920"/>
                <a:ext cx="23040" cy="251640"/>
              </a:xfrm>
              <a:prstGeom prst="rect">
                <a:avLst/>
              </a:pr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</p:grpSp>
      <p:sp>
        <p:nvSpPr>
          <p:cNvPr id="145" name="PlaceHolder 1"/>
          <p:cNvSpPr>
            <a:spLocks noGrp="1"/>
          </p:cNvSpPr>
          <p:nvPr>
            <p:ph type="ftr" idx="4"/>
          </p:nvPr>
        </p:nvSpPr>
        <p:spPr>
          <a:xfrm>
            <a:off x="1141560" y="5883120"/>
            <a:ext cx="623844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1050" spc="-1" strike="noStrike" cap="all">
                <a:solidFill>
                  <a:schemeClr val="dk1">
                    <a:tint val="75000"/>
                  </a:schemeClr>
                </a:solidFill>
                <a:latin typeface="Tw Cen MT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 cap="all">
                <a:solidFill>
                  <a:schemeClr val="dk1">
                    <a:tint val="75000"/>
                  </a:schemeClr>
                </a:solidFill>
                <a:latin typeface="Tw Cen MT"/>
              </a:rPr>
              <a:t>&lt;footer&gt;</a:t>
            </a:r>
            <a:endParaRPr b="0" lang="en-US" sz="105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 type="sldNum" idx="5"/>
          </p:nvPr>
        </p:nvSpPr>
        <p:spPr>
          <a:xfrm>
            <a:off x="10276200" y="5883120"/>
            <a:ext cx="7704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BE" sz="1050" spc="-1" strike="noStrike">
                <a:solidFill>
                  <a:schemeClr val="dk1">
                    <a:tint val="75000"/>
                  </a:schemeClr>
                </a:solidFill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69E3E093-CBF7-4442-8260-9CA1B3D76E4E}" type="slidenum">
              <a:rPr b="0" lang="en-BE" sz="1050" spc="-1" strike="noStrike">
                <a:solidFill>
                  <a:schemeClr val="dk1">
                    <a:tint val="75000"/>
                  </a:schemeClr>
                </a:solidFill>
                <a:latin typeface="Tw Cen MT"/>
              </a:rPr>
              <a:t>&lt;number&gt;</a:t>
            </a:fld>
            <a:endParaRPr b="0" lang="en-US" sz="105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 type="dt" idx="6"/>
          </p:nvPr>
        </p:nvSpPr>
        <p:spPr>
          <a:xfrm>
            <a:off x="7457040" y="58831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4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Picture 2" descr="\\DROBO-FS\QuickDrops\JB\PPTX NG\Droplets\LightingOverlay.png"/>
          <p:cNvPicPr/>
          <p:nvPr/>
        </p:nvPicPr>
        <p:blipFill>
          <a:blip r:embed="rId3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ln w="0">
            <a:noFill/>
          </a:ln>
        </p:spPr>
      </p:pic>
      <p:grpSp>
        <p:nvGrpSpPr>
          <p:cNvPr id="149" name="Group 7"/>
          <p:cNvGrpSpPr/>
          <p:nvPr/>
        </p:nvGrpSpPr>
        <p:grpSpPr>
          <a:xfrm>
            <a:off x="-14400" y="0"/>
            <a:ext cx="12053160" cy="6857280"/>
            <a:chOff x="-14400" y="0"/>
            <a:chExt cx="12053160" cy="6857280"/>
          </a:xfrm>
        </p:grpSpPr>
        <p:grpSp>
          <p:nvGrpSpPr>
            <p:cNvPr id="150" name="Group 8"/>
            <p:cNvGrpSpPr/>
            <p:nvPr/>
          </p:nvGrpSpPr>
          <p:grpSpPr>
            <a:xfrm>
              <a:off x="-14400" y="0"/>
              <a:ext cx="1220400" cy="6857280"/>
              <a:chOff x="-14400" y="0"/>
              <a:chExt cx="1220400" cy="6857280"/>
            </a:xfrm>
          </p:grpSpPr>
          <p:sp>
            <p:nvSpPr>
              <p:cNvPr id="151" name="Rectangle 5"/>
              <p:cNvSpPr/>
              <p:nvPr/>
            </p:nvSpPr>
            <p:spPr>
              <a:xfrm>
                <a:off x="114480" y="468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52" name="Freeform 6"/>
              <p:cNvSpPr/>
              <p:nvPr/>
            </p:nvSpPr>
            <p:spPr>
              <a:xfrm>
                <a:off x="33480" y="217656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53" name="Freeform 7"/>
              <p:cNvSpPr/>
              <p:nvPr/>
            </p:nvSpPr>
            <p:spPr>
              <a:xfrm>
                <a:off x="28440" y="4021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54" name="Freeform 8"/>
              <p:cNvSpPr/>
              <p:nvPr/>
            </p:nvSpPr>
            <p:spPr>
              <a:xfrm>
                <a:off x="200160" y="4680"/>
                <a:ext cx="369000" cy="181044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10440"/>
                  <a:gd name="textAreaBottom" fmla="*/ 1811160 h 1810440"/>
                </a:gdLst>
                <a:ah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55" name="Freeform 9"/>
              <p:cNvSpPr/>
              <p:nvPr/>
            </p:nvSpPr>
            <p:spPr>
              <a:xfrm>
                <a:off x="503280" y="18018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56" name="Freeform 10"/>
              <p:cNvSpPr/>
              <p:nvPr/>
            </p:nvSpPr>
            <p:spPr>
              <a:xfrm>
                <a:off x="285840" y="4680"/>
                <a:ext cx="369000" cy="142956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429560"/>
                  <a:gd name="textAreaBottom" fmla="*/ 1430280 h 1429560"/>
                </a:gdLst>
                <a:ah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57" name="Freeform 11"/>
              <p:cNvSpPr/>
              <p:nvPr/>
            </p:nvSpPr>
            <p:spPr>
              <a:xfrm>
                <a:off x="546120" y="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58" name="Freeform 12"/>
              <p:cNvSpPr/>
              <p:nvPr/>
            </p:nvSpPr>
            <p:spPr>
              <a:xfrm>
                <a:off x="588960" y="14209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59" name="Freeform 13"/>
              <p:cNvSpPr/>
              <p:nvPr/>
            </p:nvSpPr>
            <p:spPr>
              <a:xfrm>
                <a:off x="588960" y="9032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60" name="Freeform 14"/>
              <p:cNvSpPr/>
              <p:nvPr/>
            </p:nvSpPr>
            <p:spPr>
              <a:xfrm>
                <a:off x="641520" y="0"/>
                <a:ext cx="421560" cy="526320"/>
              </a:xfrm>
              <a:custGeom>
                <a:avLst/>
                <a:gdLst>
                  <a:gd name="textAreaLeft" fmla="*/ 0 w 421560"/>
                  <a:gd name="textAreaRight" fmla="*/ 422280 w 421560"/>
                  <a:gd name="textAreaTop" fmla="*/ 0 h 526320"/>
                  <a:gd name="textAreaBottom" fmla="*/ 527040 h 526320"/>
                </a:gdLst>
                <a:ah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61" name="Freeform 15"/>
              <p:cNvSpPr/>
              <p:nvPr/>
            </p:nvSpPr>
            <p:spPr>
              <a:xfrm>
                <a:off x="1020600" y="488880"/>
                <a:ext cx="161280" cy="146880"/>
              </a:xfrm>
              <a:custGeom>
                <a:avLst/>
                <a:gdLst>
                  <a:gd name="textAreaLeft" fmla="*/ 0 w 161280"/>
                  <a:gd name="textAreaRight" fmla="*/ 162000 w 161280"/>
                  <a:gd name="textAreaTop" fmla="*/ 0 h 146880"/>
                  <a:gd name="textAreaBottom" fmla="*/ 147600 h 146880"/>
                </a:gdLst>
                <a:ah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62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44640" bIns="-44640" anchor="t" anchorCtr="1">
                <a:noAutofit/>
              </a:bodyPr>
              <a:p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63" name="Freeform 17"/>
              <p:cNvSpPr/>
              <p:nvPr/>
            </p:nvSpPr>
            <p:spPr>
              <a:xfrm>
                <a:off x="9360" y="1801800"/>
                <a:ext cx="123120" cy="126360"/>
              </a:xfrm>
              <a:custGeom>
                <a:avLst/>
                <a:gdLst>
                  <a:gd name="textAreaLeft" fmla="*/ 0 w 123120"/>
                  <a:gd name="textAreaRight" fmla="*/ 123840 w 123120"/>
                  <a:gd name="textAreaTop" fmla="*/ 0 h 126360"/>
                  <a:gd name="textAreaBottom" fmla="*/ 127080 h 126360"/>
                </a:gdLst>
                <a:ah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64" name="Freeform 18"/>
              <p:cNvSpPr/>
              <p:nvPr/>
            </p:nvSpPr>
            <p:spPr>
              <a:xfrm>
                <a:off x="-9360" y="3549600"/>
                <a:ext cx="146880" cy="480240"/>
              </a:xfrm>
              <a:custGeom>
                <a:avLst/>
                <a:gdLst>
                  <a:gd name="textAreaLeft" fmla="*/ 0 w 146880"/>
                  <a:gd name="textAreaRight" fmla="*/ 147600 w 146880"/>
                  <a:gd name="textAreaTop" fmla="*/ 0 h 480240"/>
                  <a:gd name="textAreaBottom" fmla="*/ 480960 h 480240"/>
                </a:gdLst>
                <a:ah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65" name="Freeform 19"/>
              <p:cNvSpPr/>
              <p:nvPr/>
            </p:nvSpPr>
            <p:spPr>
              <a:xfrm>
                <a:off x="128520" y="1382760"/>
                <a:ext cx="142200" cy="475560"/>
              </a:xfrm>
              <a:custGeom>
                <a:avLst/>
                <a:gdLst>
                  <a:gd name="textAreaLeft" fmla="*/ 0 w 142200"/>
                  <a:gd name="textAreaRight" fmla="*/ 142920 w 142200"/>
                  <a:gd name="textAreaTop" fmla="*/ 0 h 475560"/>
                  <a:gd name="textAreaBottom" fmla="*/ 476280 h 475560"/>
                </a:gdLst>
                <a:ah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66" name="Freeform 20"/>
              <p:cNvSpPr/>
              <p:nvPr/>
            </p:nvSpPr>
            <p:spPr>
              <a:xfrm>
                <a:off x="204840" y="1849320"/>
                <a:ext cx="113760" cy="107280"/>
              </a:xfrm>
              <a:custGeom>
                <a:avLst/>
                <a:gdLst>
                  <a:gd name="textAreaLeft" fmla="*/ 0 w 113760"/>
                  <a:gd name="textAreaRight" fmla="*/ 114480 w 113760"/>
                  <a:gd name="textAreaTop" fmla="*/ 0 h 107280"/>
                  <a:gd name="textAreaBottom" fmla="*/ 108000 h 107280"/>
                </a:gdLst>
                <a:ah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67" name="Rectangle 21"/>
              <p:cNvSpPr/>
              <p:nvPr/>
            </p:nvSpPr>
            <p:spPr>
              <a:xfrm>
                <a:off x="133200" y="466236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68" name="Freeform 22"/>
              <p:cNvSpPr/>
              <p:nvPr/>
            </p:nvSpPr>
            <p:spPr>
              <a:xfrm>
                <a:off x="223920" y="5041800"/>
                <a:ext cx="369000" cy="180108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01080"/>
                  <a:gd name="textAreaBottom" fmla="*/ 1801800 h 1801080"/>
                </a:gdLst>
                <a:ah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69" name="Freeform 23"/>
              <p:cNvSpPr/>
              <p:nvPr/>
            </p:nvSpPr>
            <p:spPr>
              <a:xfrm>
                <a:off x="52560" y="4481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70" name="Freeform 24"/>
              <p:cNvSpPr/>
              <p:nvPr/>
            </p:nvSpPr>
            <p:spPr>
              <a:xfrm>
                <a:off x="-14400" y="5627520"/>
                <a:ext cx="84960" cy="1215360"/>
              </a:xfrm>
              <a:custGeom>
                <a:avLst/>
                <a:gdLst>
                  <a:gd name="textAreaLeft" fmla="*/ 0 w 84960"/>
                  <a:gd name="textAreaRight" fmla="*/ 85680 w 84960"/>
                  <a:gd name="textAreaTop" fmla="*/ 0 h 1215360"/>
                  <a:gd name="textAreaBottom" fmla="*/ 1216080 h 1215360"/>
                </a:gdLst>
                <a:ah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71" name="Freeform 25"/>
              <p:cNvSpPr/>
              <p:nvPr/>
            </p:nvSpPr>
            <p:spPr>
              <a:xfrm>
                <a:off x="527040" y="4867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72" name="Freeform 26"/>
              <p:cNvSpPr/>
              <p:nvPr/>
            </p:nvSpPr>
            <p:spPr>
              <a:xfrm>
                <a:off x="309600" y="5423040"/>
                <a:ext cx="374040" cy="1424880"/>
              </a:xfrm>
              <a:custGeom>
                <a:avLst/>
                <a:gdLst>
                  <a:gd name="textAreaLeft" fmla="*/ 0 w 374040"/>
                  <a:gd name="textAreaRight" fmla="*/ 374760 w 374040"/>
                  <a:gd name="textAreaTop" fmla="*/ 0 h 1424880"/>
                  <a:gd name="textAreaBottom" fmla="*/ 1425600 h 1424880"/>
                </a:gdLst>
                <a:ah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73" name="Freeform 27"/>
              <p:cNvSpPr/>
              <p:nvPr/>
            </p:nvSpPr>
            <p:spPr>
              <a:xfrm>
                <a:off x="569880" y="594504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74" name="Freeform 28"/>
              <p:cNvSpPr/>
              <p:nvPr/>
            </p:nvSpPr>
            <p:spPr>
              <a:xfrm>
                <a:off x="612720" y="5246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75" name="Freeform 29"/>
              <p:cNvSpPr/>
              <p:nvPr/>
            </p:nvSpPr>
            <p:spPr>
              <a:xfrm>
                <a:off x="612720" y="57643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76" name="Freeform 30"/>
              <p:cNvSpPr/>
              <p:nvPr/>
            </p:nvSpPr>
            <p:spPr>
              <a:xfrm>
                <a:off x="669960" y="6330960"/>
                <a:ext cx="416880" cy="51696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6960"/>
                  <a:gd name="textAreaBottom" fmla="*/ 517680 h 516960"/>
                </a:gdLst>
                <a:ah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77" name="Freeform 31"/>
              <p:cNvSpPr/>
              <p:nvPr/>
            </p:nvSpPr>
            <p:spPr>
              <a:xfrm>
                <a:off x="1049400" y="6221520"/>
                <a:ext cx="156600" cy="14688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46880"/>
                  <a:gd name="textAreaBottom" fmla="*/ 147600 h 146880"/>
                </a:gdLst>
                <a:ah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  <p:grpSp>
          <p:nvGrpSpPr>
            <p:cNvPr id="178" name="Group 9"/>
            <p:cNvGrpSpPr/>
            <p:nvPr/>
          </p:nvGrpSpPr>
          <p:grpSpPr>
            <a:xfrm>
              <a:off x="11364840" y="0"/>
              <a:ext cx="673920" cy="6847920"/>
              <a:chOff x="11364840" y="0"/>
              <a:chExt cx="673920" cy="6847920"/>
            </a:xfrm>
          </p:grpSpPr>
          <p:sp>
            <p:nvSpPr>
              <p:cNvPr id="179" name="Freeform 32"/>
              <p:cNvSpPr/>
              <p:nvPr/>
            </p:nvSpPr>
            <p:spPr>
              <a:xfrm>
                <a:off x="11484000" y="0"/>
                <a:ext cx="416880" cy="51192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1920"/>
                  <a:gd name="textAreaBottom" fmla="*/ 512640 h 511920"/>
                </a:gdLst>
                <a:ah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80" name="Freeform 33"/>
              <p:cNvSpPr/>
              <p:nvPr/>
            </p:nvSpPr>
            <p:spPr>
              <a:xfrm>
                <a:off x="11364840" y="474840"/>
                <a:ext cx="156600" cy="15156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1560"/>
                  <a:gd name="textAreaBottom" fmla="*/ 152280 h 151560"/>
                </a:gdLst>
                <a:ah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81" name="Freeform 34"/>
              <p:cNvSpPr/>
              <p:nvPr/>
            </p:nvSpPr>
            <p:spPr>
              <a:xfrm>
                <a:off x="11631600" y="1539720"/>
                <a:ext cx="188280" cy="18972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82" name="Freeform 35"/>
              <p:cNvSpPr/>
              <p:nvPr/>
            </p:nvSpPr>
            <p:spPr>
              <a:xfrm>
                <a:off x="11531520" y="5694480"/>
                <a:ext cx="297720" cy="1153440"/>
              </a:xfrm>
              <a:custGeom>
                <a:avLst/>
                <a:gdLst>
                  <a:gd name="textAreaLeft" fmla="*/ 0 w 297720"/>
                  <a:gd name="textAreaRight" fmla="*/ 298440 w 297720"/>
                  <a:gd name="textAreaTop" fmla="*/ 0 h 1153440"/>
                  <a:gd name="textAreaBottom" fmla="*/ 1154160 h 1153440"/>
                </a:gdLst>
                <a:ah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83" name="Freeform 36"/>
              <p:cNvSpPr/>
              <p:nvPr/>
            </p:nvSpPr>
            <p:spPr>
              <a:xfrm>
                <a:off x="11773080" y="5551560"/>
                <a:ext cx="156600" cy="15480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4800"/>
                  <a:gd name="textAreaBottom" fmla="*/ 155520 h 154800"/>
                </a:gdLst>
                <a:ah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84" name="Freeform 37"/>
              <p:cNvSpPr/>
              <p:nvPr/>
            </p:nvSpPr>
            <p:spPr>
              <a:xfrm>
                <a:off x="11711160" y="4680"/>
                <a:ext cx="304200" cy="1544040"/>
              </a:xfrm>
              <a:custGeom>
                <a:avLst/>
                <a:gdLst>
                  <a:gd name="textAreaLeft" fmla="*/ 0 w 304200"/>
                  <a:gd name="textAreaRight" fmla="*/ 304920 w 304200"/>
                  <a:gd name="textAreaTop" fmla="*/ 0 h 1544040"/>
                  <a:gd name="textAreaBottom" fmla="*/ 1544760 h 1544040"/>
                </a:gdLst>
                <a:ah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85" name="Freeform 38"/>
              <p:cNvSpPr/>
              <p:nvPr/>
            </p:nvSpPr>
            <p:spPr>
              <a:xfrm>
                <a:off x="11636280" y="4867200"/>
                <a:ext cx="188280" cy="18828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86" name="Freeform 39"/>
              <p:cNvSpPr/>
              <p:nvPr/>
            </p:nvSpPr>
            <p:spPr>
              <a:xfrm>
                <a:off x="11441160" y="5046840"/>
                <a:ext cx="307080" cy="1801080"/>
              </a:xfrm>
              <a:custGeom>
                <a:avLst/>
                <a:gdLst>
                  <a:gd name="textAreaLeft" fmla="*/ 0 w 307080"/>
                  <a:gd name="textAreaRight" fmla="*/ 307800 w 307080"/>
                  <a:gd name="textAreaTop" fmla="*/ 0 h 1801080"/>
                  <a:gd name="textAreaBottom" fmla="*/ 1801800 h 1801080"/>
                </a:gdLst>
                <a:ah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87" name="Freeform 40"/>
              <p:cNvSpPr/>
              <p:nvPr/>
            </p:nvSpPr>
            <p:spPr>
              <a:xfrm>
                <a:off x="11849040" y="641664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88" name="Rectangle 41"/>
              <p:cNvSpPr/>
              <p:nvPr/>
            </p:nvSpPr>
            <p:spPr>
              <a:xfrm>
                <a:off x="11939760" y="6595920"/>
                <a:ext cx="23040" cy="251640"/>
              </a:xfrm>
              <a:prstGeom prst="rect">
                <a:avLst/>
              </a:pr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</p:grpSp>
      <p:sp>
        <p:nvSpPr>
          <p:cNvPr id="189" name="PlaceHolder 1"/>
          <p:cNvSpPr>
            <a:spLocks noGrp="1"/>
          </p:cNvSpPr>
          <p:nvPr>
            <p:ph type="ftr" idx="7"/>
          </p:nvPr>
        </p:nvSpPr>
        <p:spPr>
          <a:xfrm>
            <a:off x="1141560" y="5883120"/>
            <a:ext cx="623844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1050" spc="-1" strike="noStrike" cap="all">
                <a:solidFill>
                  <a:schemeClr val="dk1">
                    <a:tint val="75000"/>
                  </a:schemeClr>
                </a:solidFill>
                <a:latin typeface="Tw Cen MT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 cap="all">
                <a:solidFill>
                  <a:schemeClr val="dk1">
                    <a:tint val="75000"/>
                  </a:schemeClr>
                </a:solidFill>
                <a:latin typeface="Tw Cen MT"/>
              </a:rPr>
              <a:t>&lt;footer&gt;</a:t>
            </a:r>
            <a:endParaRPr b="0" lang="en-US" sz="105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0" name="PlaceHolder 2"/>
          <p:cNvSpPr>
            <a:spLocks noGrp="1"/>
          </p:cNvSpPr>
          <p:nvPr>
            <p:ph type="sldNum" idx="8"/>
          </p:nvPr>
        </p:nvSpPr>
        <p:spPr>
          <a:xfrm>
            <a:off x="10276200" y="5883120"/>
            <a:ext cx="7704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BE" sz="1050" spc="-1" strike="noStrike">
                <a:solidFill>
                  <a:schemeClr val="dk1">
                    <a:tint val="75000"/>
                  </a:schemeClr>
                </a:solidFill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C26D7C49-878C-4286-9A86-1D8C35ABB364}" type="slidenum">
              <a:rPr b="0" lang="en-BE" sz="1050" spc="-1" strike="noStrike">
                <a:solidFill>
                  <a:schemeClr val="dk1">
                    <a:tint val="75000"/>
                  </a:schemeClr>
                </a:solidFill>
                <a:latin typeface="Tw Cen MT"/>
              </a:rPr>
              <a:t>&lt;number&gt;</a:t>
            </a:fld>
            <a:endParaRPr b="0" lang="en-US" sz="105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1" name="PlaceHolder 3"/>
          <p:cNvSpPr>
            <a:spLocks noGrp="1"/>
          </p:cNvSpPr>
          <p:nvPr>
            <p:ph type="dt" idx="9"/>
          </p:nvPr>
        </p:nvSpPr>
        <p:spPr>
          <a:xfrm>
            <a:off x="7457040" y="58831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4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2" name="Picture 2" descr="\\DROBO-FS\QuickDrops\JB\PPTX NG\Droplets\LightingOverlay.png"/>
          <p:cNvPicPr/>
          <p:nvPr/>
        </p:nvPicPr>
        <p:blipFill>
          <a:blip r:embed="rId3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ln w="0">
            <a:noFill/>
          </a:ln>
        </p:spPr>
      </p:pic>
      <p:grpSp>
        <p:nvGrpSpPr>
          <p:cNvPr id="193" name="Group 7"/>
          <p:cNvGrpSpPr/>
          <p:nvPr/>
        </p:nvGrpSpPr>
        <p:grpSpPr>
          <a:xfrm>
            <a:off x="-14400" y="0"/>
            <a:ext cx="12053160" cy="6857280"/>
            <a:chOff x="-14400" y="0"/>
            <a:chExt cx="12053160" cy="6857280"/>
          </a:xfrm>
        </p:grpSpPr>
        <p:grpSp>
          <p:nvGrpSpPr>
            <p:cNvPr id="194" name="Group 8"/>
            <p:cNvGrpSpPr/>
            <p:nvPr/>
          </p:nvGrpSpPr>
          <p:grpSpPr>
            <a:xfrm>
              <a:off x="-14400" y="0"/>
              <a:ext cx="1220400" cy="6857280"/>
              <a:chOff x="-14400" y="0"/>
              <a:chExt cx="1220400" cy="6857280"/>
            </a:xfrm>
          </p:grpSpPr>
          <p:sp>
            <p:nvSpPr>
              <p:cNvPr id="195" name="Rectangle 5"/>
              <p:cNvSpPr/>
              <p:nvPr/>
            </p:nvSpPr>
            <p:spPr>
              <a:xfrm>
                <a:off x="114480" y="468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96" name="Freeform 6"/>
              <p:cNvSpPr/>
              <p:nvPr/>
            </p:nvSpPr>
            <p:spPr>
              <a:xfrm>
                <a:off x="33480" y="217656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97" name="Freeform 7"/>
              <p:cNvSpPr/>
              <p:nvPr/>
            </p:nvSpPr>
            <p:spPr>
              <a:xfrm>
                <a:off x="28440" y="4021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98" name="Freeform 8"/>
              <p:cNvSpPr/>
              <p:nvPr/>
            </p:nvSpPr>
            <p:spPr>
              <a:xfrm>
                <a:off x="200160" y="4680"/>
                <a:ext cx="369000" cy="181044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10440"/>
                  <a:gd name="textAreaBottom" fmla="*/ 1811160 h 1810440"/>
                </a:gdLst>
                <a:ah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99" name="Freeform 9"/>
              <p:cNvSpPr/>
              <p:nvPr/>
            </p:nvSpPr>
            <p:spPr>
              <a:xfrm>
                <a:off x="503280" y="18018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00" name="Freeform 10"/>
              <p:cNvSpPr/>
              <p:nvPr/>
            </p:nvSpPr>
            <p:spPr>
              <a:xfrm>
                <a:off x="285840" y="4680"/>
                <a:ext cx="369000" cy="142956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429560"/>
                  <a:gd name="textAreaBottom" fmla="*/ 1430280 h 1429560"/>
                </a:gdLst>
                <a:ah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01" name="Freeform 11"/>
              <p:cNvSpPr/>
              <p:nvPr/>
            </p:nvSpPr>
            <p:spPr>
              <a:xfrm>
                <a:off x="546120" y="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02" name="Freeform 12"/>
              <p:cNvSpPr/>
              <p:nvPr/>
            </p:nvSpPr>
            <p:spPr>
              <a:xfrm>
                <a:off x="588960" y="14209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03" name="Freeform 13"/>
              <p:cNvSpPr/>
              <p:nvPr/>
            </p:nvSpPr>
            <p:spPr>
              <a:xfrm>
                <a:off x="588960" y="9032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04" name="Freeform 14"/>
              <p:cNvSpPr/>
              <p:nvPr/>
            </p:nvSpPr>
            <p:spPr>
              <a:xfrm>
                <a:off x="641520" y="0"/>
                <a:ext cx="421560" cy="526320"/>
              </a:xfrm>
              <a:custGeom>
                <a:avLst/>
                <a:gdLst>
                  <a:gd name="textAreaLeft" fmla="*/ 0 w 421560"/>
                  <a:gd name="textAreaRight" fmla="*/ 422280 w 421560"/>
                  <a:gd name="textAreaTop" fmla="*/ 0 h 526320"/>
                  <a:gd name="textAreaBottom" fmla="*/ 527040 h 526320"/>
                </a:gdLst>
                <a:ah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05" name="Freeform 15"/>
              <p:cNvSpPr/>
              <p:nvPr/>
            </p:nvSpPr>
            <p:spPr>
              <a:xfrm>
                <a:off x="1020600" y="488880"/>
                <a:ext cx="161280" cy="146880"/>
              </a:xfrm>
              <a:custGeom>
                <a:avLst/>
                <a:gdLst>
                  <a:gd name="textAreaLeft" fmla="*/ 0 w 161280"/>
                  <a:gd name="textAreaRight" fmla="*/ 162000 w 161280"/>
                  <a:gd name="textAreaTop" fmla="*/ 0 h 146880"/>
                  <a:gd name="textAreaBottom" fmla="*/ 147600 h 146880"/>
                </a:gdLst>
                <a:ah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06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44640" bIns="-44640" anchor="t" anchorCtr="1">
                <a:noAutofit/>
              </a:bodyPr>
              <a:p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07" name="Freeform 17"/>
              <p:cNvSpPr/>
              <p:nvPr/>
            </p:nvSpPr>
            <p:spPr>
              <a:xfrm>
                <a:off x="9360" y="1801800"/>
                <a:ext cx="123120" cy="126360"/>
              </a:xfrm>
              <a:custGeom>
                <a:avLst/>
                <a:gdLst>
                  <a:gd name="textAreaLeft" fmla="*/ 0 w 123120"/>
                  <a:gd name="textAreaRight" fmla="*/ 123840 w 123120"/>
                  <a:gd name="textAreaTop" fmla="*/ 0 h 126360"/>
                  <a:gd name="textAreaBottom" fmla="*/ 127080 h 126360"/>
                </a:gdLst>
                <a:ah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08" name="Freeform 18"/>
              <p:cNvSpPr/>
              <p:nvPr/>
            </p:nvSpPr>
            <p:spPr>
              <a:xfrm>
                <a:off x="-9360" y="3549600"/>
                <a:ext cx="146880" cy="480240"/>
              </a:xfrm>
              <a:custGeom>
                <a:avLst/>
                <a:gdLst>
                  <a:gd name="textAreaLeft" fmla="*/ 0 w 146880"/>
                  <a:gd name="textAreaRight" fmla="*/ 147600 w 146880"/>
                  <a:gd name="textAreaTop" fmla="*/ 0 h 480240"/>
                  <a:gd name="textAreaBottom" fmla="*/ 480960 h 480240"/>
                </a:gdLst>
                <a:ah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09" name="Freeform 19"/>
              <p:cNvSpPr/>
              <p:nvPr/>
            </p:nvSpPr>
            <p:spPr>
              <a:xfrm>
                <a:off x="128520" y="1382760"/>
                <a:ext cx="142200" cy="475560"/>
              </a:xfrm>
              <a:custGeom>
                <a:avLst/>
                <a:gdLst>
                  <a:gd name="textAreaLeft" fmla="*/ 0 w 142200"/>
                  <a:gd name="textAreaRight" fmla="*/ 142920 w 142200"/>
                  <a:gd name="textAreaTop" fmla="*/ 0 h 475560"/>
                  <a:gd name="textAreaBottom" fmla="*/ 476280 h 475560"/>
                </a:gdLst>
                <a:ah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10" name="Freeform 20"/>
              <p:cNvSpPr/>
              <p:nvPr/>
            </p:nvSpPr>
            <p:spPr>
              <a:xfrm>
                <a:off x="204840" y="1849320"/>
                <a:ext cx="113760" cy="107280"/>
              </a:xfrm>
              <a:custGeom>
                <a:avLst/>
                <a:gdLst>
                  <a:gd name="textAreaLeft" fmla="*/ 0 w 113760"/>
                  <a:gd name="textAreaRight" fmla="*/ 114480 w 113760"/>
                  <a:gd name="textAreaTop" fmla="*/ 0 h 107280"/>
                  <a:gd name="textAreaBottom" fmla="*/ 108000 h 107280"/>
                </a:gdLst>
                <a:ah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11" name="Rectangle 21"/>
              <p:cNvSpPr/>
              <p:nvPr/>
            </p:nvSpPr>
            <p:spPr>
              <a:xfrm>
                <a:off x="133200" y="466236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12" name="Freeform 22"/>
              <p:cNvSpPr/>
              <p:nvPr/>
            </p:nvSpPr>
            <p:spPr>
              <a:xfrm>
                <a:off x="223920" y="5041800"/>
                <a:ext cx="369000" cy="180108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01080"/>
                  <a:gd name="textAreaBottom" fmla="*/ 1801800 h 1801080"/>
                </a:gdLst>
                <a:ah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13" name="Freeform 23"/>
              <p:cNvSpPr/>
              <p:nvPr/>
            </p:nvSpPr>
            <p:spPr>
              <a:xfrm>
                <a:off x="52560" y="4481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14" name="Freeform 24"/>
              <p:cNvSpPr/>
              <p:nvPr/>
            </p:nvSpPr>
            <p:spPr>
              <a:xfrm>
                <a:off x="-14400" y="5627520"/>
                <a:ext cx="84960" cy="1215360"/>
              </a:xfrm>
              <a:custGeom>
                <a:avLst/>
                <a:gdLst>
                  <a:gd name="textAreaLeft" fmla="*/ 0 w 84960"/>
                  <a:gd name="textAreaRight" fmla="*/ 85680 w 84960"/>
                  <a:gd name="textAreaTop" fmla="*/ 0 h 1215360"/>
                  <a:gd name="textAreaBottom" fmla="*/ 1216080 h 1215360"/>
                </a:gdLst>
                <a:ah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15" name="Freeform 25"/>
              <p:cNvSpPr/>
              <p:nvPr/>
            </p:nvSpPr>
            <p:spPr>
              <a:xfrm>
                <a:off x="527040" y="4867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16" name="Freeform 26"/>
              <p:cNvSpPr/>
              <p:nvPr/>
            </p:nvSpPr>
            <p:spPr>
              <a:xfrm>
                <a:off x="309600" y="5423040"/>
                <a:ext cx="374040" cy="1424880"/>
              </a:xfrm>
              <a:custGeom>
                <a:avLst/>
                <a:gdLst>
                  <a:gd name="textAreaLeft" fmla="*/ 0 w 374040"/>
                  <a:gd name="textAreaRight" fmla="*/ 374760 w 374040"/>
                  <a:gd name="textAreaTop" fmla="*/ 0 h 1424880"/>
                  <a:gd name="textAreaBottom" fmla="*/ 1425600 h 1424880"/>
                </a:gdLst>
                <a:ah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17" name="Freeform 27"/>
              <p:cNvSpPr/>
              <p:nvPr/>
            </p:nvSpPr>
            <p:spPr>
              <a:xfrm>
                <a:off x="569880" y="594504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18" name="Freeform 28"/>
              <p:cNvSpPr/>
              <p:nvPr/>
            </p:nvSpPr>
            <p:spPr>
              <a:xfrm>
                <a:off x="612720" y="5246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19" name="Freeform 29"/>
              <p:cNvSpPr/>
              <p:nvPr/>
            </p:nvSpPr>
            <p:spPr>
              <a:xfrm>
                <a:off x="612720" y="57643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20" name="Freeform 30"/>
              <p:cNvSpPr/>
              <p:nvPr/>
            </p:nvSpPr>
            <p:spPr>
              <a:xfrm>
                <a:off x="669960" y="6330960"/>
                <a:ext cx="416880" cy="51696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6960"/>
                  <a:gd name="textAreaBottom" fmla="*/ 517680 h 516960"/>
                </a:gdLst>
                <a:ah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21" name="Freeform 31"/>
              <p:cNvSpPr/>
              <p:nvPr/>
            </p:nvSpPr>
            <p:spPr>
              <a:xfrm>
                <a:off x="1049400" y="6221520"/>
                <a:ext cx="156600" cy="14688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46880"/>
                  <a:gd name="textAreaBottom" fmla="*/ 147600 h 146880"/>
                </a:gdLst>
                <a:ah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  <p:grpSp>
          <p:nvGrpSpPr>
            <p:cNvPr id="222" name="Group 9"/>
            <p:cNvGrpSpPr/>
            <p:nvPr/>
          </p:nvGrpSpPr>
          <p:grpSpPr>
            <a:xfrm>
              <a:off x="11364840" y="0"/>
              <a:ext cx="673920" cy="6847920"/>
              <a:chOff x="11364840" y="0"/>
              <a:chExt cx="673920" cy="6847920"/>
            </a:xfrm>
          </p:grpSpPr>
          <p:sp>
            <p:nvSpPr>
              <p:cNvPr id="223" name="Freeform 32"/>
              <p:cNvSpPr/>
              <p:nvPr/>
            </p:nvSpPr>
            <p:spPr>
              <a:xfrm>
                <a:off x="11484000" y="0"/>
                <a:ext cx="416880" cy="51192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1920"/>
                  <a:gd name="textAreaBottom" fmla="*/ 512640 h 511920"/>
                </a:gdLst>
                <a:ah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24" name="Freeform 33"/>
              <p:cNvSpPr/>
              <p:nvPr/>
            </p:nvSpPr>
            <p:spPr>
              <a:xfrm>
                <a:off x="11364840" y="474840"/>
                <a:ext cx="156600" cy="15156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1560"/>
                  <a:gd name="textAreaBottom" fmla="*/ 152280 h 151560"/>
                </a:gdLst>
                <a:ah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25" name="Freeform 34"/>
              <p:cNvSpPr/>
              <p:nvPr/>
            </p:nvSpPr>
            <p:spPr>
              <a:xfrm>
                <a:off x="11631600" y="1539720"/>
                <a:ext cx="188280" cy="18972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26" name="Freeform 35"/>
              <p:cNvSpPr/>
              <p:nvPr/>
            </p:nvSpPr>
            <p:spPr>
              <a:xfrm>
                <a:off x="11531520" y="5694480"/>
                <a:ext cx="297720" cy="1153440"/>
              </a:xfrm>
              <a:custGeom>
                <a:avLst/>
                <a:gdLst>
                  <a:gd name="textAreaLeft" fmla="*/ 0 w 297720"/>
                  <a:gd name="textAreaRight" fmla="*/ 298440 w 297720"/>
                  <a:gd name="textAreaTop" fmla="*/ 0 h 1153440"/>
                  <a:gd name="textAreaBottom" fmla="*/ 1154160 h 1153440"/>
                </a:gdLst>
                <a:ah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27" name="Freeform 36"/>
              <p:cNvSpPr/>
              <p:nvPr/>
            </p:nvSpPr>
            <p:spPr>
              <a:xfrm>
                <a:off x="11773080" y="5551560"/>
                <a:ext cx="156600" cy="15480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4800"/>
                  <a:gd name="textAreaBottom" fmla="*/ 155520 h 154800"/>
                </a:gdLst>
                <a:ah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28" name="Freeform 37"/>
              <p:cNvSpPr/>
              <p:nvPr/>
            </p:nvSpPr>
            <p:spPr>
              <a:xfrm>
                <a:off x="11711160" y="4680"/>
                <a:ext cx="304200" cy="1544040"/>
              </a:xfrm>
              <a:custGeom>
                <a:avLst/>
                <a:gdLst>
                  <a:gd name="textAreaLeft" fmla="*/ 0 w 304200"/>
                  <a:gd name="textAreaRight" fmla="*/ 304920 w 304200"/>
                  <a:gd name="textAreaTop" fmla="*/ 0 h 1544040"/>
                  <a:gd name="textAreaBottom" fmla="*/ 1544760 h 1544040"/>
                </a:gdLst>
                <a:ah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29" name="Freeform 38"/>
              <p:cNvSpPr/>
              <p:nvPr/>
            </p:nvSpPr>
            <p:spPr>
              <a:xfrm>
                <a:off x="11636280" y="4867200"/>
                <a:ext cx="188280" cy="18828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30" name="Freeform 39"/>
              <p:cNvSpPr/>
              <p:nvPr/>
            </p:nvSpPr>
            <p:spPr>
              <a:xfrm>
                <a:off x="11441160" y="5046840"/>
                <a:ext cx="307080" cy="1801080"/>
              </a:xfrm>
              <a:custGeom>
                <a:avLst/>
                <a:gdLst>
                  <a:gd name="textAreaLeft" fmla="*/ 0 w 307080"/>
                  <a:gd name="textAreaRight" fmla="*/ 307800 w 307080"/>
                  <a:gd name="textAreaTop" fmla="*/ 0 h 1801080"/>
                  <a:gd name="textAreaBottom" fmla="*/ 1801800 h 1801080"/>
                </a:gdLst>
                <a:ah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31" name="Freeform 40"/>
              <p:cNvSpPr/>
              <p:nvPr/>
            </p:nvSpPr>
            <p:spPr>
              <a:xfrm>
                <a:off x="11849040" y="641664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32" name="Rectangle 41"/>
              <p:cNvSpPr/>
              <p:nvPr/>
            </p:nvSpPr>
            <p:spPr>
              <a:xfrm>
                <a:off x="11939760" y="6595920"/>
                <a:ext cx="23040" cy="251640"/>
              </a:xfrm>
              <a:prstGeom prst="rect">
                <a:avLst/>
              </a:pr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</p:grpSp>
      <p:sp>
        <p:nvSpPr>
          <p:cNvPr id="233" name="TextBox 59"/>
          <p:cNvSpPr/>
          <p:nvPr/>
        </p:nvSpPr>
        <p:spPr>
          <a:xfrm>
            <a:off x="903600" y="732240"/>
            <a:ext cx="608760" cy="58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457200">
              <a:lnSpc>
                <a:spcPct val="100000"/>
              </a:lnSpc>
            </a:pPr>
            <a:r>
              <a:rPr b="0" lang="en-US" sz="8000" spc="-1" strike="noStrike" cap="all">
                <a:solidFill>
                  <a:schemeClr val="dk1"/>
                </a:solidFill>
                <a:latin typeface="Tw Cen MT"/>
              </a:rPr>
              <a:t>“</a:t>
            </a:r>
            <a:endParaRPr b="0" lang="en-US" sz="8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" name="TextBox 60"/>
          <p:cNvSpPr/>
          <p:nvPr/>
        </p:nvSpPr>
        <p:spPr>
          <a:xfrm>
            <a:off x="10537200" y="2764800"/>
            <a:ext cx="608760" cy="58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457200">
              <a:lnSpc>
                <a:spcPct val="100000"/>
              </a:lnSpc>
            </a:pPr>
            <a:r>
              <a:rPr b="0" lang="en-US" sz="8000" spc="-1" strike="noStrike" cap="all">
                <a:solidFill>
                  <a:schemeClr val="dk1"/>
                </a:solidFill>
                <a:latin typeface="Tw Cen MT"/>
              </a:rPr>
              <a:t>”</a:t>
            </a:r>
            <a:endParaRPr b="0" lang="en-US" sz="8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" name="PlaceHolder 1"/>
          <p:cNvSpPr>
            <a:spLocks noGrp="1"/>
          </p:cNvSpPr>
          <p:nvPr>
            <p:ph type="ftr" idx="10"/>
          </p:nvPr>
        </p:nvSpPr>
        <p:spPr>
          <a:xfrm>
            <a:off x="1141560" y="5883120"/>
            <a:ext cx="623844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1050" spc="-1" strike="noStrike" cap="all">
                <a:solidFill>
                  <a:schemeClr val="dk1">
                    <a:tint val="75000"/>
                  </a:schemeClr>
                </a:solidFill>
                <a:latin typeface="Tw Cen MT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 cap="all">
                <a:solidFill>
                  <a:schemeClr val="dk1">
                    <a:tint val="75000"/>
                  </a:schemeClr>
                </a:solidFill>
                <a:latin typeface="Tw Cen MT"/>
              </a:rPr>
              <a:t>&lt;footer&gt;</a:t>
            </a:r>
            <a:endParaRPr b="0" lang="en-US" sz="105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6" name="PlaceHolder 2"/>
          <p:cNvSpPr>
            <a:spLocks noGrp="1"/>
          </p:cNvSpPr>
          <p:nvPr>
            <p:ph type="sldNum" idx="11"/>
          </p:nvPr>
        </p:nvSpPr>
        <p:spPr>
          <a:xfrm>
            <a:off x="10276200" y="5883120"/>
            <a:ext cx="7704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BE" sz="1050" spc="-1" strike="noStrike">
                <a:solidFill>
                  <a:schemeClr val="dk1">
                    <a:tint val="75000"/>
                  </a:schemeClr>
                </a:solidFill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3BA0A85A-7026-411A-868C-AB82CA9C1863}" type="slidenum">
              <a:rPr b="0" lang="en-BE" sz="1050" spc="-1" strike="noStrike">
                <a:solidFill>
                  <a:schemeClr val="dk1">
                    <a:tint val="75000"/>
                  </a:schemeClr>
                </a:solidFill>
                <a:latin typeface="Tw Cen MT"/>
              </a:rPr>
              <a:t>&lt;number&gt;</a:t>
            </a:fld>
            <a:endParaRPr b="0" lang="en-US" sz="105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7" name="PlaceHolder 3"/>
          <p:cNvSpPr>
            <a:spLocks noGrp="1"/>
          </p:cNvSpPr>
          <p:nvPr>
            <p:ph type="dt" idx="12"/>
          </p:nvPr>
        </p:nvSpPr>
        <p:spPr>
          <a:xfrm>
            <a:off x="7457040" y="58831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4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8" name="Picture 2" descr="\\DROBO-FS\QuickDrops\JB\PPTX NG\Droplets\LightingOverlay.png"/>
          <p:cNvPicPr/>
          <p:nvPr/>
        </p:nvPicPr>
        <p:blipFill>
          <a:blip r:embed="rId3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ln w="0">
            <a:noFill/>
          </a:ln>
        </p:spPr>
      </p:pic>
      <p:grpSp>
        <p:nvGrpSpPr>
          <p:cNvPr id="239" name="Group 7"/>
          <p:cNvGrpSpPr/>
          <p:nvPr/>
        </p:nvGrpSpPr>
        <p:grpSpPr>
          <a:xfrm>
            <a:off x="-14400" y="0"/>
            <a:ext cx="12053160" cy="6857280"/>
            <a:chOff x="-14400" y="0"/>
            <a:chExt cx="12053160" cy="6857280"/>
          </a:xfrm>
        </p:grpSpPr>
        <p:grpSp>
          <p:nvGrpSpPr>
            <p:cNvPr id="240" name="Group 8"/>
            <p:cNvGrpSpPr/>
            <p:nvPr/>
          </p:nvGrpSpPr>
          <p:grpSpPr>
            <a:xfrm>
              <a:off x="-14400" y="0"/>
              <a:ext cx="1220400" cy="6857280"/>
              <a:chOff x="-14400" y="0"/>
              <a:chExt cx="1220400" cy="6857280"/>
            </a:xfrm>
          </p:grpSpPr>
          <p:sp>
            <p:nvSpPr>
              <p:cNvPr id="241" name="Rectangle 5"/>
              <p:cNvSpPr/>
              <p:nvPr/>
            </p:nvSpPr>
            <p:spPr>
              <a:xfrm>
                <a:off x="114480" y="468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42" name="Freeform 6"/>
              <p:cNvSpPr/>
              <p:nvPr/>
            </p:nvSpPr>
            <p:spPr>
              <a:xfrm>
                <a:off x="33480" y="217656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43" name="Freeform 7"/>
              <p:cNvSpPr/>
              <p:nvPr/>
            </p:nvSpPr>
            <p:spPr>
              <a:xfrm>
                <a:off x="28440" y="4021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44" name="Freeform 8"/>
              <p:cNvSpPr/>
              <p:nvPr/>
            </p:nvSpPr>
            <p:spPr>
              <a:xfrm>
                <a:off x="200160" y="4680"/>
                <a:ext cx="369000" cy="181044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10440"/>
                  <a:gd name="textAreaBottom" fmla="*/ 1811160 h 1810440"/>
                </a:gdLst>
                <a:ah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45" name="Freeform 9"/>
              <p:cNvSpPr/>
              <p:nvPr/>
            </p:nvSpPr>
            <p:spPr>
              <a:xfrm>
                <a:off x="503280" y="18018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46" name="Freeform 10"/>
              <p:cNvSpPr/>
              <p:nvPr/>
            </p:nvSpPr>
            <p:spPr>
              <a:xfrm>
                <a:off x="285840" y="4680"/>
                <a:ext cx="369000" cy="142956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429560"/>
                  <a:gd name="textAreaBottom" fmla="*/ 1430280 h 1429560"/>
                </a:gdLst>
                <a:ah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47" name="Freeform 11"/>
              <p:cNvSpPr/>
              <p:nvPr/>
            </p:nvSpPr>
            <p:spPr>
              <a:xfrm>
                <a:off x="546120" y="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48" name="Freeform 12"/>
              <p:cNvSpPr/>
              <p:nvPr/>
            </p:nvSpPr>
            <p:spPr>
              <a:xfrm>
                <a:off x="588960" y="14209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49" name="Freeform 13"/>
              <p:cNvSpPr/>
              <p:nvPr/>
            </p:nvSpPr>
            <p:spPr>
              <a:xfrm>
                <a:off x="588960" y="9032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50" name="Freeform 14"/>
              <p:cNvSpPr/>
              <p:nvPr/>
            </p:nvSpPr>
            <p:spPr>
              <a:xfrm>
                <a:off x="641520" y="0"/>
                <a:ext cx="421560" cy="526320"/>
              </a:xfrm>
              <a:custGeom>
                <a:avLst/>
                <a:gdLst>
                  <a:gd name="textAreaLeft" fmla="*/ 0 w 421560"/>
                  <a:gd name="textAreaRight" fmla="*/ 422280 w 421560"/>
                  <a:gd name="textAreaTop" fmla="*/ 0 h 526320"/>
                  <a:gd name="textAreaBottom" fmla="*/ 527040 h 526320"/>
                </a:gdLst>
                <a:ah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51" name="Freeform 15"/>
              <p:cNvSpPr/>
              <p:nvPr/>
            </p:nvSpPr>
            <p:spPr>
              <a:xfrm>
                <a:off x="1020600" y="488880"/>
                <a:ext cx="161280" cy="146880"/>
              </a:xfrm>
              <a:custGeom>
                <a:avLst/>
                <a:gdLst>
                  <a:gd name="textAreaLeft" fmla="*/ 0 w 161280"/>
                  <a:gd name="textAreaRight" fmla="*/ 162000 w 161280"/>
                  <a:gd name="textAreaTop" fmla="*/ 0 h 146880"/>
                  <a:gd name="textAreaBottom" fmla="*/ 147600 h 146880"/>
                </a:gdLst>
                <a:ah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52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44640" bIns="-44640" anchor="t" anchorCtr="1">
                <a:noAutofit/>
              </a:bodyPr>
              <a:p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53" name="Freeform 17"/>
              <p:cNvSpPr/>
              <p:nvPr/>
            </p:nvSpPr>
            <p:spPr>
              <a:xfrm>
                <a:off x="9360" y="1801800"/>
                <a:ext cx="123120" cy="126360"/>
              </a:xfrm>
              <a:custGeom>
                <a:avLst/>
                <a:gdLst>
                  <a:gd name="textAreaLeft" fmla="*/ 0 w 123120"/>
                  <a:gd name="textAreaRight" fmla="*/ 123840 w 123120"/>
                  <a:gd name="textAreaTop" fmla="*/ 0 h 126360"/>
                  <a:gd name="textAreaBottom" fmla="*/ 127080 h 126360"/>
                </a:gdLst>
                <a:ah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54" name="Freeform 18"/>
              <p:cNvSpPr/>
              <p:nvPr/>
            </p:nvSpPr>
            <p:spPr>
              <a:xfrm>
                <a:off x="-9360" y="3549600"/>
                <a:ext cx="146880" cy="480240"/>
              </a:xfrm>
              <a:custGeom>
                <a:avLst/>
                <a:gdLst>
                  <a:gd name="textAreaLeft" fmla="*/ 0 w 146880"/>
                  <a:gd name="textAreaRight" fmla="*/ 147600 w 146880"/>
                  <a:gd name="textAreaTop" fmla="*/ 0 h 480240"/>
                  <a:gd name="textAreaBottom" fmla="*/ 480960 h 480240"/>
                </a:gdLst>
                <a:ah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55" name="Freeform 19"/>
              <p:cNvSpPr/>
              <p:nvPr/>
            </p:nvSpPr>
            <p:spPr>
              <a:xfrm>
                <a:off x="128520" y="1382760"/>
                <a:ext cx="142200" cy="475560"/>
              </a:xfrm>
              <a:custGeom>
                <a:avLst/>
                <a:gdLst>
                  <a:gd name="textAreaLeft" fmla="*/ 0 w 142200"/>
                  <a:gd name="textAreaRight" fmla="*/ 142920 w 142200"/>
                  <a:gd name="textAreaTop" fmla="*/ 0 h 475560"/>
                  <a:gd name="textAreaBottom" fmla="*/ 476280 h 475560"/>
                </a:gdLst>
                <a:ah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56" name="Freeform 20"/>
              <p:cNvSpPr/>
              <p:nvPr/>
            </p:nvSpPr>
            <p:spPr>
              <a:xfrm>
                <a:off x="204840" y="1849320"/>
                <a:ext cx="113760" cy="107280"/>
              </a:xfrm>
              <a:custGeom>
                <a:avLst/>
                <a:gdLst>
                  <a:gd name="textAreaLeft" fmla="*/ 0 w 113760"/>
                  <a:gd name="textAreaRight" fmla="*/ 114480 w 113760"/>
                  <a:gd name="textAreaTop" fmla="*/ 0 h 107280"/>
                  <a:gd name="textAreaBottom" fmla="*/ 108000 h 107280"/>
                </a:gdLst>
                <a:ah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57" name="Rectangle 21"/>
              <p:cNvSpPr/>
              <p:nvPr/>
            </p:nvSpPr>
            <p:spPr>
              <a:xfrm>
                <a:off x="133200" y="466236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58" name="Freeform 22"/>
              <p:cNvSpPr/>
              <p:nvPr/>
            </p:nvSpPr>
            <p:spPr>
              <a:xfrm>
                <a:off x="223920" y="5041800"/>
                <a:ext cx="369000" cy="180108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01080"/>
                  <a:gd name="textAreaBottom" fmla="*/ 1801800 h 1801080"/>
                </a:gdLst>
                <a:ah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59" name="Freeform 23"/>
              <p:cNvSpPr/>
              <p:nvPr/>
            </p:nvSpPr>
            <p:spPr>
              <a:xfrm>
                <a:off x="52560" y="4481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60" name="Freeform 24"/>
              <p:cNvSpPr/>
              <p:nvPr/>
            </p:nvSpPr>
            <p:spPr>
              <a:xfrm>
                <a:off x="-14400" y="5627520"/>
                <a:ext cx="84960" cy="1215360"/>
              </a:xfrm>
              <a:custGeom>
                <a:avLst/>
                <a:gdLst>
                  <a:gd name="textAreaLeft" fmla="*/ 0 w 84960"/>
                  <a:gd name="textAreaRight" fmla="*/ 85680 w 84960"/>
                  <a:gd name="textAreaTop" fmla="*/ 0 h 1215360"/>
                  <a:gd name="textAreaBottom" fmla="*/ 1216080 h 1215360"/>
                </a:gdLst>
                <a:ah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61" name="Freeform 25"/>
              <p:cNvSpPr/>
              <p:nvPr/>
            </p:nvSpPr>
            <p:spPr>
              <a:xfrm>
                <a:off x="527040" y="4867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62" name="Freeform 26"/>
              <p:cNvSpPr/>
              <p:nvPr/>
            </p:nvSpPr>
            <p:spPr>
              <a:xfrm>
                <a:off x="309600" y="5423040"/>
                <a:ext cx="374040" cy="1424880"/>
              </a:xfrm>
              <a:custGeom>
                <a:avLst/>
                <a:gdLst>
                  <a:gd name="textAreaLeft" fmla="*/ 0 w 374040"/>
                  <a:gd name="textAreaRight" fmla="*/ 374760 w 374040"/>
                  <a:gd name="textAreaTop" fmla="*/ 0 h 1424880"/>
                  <a:gd name="textAreaBottom" fmla="*/ 1425600 h 1424880"/>
                </a:gdLst>
                <a:ah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63" name="Freeform 27"/>
              <p:cNvSpPr/>
              <p:nvPr/>
            </p:nvSpPr>
            <p:spPr>
              <a:xfrm>
                <a:off x="569880" y="594504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64" name="Freeform 28"/>
              <p:cNvSpPr/>
              <p:nvPr/>
            </p:nvSpPr>
            <p:spPr>
              <a:xfrm>
                <a:off x="612720" y="5246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65" name="Freeform 29"/>
              <p:cNvSpPr/>
              <p:nvPr/>
            </p:nvSpPr>
            <p:spPr>
              <a:xfrm>
                <a:off x="612720" y="57643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66" name="Freeform 30"/>
              <p:cNvSpPr/>
              <p:nvPr/>
            </p:nvSpPr>
            <p:spPr>
              <a:xfrm>
                <a:off x="669960" y="6330960"/>
                <a:ext cx="416880" cy="51696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6960"/>
                  <a:gd name="textAreaBottom" fmla="*/ 517680 h 516960"/>
                </a:gdLst>
                <a:ah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67" name="Freeform 31"/>
              <p:cNvSpPr/>
              <p:nvPr/>
            </p:nvSpPr>
            <p:spPr>
              <a:xfrm>
                <a:off x="1049400" y="6221520"/>
                <a:ext cx="156600" cy="14688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46880"/>
                  <a:gd name="textAreaBottom" fmla="*/ 147600 h 146880"/>
                </a:gdLst>
                <a:ah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  <p:grpSp>
          <p:nvGrpSpPr>
            <p:cNvPr id="268" name="Group 9"/>
            <p:cNvGrpSpPr/>
            <p:nvPr/>
          </p:nvGrpSpPr>
          <p:grpSpPr>
            <a:xfrm>
              <a:off x="11364840" y="0"/>
              <a:ext cx="673920" cy="6847920"/>
              <a:chOff x="11364840" y="0"/>
              <a:chExt cx="673920" cy="6847920"/>
            </a:xfrm>
          </p:grpSpPr>
          <p:sp>
            <p:nvSpPr>
              <p:cNvPr id="269" name="Freeform 32"/>
              <p:cNvSpPr/>
              <p:nvPr/>
            </p:nvSpPr>
            <p:spPr>
              <a:xfrm>
                <a:off x="11484000" y="0"/>
                <a:ext cx="416880" cy="51192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1920"/>
                  <a:gd name="textAreaBottom" fmla="*/ 512640 h 511920"/>
                </a:gdLst>
                <a:ah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70" name="Freeform 33"/>
              <p:cNvSpPr/>
              <p:nvPr/>
            </p:nvSpPr>
            <p:spPr>
              <a:xfrm>
                <a:off x="11364840" y="474840"/>
                <a:ext cx="156600" cy="15156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1560"/>
                  <a:gd name="textAreaBottom" fmla="*/ 152280 h 151560"/>
                </a:gdLst>
                <a:ah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71" name="Freeform 34"/>
              <p:cNvSpPr/>
              <p:nvPr/>
            </p:nvSpPr>
            <p:spPr>
              <a:xfrm>
                <a:off x="11631600" y="1539720"/>
                <a:ext cx="188280" cy="18972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72" name="Freeform 35"/>
              <p:cNvSpPr/>
              <p:nvPr/>
            </p:nvSpPr>
            <p:spPr>
              <a:xfrm>
                <a:off x="11531520" y="5694480"/>
                <a:ext cx="297720" cy="1153440"/>
              </a:xfrm>
              <a:custGeom>
                <a:avLst/>
                <a:gdLst>
                  <a:gd name="textAreaLeft" fmla="*/ 0 w 297720"/>
                  <a:gd name="textAreaRight" fmla="*/ 298440 w 297720"/>
                  <a:gd name="textAreaTop" fmla="*/ 0 h 1153440"/>
                  <a:gd name="textAreaBottom" fmla="*/ 1154160 h 1153440"/>
                </a:gdLst>
                <a:ah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73" name="Freeform 36"/>
              <p:cNvSpPr/>
              <p:nvPr/>
            </p:nvSpPr>
            <p:spPr>
              <a:xfrm>
                <a:off x="11773080" y="5551560"/>
                <a:ext cx="156600" cy="15480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4800"/>
                  <a:gd name="textAreaBottom" fmla="*/ 155520 h 154800"/>
                </a:gdLst>
                <a:ah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74" name="Freeform 37"/>
              <p:cNvSpPr/>
              <p:nvPr/>
            </p:nvSpPr>
            <p:spPr>
              <a:xfrm>
                <a:off x="11711160" y="4680"/>
                <a:ext cx="304200" cy="1544040"/>
              </a:xfrm>
              <a:custGeom>
                <a:avLst/>
                <a:gdLst>
                  <a:gd name="textAreaLeft" fmla="*/ 0 w 304200"/>
                  <a:gd name="textAreaRight" fmla="*/ 304920 w 304200"/>
                  <a:gd name="textAreaTop" fmla="*/ 0 h 1544040"/>
                  <a:gd name="textAreaBottom" fmla="*/ 1544760 h 1544040"/>
                </a:gdLst>
                <a:ah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75" name="Freeform 38"/>
              <p:cNvSpPr/>
              <p:nvPr/>
            </p:nvSpPr>
            <p:spPr>
              <a:xfrm>
                <a:off x="11636280" y="4867200"/>
                <a:ext cx="188280" cy="18828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76" name="Freeform 39"/>
              <p:cNvSpPr/>
              <p:nvPr/>
            </p:nvSpPr>
            <p:spPr>
              <a:xfrm>
                <a:off x="11441160" y="5046840"/>
                <a:ext cx="307080" cy="1801080"/>
              </a:xfrm>
              <a:custGeom>
                <a:avLst/>
                <a:gdLst>
                  <a:gd name="textAreaLeft" fmla="*/ 0 w 307080"/>
                  <a:gd name="textAreaRight" fmla="*/ 307800 w 307080"/>
                  <a:gd name="textAreaTop" fmla="*/ 0 h 1801080"/>
                  <a:gd name="textAreaBottom" fmla="*/ 1801800 h 1801080"/>
                </a:gdLst>
                <a:ah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77" name="Freeform 40"/>
              <p:cNvSpPr/>
              <p:nvPr/>
            </p:nvSpPr>
            <p:spPr>
              <a:xfrm>
                <a:off x="11849040" y="641664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78" name="Rectangle 41"/>
              <p:cNvSpPr/>
              <p:nvPr/>
            </p:nvSpPr>
            <p:spPr>
              <a:xfrm>
                <a:off x="11939760" y="6595920"/>
                <a:ext cx="23040" cy="251640"/>
              </a:xfrm>
              <a:prstGeom prst="rect">
                <a:avLst/>
              </a:pr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</p:grpSp>
      <p:sp>
        <p:nvSpPr>
          <p:cNvPr id="279" name="PlaceHolder 1"/>
          <p:cNvSpPr>
            <a:spLocks noGrp="1"/>
          </p:cNvSpPr>
          <p:nvPr>
            <p:ph type="ftr" idx="13"/>
          </p:nvPr>
        </p:nvSpPr>
        <p:spPr>
          <a:xfrm>
            <a:off x="1141560" y="5883120"/>
            <a:ext cx="623844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1050" spc="-1" strike="noStrike" cap="all">
                <a:solidFill>
                  <a:schemeClr val="dk1">
                    <a:tint val="75000"/>
                  </a:schemeClr>
                </a:solidFill>
                <a:latin typeface="Tw Cen MT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 cap="all">
                <a:solidFill>
                  <a:schemeClr val="dk1">
                    <a:tint val="75000"/>
                  </a:schemeClr>
                </a:solidFill>
                <a:latin typeface="Tw Cen MT"/>
              </a:rPr>
              <a:t>&lt;footer&gt;</a:t>
            </a:r>
            <a:endParaRPr b="0" lang="en-US" sz="105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0" name="PlaceHolder 2"/>
          <p:cNvSpPr>
            <a:spLocks noGrp="1"/>
          </p:cNvSpPr>
          <p:nvPr>
            <p:ph type="sldNum" idx="14"/>
          </p:nvPr>
        </p:nvSpPr>
        <p:spPr>
          <a:xfrm>
            <a:off x="10276200" y="5883120"/>
            <a:ext cx="7704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BE" sz="1050" spc="-1" strike="noStrike">
                <a:solidFill>
                  <a:schemeClr val="dk1">
                    <a:tint val="75000"/>
                  </a:schemeClr>
                </a:solidFill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7BAD7A64-370C-4968-B7BE-CAC7E5E7D7F0}" type="slidenum">
              <a:rPr b="0" lang="en-BE" sz="1050" spc="-1" strike="noStrike">
                <a:solidFill>
                  <a:schemeClr val="dk1">
                    <a:tint val="75000"/>
                  </a:schemeClr>
                </a:solidFill>
                <a:latin typeface="Tw Cen MT"/>
              </a:rPr>
              <a:t>&lt;number&gt;</a:t>
            </a:fld>
            <a:endParaRPr b="0" lang="en-US" sz="105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1" name="PlaceHolder 3"/>
          <p:cNvSpPr>
            <a:spLocks noGrp="1"/>
          </p:cNvSpPr>
          <p:nvPr>
            <p:ph type="dt" idx="15"/>
          </p:nvPr>
        </p:nvSpPr>
        <p:spPr>
          <a:xfrm>
            <a:off x="7457040" y="58831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4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2" name="Picture 2" descr="\\DROBO-FS\QuickDrops\JB\PPTX NG\Droplets\LightingOverlay.png"/>
          <p:cNvPicPr/>
          <p:nvPr/>
        </p:nvPicPr>
        <p:blipFill>
          <a:blip r:embed="rId3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ln w="0">
            <a:noFill/>
          </a:ln>
        </p:spPr>
      </p:pic>
      <p:grpSp>
        <p:nvGrpSpPr>
          <p:cNvPr id="283" name="Group 7"/>
          <p:cNvGrpSpPr/>
          <p:nvPr/>
        </p:nvGrpSpPr>
        <p:grpSpPr>
          <a:xfrm>
            <a:off x="-14400" y="0"/>
            <a:ext cx="12053160" cy="6857280"/>
            <a:chOff x="-14400" y="0"/>
            <a:chExt cx="12053160" cy="6857280"/>
          </a:xfrm>
        </p:grpSpPr>
        <p:grpSp>
          <p:nvGrpSpPr>
            <p:cNvPr id="284" name="Group 8"/>
            <p:cNvGrpSpPr/>
            <p:nvPr/>
          </p:nvGrpSpPr>
          <p:grpSpPr>
            <a:xfrm>
              <a:off x="-14400" y="0"/>
              <a:ext cx="1220400" cy="6857280"/>
              <a:chOff x="-14400" y="0"/>
              <a:chExt cx="1220400" cy="6857280"/>
            </a:xfrm>
          </p:grpSpPr>
          <p:sp>
            <p:nvSpPr>
              <p:cNvPr id="285" name="Rectangle 5"/>
              <p:cNvSpPr/>
              <p:nvPr/>
            </p:nvSpPr>
            <p:spPr>
              <a:xfrm>
                <a:off x="114480" y="468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86" name="Freeform 6"/>
              <p:cNvSpPr/>
              <p:nvPr/>
            </p:nvSpPr>
            <p:spPr>
              <a:xfrm>
                <a:off x="33480" y="217656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87" name="Freeform 7"/>
              <p:cNvSpPr/>
              <p:nvPr/>
            </p:nvSpPr>
            <p:spPr>
              <a:xfrm>
                <a:off x="28440" y="4021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88" name="Freeform 8"/>
              <p:cNvSpPr/>
              <p:nvPr/>
            </p:nvSpPr>
            <p:spPr>
              <a:xfrm>
                <a:off x="200160" y="4680"/>
                <a:ext cx="369000" cy="181044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10440"/>
                  <a:gd name="textAreaBottom" fmla="*/ 1811160 h 1810440"/>
                </a:gdLst>
                <a:ah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89" name="Freeform 9"/>
              <p:cNvSpPr/>
              <p:nvPr/>
            </p:nvSpPr>
            <p:spPr>
              <a:xfrm>
                <a:off x="503280" y="18018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90" name="Freeform 10"/>
              <p:cNvSpPr/>
              <p:nvPr/>
            </p:nvSpPr>
            <p:spPr>
              <a:xfrm>
                <a:off x="285840" y="4680"/>
                <a:ext cx="369000" cy="142956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429560"/>
                  <a:gd name="textAreaBottom" fmla="*/ 1430280 h 1429560"/>
                </a:gdLst>
                <a:ah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91" name="Freeform 11"/>
              <p:cNvSpPr/>
              <p:nvPr/>
            </p:nvSpPr>
            <p:spPr>
              <a:xfrm>
                <a:off x="546120" y="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92" name="Freeform 12"/>
              <p:cNvSpPr/>
              <p:nvPr/>
            </p:nvSpPr>
            <p:spPr>
              <a:xfrm>
                <a:off x="588960" y="14209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93" name="Freeform 13"/>
              <p:cNvSpPr/>
              <p:nvPr/>
            </p:nvSpPr>
            <p:spPr>
              <a:xfrm>
                <a:off x="588960" y="9032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94" name="Freeform 14"/>
              <p:cNvSpPr/>
              <p:nvPr/>
            </p:nvSpPr>
            <p:spPr>
              <a:xfrm>
                <a:off x="641520" y="0"/>
                <a:ext cx="421560" cy="526320"/>
              </a:xfrm>
              <a:custGeom>
                <a:avLst/>
                <a:gdLst>
                  <a:gd name="textAreaLeft" fmla="*/ 0 w 421560"/>
                  <a:gd name="textAreaRight" fmla="*/ 422280 w 421560"/>
                  <a:gd name="textAreaTop" fmla="*/ 0 h 526320"/>
                  <a:gd name="textAreaBottom" fmla="*/ 527040 h 526320"/>
                </a:gdLst>
                <a:ah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95" name="Freeform 15"/>
              <p:cNvSpPr/>
              <p:nvPr/>
            </p:nvSpPr>
            <p:spPr>
              <a:xfrm>
                <a:off x="1020600" y="488880"/>
                <a:ext cx="161280" cy="146880"/>
              </a:xfrm>
              <a:custGeom>
                <a:avLst/>
                <a:gdLst>
                  <a:gd name="textAreaLeft" fmla="*/ 0 w 161280"/>
                  <a:gd name="textAreaRight" fmla="*/ 162000 w 161280"/>
                  <a:gd name="textAreaTop" fmla="*/ 0 h 146880"/>
                  <a:gd name="textAreaBottom" fmla="*/ 147600 h 146880"/>
                </a:gdLst>
                <a:ah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96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44640" bIns="-44640" anchor="t" anchorCtr="1">
                <a:noAutofit/>
              </a:bodyPr>
              <a:p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97" name="Freeform 17"/>
              <p:cNvSpPr/>
              <p:nvPr/>
            </p:nvSpPr>
            <p:spPr>
              <a:xfrm>
                <a:off x="9360" y="1801800"/>
                <a:ext cx="123120" cy="126360"/>
              </a:xfrm>
              <a:custGeom>
                <a:avLst/>
                <a:gdLst>
                  <a:gd name="textAreaLeft" fmla="*/ 0 w 123120"/>
                  <a:gd name="textAreaRight" fmla="*/ 123840 w 123120"/>
                  <a:gd name="textAreaTop" fmla="*/ 0 h 126360"/>
                  <a:gd name="textAreaBottom" fmla="*/ 127080 h 126360"/>
                </a:gdLst>
                <a:ah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98" name="Freeform 18"/>
              <p:cNvSpPr/>
              <p:nvPr/>
            </p:nvSpPr>
            <p:spPr>
              <a:xfrm>
                <a:off x="-9360" y="3549600"/>
                <a:ext cx="146880" cy="480240"/>
              </a:xfrm>
              <a:custGeom>
                <a:avLst/>
                <a:gdLst>
                  <a:gd name="textAreaLeft" fmla="*/ 0 w 146880"/>
                  <a:gd name="textAreaRight" fmla="*/ 147600 w 146880"/>
                  <a:gd name="textAreaTop" fmla="*/ 0 h 480240"/>
                  <a:gd name="textAreaBottom" fmla="*/ 480960 h 480240"/>
                </a:gdLst>
                <a:ah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99" name="Freeform 19"/>
              <p:cNvSpPr/>
              <p:nvPr/>
            </p:nvSpPr>
            <p:spPr>
              <a:xfrm>
                <a:off x="128520" y="1382760"/>
                <a:ext cx="142200" cy="475560"/>
              </a:xfrm>
              <a:custGeom>
                <a:avLst/>
                <a:gdLst>
                  <a:gd name="textAreaLeft" fmla="*/ 0 w 142200"/>
                  <a:gd name="textAreaRight" fmla="*/ 142920 w 142200"/>
                  <a:gd name="textAreaTop" fmla="*/ 0 h 475560"/>
                  <a:gd name="textAreaBottom" fmla="*/ 476280 h 475560"/>
                </a:gdLst>
                <a:ah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00" name="Freeform 20"/>
              <p:cNvSpPr/>
              <p:nvPr/>
            </p:nvSpPr>
            <p:spPr>
              <a:xfrm>
                <a:off x="204840" y="1849320"/>
                <a:ext cx="113760" cy="107280"/>
              </a:xfrm>
              <a:custGeom>
                <a:avLst/>
                <a:gdLst>
                  <a:gd name="textAreaLeft" fmla="*/ 0 w 113760"/>
                  <a:gd name="textAreaRight" fmla="*/ 114480 w 113760"/>
                  <a:gd name="textAreaTop" fmla="*/ 0 h 107280"/>
                  <a:gd name="textAreaBottom" fmla="*/ 108000 h 107280"/>
                </a:gdLst>
                <a:ah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01" name="Rectangle 21"/>
              <p:cNvSpPr/>
              <p:nvPr/>
            </p:nvSpPr>
            <p:spPr>
              <a:xfrm>
                <a:off x="133200" y="466236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02" name="Freeform 22"/>
              <p:cNvSpPr/>
              <p:nvPr/>
            </p:nvSpPr>
            <p:spPr>
              <a:xfrm>
                <a:off x="223920" y="5041800"/>
                <a:ext cx="369000" cy="180108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01080"/>
                  <a:gd name="textAreaBottom" fmla="*/ 1801800 h 1801080"/>
                </a:gdLst>
                <a:ah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03" name="Freeform 23"/>
              <p:cNvSpPr/>
              <p:nvPr/>
            </p:nvSpPr>
            <p:spPr>
              <a:xfrm>
                <a:off x="52560" y="4481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04" name="Freeform 24"/>
              <p:cNvSpPr/>
              <p:nvPr/>
            </p:nvSpPr>
            <p:spPr>
              <a:xfrm>
                <a:off x="-14400" y="5627520"/>
                <a:ext cx="84960" cy="1215360"/>
              </a:xfrm>
              <a:custGeom>
                <a:avLst/>
                <a:gdLst>
                  <a:gd name="textAreaLeft" fmla="*/ 0 w 84960"/>
                  <a:gd name="textAreaRight" fmla="*/ 85680 w 84960"/>
                  <a:gd name="textAreaTop" fmla="*/ 0 h 1215360"/>
                  <a:gd name="textAreaBottom" fmla="*/ 1216080 h 1215360"/>
                </a:gdLst>
                <a:ah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05" name="Freeform 25"/>
              <p:cNvSpPr/>
              <p:nvPr/>
            </p:nvSpPr>
            <p:spPr>
              <a:xfrm>
                <a:off x="527040" y="4867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06" name="Freeform 26"/>
              <p:cNvSpPr/>
              <p:nvPr/>
            </p:nvSpPr>
            <p:spPr>
              <a:xfrm>
                <a:off x="309600" y="5423040"/>
                <a:ext cx="374040" cy="1424880"/>
              </a:xfrm>
              <a:custGeom>
                <a:avLst/>
                <a:gdLst>
                  <a:gd name="textAreaLeft" fmla="*/ 0 w 374040"/>
                  <a:gd name="textAreaRight" fmla="*/ 374760 w 374040"/>
                  <a:gd name="textAreaTop" fmla="*/ 0 h 1424880"/>
                  <a:gd name="textAreaBottom" fmla="*/ 1425600 h 1424880"/>
                </a:gdLst>
                <a:ah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07" name="Freeform 27"/>
              <p:cNvSpPr/>
              <p:nvPr/>
            </p:nvSpPr>
            <p:spPr>
              <a:xfrm>
                <a:off x="569880" y="594504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08" name="Freeform 28"/>
              <p:cNvSpPr/>
              <p:nvPr/>
            </p:nvSpPr>
            <p:spPr>
              <a:xfrm>
                <a:off x="612720" y="5246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09" name="Freeform 29"/>
              <p:cNvSpPr/>
              <p:nvPr/>
            </p:nvSpPr>
            <p:spPr>
              <a:xfrm>
                <a:off x="612720" y="57643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10" name="Freeform 30"/>
              <p:cNvSpPr/>
              <p:nvPr/>
            </p:nvSpPr>
            <p:spPr>
              <a:xfrm>
                <a:off x="669960" y="6330960"/>
                <a:ext cx="416880" cy="51696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6960"/>
                  <a:gd name="textAreaBottom" fmla="*/ 517680 h 516960"/>
                </a:gdLst>
                <a:ah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11" name="Freeform 31"/>
              <p:cNvSpPr/>
              <p:nvPr/>
            </p:nvSpPr>
            <p:spPr>
              <a:xfrm>
                <a:off x="1049400" y="6221520"/>
                <a:ext cx="156600" cy="14688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46880"/>
                  <a:gd name="textAreaBottom" fmla="*/ 147600 h 146880"/>
                </a:gdLst>
                <a:ah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  <p:grpSp>
          <p:nvGrpSpPr>
            <p:cNvPr id="312" name="Group 9"/>
            <p:cNvGrpSpPr/>
            <p:nvPr/>
          </p:nvGrpSpPr>
          <p:grpSpPr>
            <a:xfrm>
              <a:off x="11364840" y="0"/>
              <a:ext cx="673920" cy="6847920"/>
              <a:chOff x="11364840" y="0"/>
              <a:chExt cx="673920" cy="6847920"/>
            </a:xfrm>
          </p:grpSpPr>
          <p:sp>
            <p:nvSpPr>
              <p:cNvPr id="313" name="Freeform 32"/>
              <p:cNvSpPr/>
              <p:nvPr/>
            </p:nvSpPr>
            <p:spPr>
              <a:xfrm>
                <a:off x="11484000" y="0"/>
                <a:ext cx="416880" cy="51192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1920"/>
                  <a:gd name="textAreaBottom" fmla="*/ 512640 h 511920"/>
                </a:gdLst>
                <a:ah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14" name="Freeform 33"/>
              <p:cNvSpPr/>
              <p:nvPr/>
            </p:nvSpPr>
            <p:spPr>
              <a:xfrm>
                <a:off x="11364840" y="474840"/>
                <a:ext cx="156600" cy="15156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1560"/>
                  <a:gd name="textAreaBottom" fmla="*/ 152280 h 151560"/>
                </a:gdLst>
                <a:ah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15" name="Freeform 34"/>
              <p:cNvSpPr/>
              <p:nvPr/>
            </p:nvSpPr>
            <p:spPr>
              <a:xfrm>
                <a:off x="11631600" y="1539720"/>
                <a:ext cx="188280" cy="18972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16" name="Freeform 35"/>
              <p:cNvSpPr/>
              <p:nvPr/>
            </p:nvSpPr>
            <p:spPr>
              <a:xfrm>
                <a:off x="11531520" y="5694480"/>
                <a:ext cx="297720" cy="1153440"/>
              </a:xfrm>
              <a:custGeom>
                <a:avLst/>
                <a:gdLst>
                  <a:gd name="textAreaLeft" fmla="*/ 0 w 297720"/>
                  <a:gd name="textAreaRight" fmla="*/ 298440 w 297720"/>
                  <a:gd name="textAreaTop" fmla="*/ 0 h 1153440"/>
                  <a:gd name="textAreaBottom" fmla="*/ 1154160 h 1153440"/>
                </a:gdLst>
                <a:ah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17" name="Freeform 36"/>
              <p:cNvSpPr/>
              <p:nvPr/>
            </p:nvSpPr>
            <p:spPr>
              <a:xfrm>
                <a:off x="11773080" y="5551560"/>
                <a:ext cx="156600" cy="15480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4800"/>
                  <a:gd name="textAreaBottom" fmla="*/ 155520 h 154800"/>
                </a:gdLst>
                <a:ah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18" name="Freeform 37"/>
              <p:cNvSpPr/>
              <p:nvPr/>
            </p:nvSpPr>
            <p:spPr>
              <a:xfrm>
                <a:off x="11711160" y="4680"/>
                <a:ext cx="304200" cy="1544040"/>
              </a:xfrm>
              <a:custGeom>
                <a:avLst/>
                <a:gdLst>
                  <a:gd name="textAreaLeft" fmla="*/ 0 w 304200"/>
                  <a:gd name="textAreaRight" fmla="*/ 304920 w 304200"/>
                  <a:gd name="textAreaTop" fmla="*/ 0 h 1544040"/>
                  <a:gd name="textAreaBottom" fmla="*/ 1544760 h 1544040"/>
                </a:gdLst>
                <a:ah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19" name="Freeform 38"/>
              <p:cNvSpPr/>
              <p:nvPr/>
            </p:nvSpPr>
            <p:spPr>
              <a:xfrm>
                <a:off x="11636280" y="4867200"/>
                <a:ext cx="188280" cy="18828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20" name="Freeform 39"/>
              <p:cNvSpPr/>
              <p:nvPr/>
            </p:nvSpPr>
            <p:spPr>
              <a:xfrm>
                <a:off x="11441160" y="5046840"/>
                <a:ext cx="307080" cy="1801080"/>
              </a:xfrm>
              <a:custGeom>
                <a:avLst/>
                <a:gdLst>
                  <a:gd name="textAreaLeft" fmla="*/ 0 w 307080"/>
                  <a:gd name="textAreaRight" fmla="*/ 307800 w 307080"/>
                  <a:gd name="textAreaTop" fmla="*/ 0 h 1801080"/>
                  <a:gd name="textAreaBottom" fmla="*/ 1801800 h 1801080"/>
                </a:gdLst>
                <a:ah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21" name="Freeform 40"/>
              <p:cNvSpPr/>
              <p:nvPr/>
            </p:nvSpPr>
            <p:spPr>
              <a:xfrm>
                <a:off x="11849040" y="641664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22" name="Rectangle 41"/>
              <p:cNvSpPr/>
              <p:nvPr/>
            </p:nvSpPr>
            <p:spPr>
              <a:xfrm>
                <a:off x="11939760" y="6595920"/>
                <a:ext cx="23040" cy="251640"/>
              </a:xfrm>
              <a:prstGeom prst="rect">
                <a:avLst/>
              </a:pr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</p:grpSp>
      <p:sp>
        <p:nvSpPr>
          <p:cNvPr id="323" name="PlaceHolder 1"/>
          <p:cNvSpPr>
            <a:spLocks noGrp="1"/>
          </p:cNvSpPr>
          <p:nvPr>
            <p:ph type="ftr" idx="16"/>
          </p:nvPr>
        </p:nvSpPr>
        <p:spPr>
          <a:xfrm>
            <a:off x="1141560" y="5883120"/>
            <a:ext cx="623844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1050" spc="-1" strike="noStrike" cap="all">
                <a:solidFill>
                  <a:schemeClr val="dk1">
                    <a:tint val="75000"/>
                  </a:schemeClr>
                </a:solidFill>
                <a:latin typeface="Tw Cen MT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 cap="all">
                <a:solidFill>
                  <a:schemeClr val="dk1">
                    <a:tint val="75000"/>
                  </a:schemeClr>
                </a:solidFill>
                <a:latin typeface="Tw Cen MT"/>
              </a:rPr>
              <a:t>&lt;footer&gt;</a:t>
            </a:r>
            <a:endParaRPr b="0" lang="en-US" sz="105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4" name="PlaceHolder 2"/>
          <p:cNvSpPr>
            <a:spLocks noGrp="1"/>
          </p:cNvSpPr>
          <p:nvPr>
            <p:ph type="sldNum" idx="17"/>
          </p:nvPr>
        </p:nvSpPr>
        <p:spPr>
          <a:xfrm>
            <a:off x="10276200" y="5883120"/>
            <a:ext cx="7704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BE" sz="1050" spc="-1" strike="noStrike">
                <a:solidFill>
                  <a:schemeClr val="dk1">
                    <a:tint val="75000"/>
                  </a:schemeClr>
                </a:solidFill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E0EB4CF4-3514-4536-9F17-5CA676E696D9}" type="slidenum">
              <a:rPr b="0" lang="en-BE" sz="1050" spc="-1" strike="noStrike">
                <a:solidFill>
                  <a:schemeClr val="dk1">
                    <a:tint val="75000"/>
                  </a:schemeClr>
                </a:solidFill>
                <a:latin typeface="Tw Cen MT"/>
              </a:rPr>
              <a:t>&lt;number&gt;</a:t>
            </a:fld>
            <a:endParaRPr b="0" lang="en-US" sz="105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5" name="PlaceHolder 3"/>
          <p:cNvSpPr>
            <a:spLocks noGrp="1"/>
          </p:cNvSpPr>
          <p:nvPr>
            <p:ph type="dt" idx="18"/>
          </p:nvPr>
        </p:nvSpPr>
        <p:spPr>
          <a:xfrm>
            <a:off x="7457040" y="58831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4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6" name="Picture 2" descr="\\DROBO-FS\QuickDrops\JB\PPTX NG\Droplets\LightingOverlay.png"/>
          <p:cNvPicPr/>
          <p:nvPr/>
        </p:nvPicPr>
        <p:blipFill>
          <a:blip r:embed="rId3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ln w="0">
            <a:noFill/>
          </a:ln>
        </p:spPr>
      </p:pic>
      <p:grpSp>
        <p:nvGrpSpPr>
          <p:cNvPr id="327" name="Group 7"/>
          <p:cNvGrpSpPr/>
          <p:nvPr/>
        </p:nvGrpSpPr>
        <p:grpSpPr>
          <a:xfrm>
            <a:off x="-14400" y="0"/>
            <a:ext cx="12053160" cy="6857280"/>
            <a:chOff x="-14400" y="0"/>
            <a:chExt cx="12053160" cy="6857280"/>
          </a:xfrm>
        </p:grpSpPr>
        <p:grpSp>
          <p:nvGrpSpPr>
            <p:cNvPr id="328" name="Group 8"/>
            <p:cNvGrpSpPr/>
            <p:nvPr/>
          </p:nvGrpSpPr>
          <p:grpSpPr>
            <a:xfrm>
              <a:off x="-14400" y="0"/>
              <a:ext cx="1220400" cy="6857280"/>
              <a:chOff x="-14400" y="0"/>
              <a:chExt cx="1220400" cy="6857280"/>
            </a:xfrm>
          </p:grpSpPr>
          <p:sp>
            <p:nvSpPr>
              <p:cNvPr id="329" name="Rectangle 5"/>
              <p:cNvSpPr/>
              <p:nvPr/>
            </p:nvSpPr>
            <p:spPr>
              <a:xfrm>
                <a:off x="114480" y="468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30" name="Freeform 6"/>
              <p:cNvSpPr/>
              <p:nvPr/>
            </p:nvSpPr>
            <p:spPr>
              <a:xfrm>
                <a:off x="33480" y="217656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31" name="Freeform 7"/>
              <p:cNvSpPr/>
              <p:nvPr/>
            </p:nvSpPr>
            <p:spPr>
              <a:xfrm>
                <a:off x="28440" y="4021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32" name="Freeform 8"/>
              <p:cNvSpPr/>
              <p:nvPr/>
            </p:nvSpPr>
            <p:spPr>
              <a:xfrm>
                <a:off x="200160" y="4680"/>
                <a:ext cx="369000" cy="181044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10440"/>
                  <a:gd name="textAreaBottom" fmla="*/ 1811160 h 1810440"/>
                </a:gdLst>
                <a:ah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33" name="Freeform 9"/>
              <p:cNvSpPr/>
              <p:nvPr/>
            </p:nvSpPr>
            <p:spPr>
              <a:xfrm>
                <a:off x="503280" y="18018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34" name="Freeform 10"/>
              <p:cNvSpPr/>
              <p:nvPr/>
            </p:nvSpPr>
            <p:spPr>
              <a:xfrm>
                <a:off x="285840" y="4680"/>
                <a:ext cx="369000" cy="142956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429560"/>
                  <a:gd name="textAreaBottom" fmla="*/ 1430280 h 1429560"/>
                </a:gdLst>
                <a:ah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35" name="Freeform 11"/>
              <p:cNvSpPr/>
              <p:nvPr/>
            </p:nvSpPr>
            <p:spPr>
              <a:xfrm>
                <a:off x="546120" y="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36" name="Freeform 12"/>
              <p:cNvSpPr/>
              <p:nvPr/>
            </p:nvSpPr>
            <p:spPr>
              <a:xfrm>
                <a:off x="588960" y="14209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37" name="Freeform 13"/>
              <p:cNvSpPr/>
              <p:nvPr/>
            </p:nvSpPr>
            <p:spPr>
              <a:xfrm>
                <a:off x="588960" y="9032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38" name="Freeform 14"/>
              <p:cNvSpPr/>
              <p:nvPr/>
            </p:nvSpPr>
            <p:spPr>
              <a:xfrm>
                <a:off x="641520" y="0"/>
                <a:ext cx="421560" cy="526320"/>
              </a:xfrm>
              <a:custGeom>
                <a:avLst/>
                <a:gdLst>
                  <a:gd name="textAreaLeft" fmla="*/ 0 w 421560"/>
                  <a:gd name="textAreaRight" fmla="*/ 422280 w 421560"/>
                  <a:gd name="textAreaTop" fmla="*/ 0 h 526320"/>
                  <a:gd name="textAreaBottom" fmla="*/ 527040 h 526320"/>
                </a:gdLst>
                <a:ah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39" name="Freeform 15"/>
              <p:cNvSpPr/>
              <p:nvPr/>
            </p:nvSpPr>
            <p:spPr>
              <a:xfrm>
                <a:off x="1020600" y="488880"/>
                <a:ext cx="161280" cy="146880"/>
              </a:xfrm>
              <a:custGeom>
                <a:avLst/>
                <a:gdLst>
                  <a:gd name="textAreaLeft" fmla="*/ 0 w 161280"/>
                  <a:gd name="textAreaRight" fmla="*/ 162000 w 161280"/>
                  <a:gd name="textAreaTop" fmla="*/ 0 h 146880"/>
                  <a:gd name="textAreaBottom" fmla="*/ 147600 h 146880"/>
                </a:gdLst>
                <a:ah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40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44640" bIns="-44640" anchor="t" anchorCtr="1">
                <a:noAutofit/>
              </a:bodyPr>
              <a:p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41" name="Freeform 17"/>
              <p:cNvSpPr/>
              <p:nvPr/>
            </p:nvSpPr>
            <p:spPr>
              <a:xfrm>
                <a:off x="9360" y="1801800"/>
                <a:ext cx="123120" cy="126360"/>
              </a:xfrm>
              <a:custGeom>
                <a:avLst/>
                <a:gdLst>
                  <a:gd name="textAreaLeft" fmla="*/ 0 w 123120"/>
                  <a:gd name="textAreaRight" fmla="*/ 123840 w 123120"/>
                  <a:gd name="textAreaTop" fmla="*/ 0 h 126360"/>
                  <a:gd name="textAreaBottom" fmla="*/ 127080 h 126360"/>
                </a:gdLst>
                <a:ah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42" name="Freeform 18"/>
              <p:cNvSpPr/>
              <p:nvPr/>
            </p:nvSpPr>
            <p:spPr>
              <a:xfrm>
                <a:off x="-9360" y="3549600"/>
                <a:ext cx="146880" cy="480240"/>
              </a:xfrm>
              <a:custGeom>
                <a:avLst/>
                <a:gdLst>
                  <a:gd name="textAreaLeft" fmla="*/ 0 w 146880"/>
                  <a:gd name="textAreaRight" fmla="*/ 147600 w 146880"/>
                  <a:gd name="textAreaTop" fmla="*/ 0 h 480240"/>
                  <a:gd name="textAreaBottom" fmla="*/ 480960 h 480240"/>
                </a:gdLst>
                <a:ah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43" name="Freeform 19"/>
              <p:cNvSpPr/>
              <p:nvPr/>
            </p:nvSpPr>
            <p:spPr>
              <a:xfrm>
                <a:off x="128520" y="1382760"/>
                <a:ext cx="142200" cy="475560"/>
              </a:xfrm>
              <a:custGeom>
                <a:avLst/>
                <a:gdLst>
                  <a:gd name="textAreaLeft" fmla="*/ 0 w 142200"/>
                  <a:gd name="textAreaRight" fmla="*/ 142920 w 142200"/>
                  <a:gd name="textAreaTop" fmla="*/ 0 h 475560"/>
                  <a:gd name="textAreaBottom" fmla="*/ 476280 h 475560"/>
                </a:gdLst>
                <a:ah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44" name="Freeform 20"/>
              <p:cNvSpPr/>
              <p:nvPr/>
            </p:nvSpPr>
            <p:spPr>
              <a:xfrm>
                <a:off x="204840" y="1849320"/>
                <a:ext cx="113760" cy="107280"/>
              </a:xfrm>
              <a:custGeom>
                <a:avLst/>
                <a:gdLst>
                  <a:gd name="textAreaLeft" fmla="*/ 0 w 113760"/>
                  <a:gd name="textAreaRight" fmla="*/ 114480 w 113760"/>
                  <a:gd name="textAreaTop" fmla="*/ 0 h 107280"/>
                  <a:gd name="textAreaBottom" fmla="*/ 108000 h 107280"/>
                </a:gdLst>
                <a:ah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45" name="Rectangle 21"/>
              <p:cNvSpPr/>
              <p:nvPr/>
            </p:nvSpPr>
            <p:spPr>
              <a:xfrm>
                <a:off x="133200" y="466236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46" name="Freeform 22"/>
              <p:cNvSpPr/>
              <p:nvPr/>
            </p:nvSpPr>
            <p:spPr>
              <a:xfrm>
                <a:off x="223920" y="5041800"/>
                <a:ext cx="369000" cy="180108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01080"/>
                  <a:gd name="textAreaBottom" fmla="*/ 1801800 h 1801080"/>
                </a:gdLst>
                <a:ah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47" name="Freeform 23"/>
              <p:cNvSpPr/>
              <p:nvPr/>
            </p:nvSpPr>
            <p:spPr>
              <a:xfrm>
                <a:off x="52560" y="4481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48" name="Freeform 24"/>
              <p:cNvSpPr/>
              <p:nvPr/>
            </p:nvSpPr>
            <p:spPr>
              <a:xfrm>
                <a:off x="-14400" y="5627520"/>
                <a:ext cx="84960" cy="1215360"/>
              </a:xfrm>
              <a:custGeom>
                <a:avLst/>
                <a:gdLst>
                  <a:gd name="textAreaLeft" fmla="*/ 0 w 84960"/>
                  <a:gd name="textAreaRight" fmla="*/ 85680 w 84960"/>
                  <a:gd name="textAreaTop" fmla="*/ 0 h 1215360"/>
                  <a:gd name="textAreaBottom" fmla="*/ 1216080 h 1215360"/>
                </a:gdLst>
                <a:ah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49" name="Freeform 25"/>
              <p:cNvSpPr/>
              <p:nvPr/>
            </p:nvSpPr>
            <p:spPr>
              <a:xfrm>
                <a:off x="527040" y="4867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50" name="Freeform 26"/>
              <p:cNvSpPr/>
              <p:nvPr/>
            </p:nvSpPr>
            <p:spPr>
              <a:xfrm>
                <a:off x="309600" y="5423040"/>
                <a:ext cx="374040" cy="1424880"/>
              </a:xfrm>
              <a:custGeom>
                <a:avLst/>
                <a:gdLst>
                  <a:gd name="textAreaLeft" fmla="*/ 0 w 374040"/>
                  <a:gd name="textAreaRight" fmla="*/ 374760 w 374040"/>
                  <a:gd name="textAreaTop" fmla="*/ 0 h 1424880"/>
                  <a:gd name="textAreaBottom" fmla="*/ 1425600 h 1424880"/>
                </a:gdLst>
                <a:ah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51" name="Freeform 27"/>
              <p:cNvSpPr/>
              <p:nvPr/>
            </p:nvSpPr>
            <p:spPr>
              <a:xfrm>
                <a:off x="569880" y="594504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52" name="Freeform 28"/>
              <p:cNvSpPr/>
              <p:nvPr/>
            </p:nvSpPr>
            <p:spPr>
              <a:xfrm>
                <a:off x="612720" y="5246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53" name="Freeform 29"/>
              <p:cNvSpPr/>
              <p:nvPr/>
            </p:nvSpPr>
            <p:spPr>
              <a:xfrm>
                <a:off x="612720" y="57643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54" name="Freeform 30"/>
              <p:cNvSpPr/>
              <p:nvPr/>
            </p:nvSpPr>
            <p:spPr>
              <a:xfrm>
                <a:off x="669960" y="6330960"/>
                <a:ext cx="416880" cy="51696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6960"/>
                  <a:gd name="textAreaBottom" fmla="*/ 517680 h 516960"/>
                </a:gdLst>
                <a:ah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55" name="Freeform 31"/>
              <p:cNvSpPr/>
              <p:nvPr/>
            </p:nvSpPr>
            <p:spPr>
              <a:xfrm>
                <a:off x="1049400" y="6221520"/>
                <a:ext cx="156600" cy="14688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46880"/>
                  <a:gd name="textAreaBottom" fmla="*/ 147600 h 146880"/>
                </a:gdLst>
                <a:ah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  <p:grpSp>
          <p:nvGrpSpPr>
            <p:cNvPr id="356" name="Group 9"/>
            <p:cNvGrpSpPr/>
            <p:nvPr/>
          </p:nvGrpSpPr>
          <p:grpSpPr>
            <a:xfrm>
              <a:off x="11364840" y="0"/>
              <a:ext cx="673920" cy="6847920"/>
              <a:chOff x="11364840" y="0"/>
              <a:chExt cx="673920" cy="6847920"/>
            </a:xfrm>
          </p:grpSpPr>
          <p:sp>
            <p:nvSpPr>
              <p:cNvPr id="357" name="Freeform 32"/>
              <p:cNvSpPr/>
              <p:nvPr/>
            </p:nvSpPr>
            <p:spPr>
              <a:xfrm>
                <a:off x="11484000" y="0"/>
                <a:ext cx="416880" cy="51192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1920"/>
                  <a:gd name="textAreaBottom" fmla="*/ 512640 h 511920"/>
                </a:gdLst>
                <a:ah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58" name="Freeform 33"/>
              <p:cNvSpPr/>
              <p:nvPr/>
            </p:nvSpPr>
            <p:spPr>
              <a:xfrm>
                <a:off x="11364840" y="474840"/>
                <a:ext cx="156600" cy="15156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1560"/>
                  <a:gd name="textAreaBottom" fmla="*/ 152280 h 151560"/>
                </a:gdLst>
                <a:ah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59" name="Freeform 34"/>
              <p:cNvSpPr/>
              <p:nvPr/>
            </p:nvSpPr>
            <p:spPr>
              <a:xfrm>
                <a:off x="11631600" y="1539720"/>
                <a:ext cx="188280" cy="18972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60" name="Freeform 35"/>
              <p:cNvSpPr/>
              <p:nvPr/>
            </p:nvSpPr>
            <p:spPr>
              <a:xfrm>
                <a:off x="11531520" y="5694480"/>
                <a:ext cx="297720" cy="1153440"/>
              </a:xfrm>
              <a:custGeom>
                <a:avLst/>
                <a:gdLst>
                  <a:gd name="textAreaLeft" fmla="*/ 0 w 297720"/>
                  <a:gd name="textAreaRight" fmla="*/ 298440 w 297720"/>
                  <a:gd name="textAreaTop" fmla="*/ 0 h 1153440"/>
                  <a:gd name="textAreaBottom" fmla="*/ 1154160 h 1153440"/>
                </a:gdLst>
                <a:ah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61" name="Freeform 36"/>
              <p:cNvSpPr/>
              <p:nvPr/>
            </p:nvSpPr>
            <p:spPr>
              <a:xfrm>
                <a:off x="11773080" y="5551560"/>
                <a:ext cx="156600" cy="15480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4800"/>
                  <a:gd name="textAreaBottom" fmla="*/ 155520 h 154800"/>
                </a:gdLst>
                <a:ah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62" name="Freeform 37"/>
              <p:cNvSpPr/>
              <p:nvPr/>
            </p:nvSpPr>
            <p:spPr>
              <a:xfrm>
                <a:off x="11711160" y="4680"/>
                <a:ext cx="304200" cy="1544040"/>
              </a:xfrm>
              <a:custGeom>
                <a:avLst/>
                <a:gdLst>
                  <a:gd name="textAreaLeft" fmla="*/ 0 w 304200"/>
                  <a:gd name="textAreaRight" fmla="*/ 304920 w 304200"/>
                  <a:gd name="textAreaTop" fmla="*/ 0 h 1544040"/>
                  <a:gd name="textAreaBottom" fmla="*/ 1544760 h 1544040"/>
                </a:gdLst>
                <a:ah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63" name="Freeform 38"/>
              <p:cNvSpPr/>
              <p:nvPr/>
            </p:nvSpPr>
            <p:spPr>
              <a:xfrm>
                <a:off x="11636280" y="4867200"/>
                <a:ext cx="188280" cy="18828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64" name="Freeform 39"/>
              <p:cNvSpPr/>
              <p:nvPr/>
            </p:nvSpPr>
            <p:spPr>
              <a:xfrm>
                <a:off x="11441160" y="5046840"/>
                <a:ext cx="307080" cy="1801080"/>
              </a:xfrm>
              <a:custGeom>
                <a:avLst/>
                <a:gdLst>
                  <a:gd name="textAreaLeft" fmla="*/ 0 w 307080"/>
                  <a:gd name="textAreaRight" fmla="*/ 307800 w 307080"/>
                  <a:gd name="textAreaTop" fmla="*/ 0 h 1801080"/>
                  <a:gd name="textAreaBottom" fmla="*/ 1801800 h 1801080"/>
                </a:gdLst>
                <a:ah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65" name="Freeform 40"/>
              <p:cNvSpPr/>
              <p:nvPr/>
            </p:nvSpPr>
            <p:spPr>
              <a:xfrm>
                <a:off x="11849040" y="641664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66" name="Rectangle 41"/>
              <p:cNvSpPr/>
              <p:nvPr/>
            </p:nvSpPr>
            <p:spPr>
              <a:xfrm>
                <a:off x="11939760" y="6595920"/>
                <a:ext cx="23040" cy="251640"/>
              </a:xfrm>
              <a:prstGeom prst="rect">
                <a:avLst/>
              </a:pr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</p:grpSp>
      <p:sp>
        <p:nvSpPr>
          <p:cNvPr id="367" name="PlaceHolder 1"/>
          <p:cNvSpPr>
            <a:spLocks noGrp="1"/>
          </p:cNvSpPr>
          <p:nvPr>
            <p:ph type="ftr" idx="19"/>
          </p:nvPr>
        </p:nvSpPr>
        <p:spPr>
          <a:xfrm>
            <a:off x="1141560" y="5883120"/>
            <a:ext cx="623844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1050" spc="-1" strike="noStrike" cap="all">
                <a:solidFill>
                  <a:schemeClr val="dk1">
                    <a:tint val="75000"/>
                  </a:schemeClr>
                </a:solidFill>
                <a:latin typeface="Tw Cen MT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 cap="all">
                <a:solidFill>
                  <a:schemeClr val="dk1">
                    <a:tint val="75000"/>
                  </a:schemeClr>
                </a:solidFill>
                <a:latin typeface="Tw Cen MT"/>
              </a:rPr>
              <a:t>&lt;footer&gt;</a:t>
            </a:r>
            <a:endParaRPr b="0" lang="en-US" sz="105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8" name="PlaceHolder 2"/>
          <p:cNvSpPr>
            <a:spLocks noGrp="1"/>
          </p:cNvSpPr>
          <p:nvPr>
            <p:ph type="sldNum" idx="20"/>
          </p:nvPr>
        </p:nvSpPr>
        <p:spPr>
          <a:xfrm>
            <a:off x="10276200" y="5883120"/>
            <a:ext cx="7704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BE" sz="1050" spc="-1" strike="noStrike">
                <a:solidFill>
                  <a:schemeClr val="dk1">
                    <a:tint val="75000"/>
                  </a:schemeClr>
                </a:solidFill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E69A5556-865B-41ED-A9AC-BE4022A260F9}" type="slidenum">
              <a:rPr b="0" lang="en-BE" sz="1050" spc="-1" strike="noStrike">
                <a:solidFill>
                  <a:schemeClr val="dk1">
                    <a:tint val="75000"/>
                  </a:schemeClr>
                </a:solidFill>
                <a:latin typeface="Tw Cen MT"/>
              </a:rPr>
              <a:t>&lt;number&gt;</a:t>
            </a:fld>
            <a:endParaRPr b="0" lang="en-US" sz="105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9" name="PlaceHolder 3"/>
          <p:cNvSpPr>
            <a:spLocks noGrp="1"/>
          </p:cNvSpPr>
          <p:nvPr>
            <p:ph type="dt" idx="21"/>
          </p:nvPr>
        </p:nvSpPr>
        <p:spPr>
          <a:xfrm>
            <a:off x="7457040" y="58831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4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0" name="Picture 2" descr="\\DROBO-FS\QuickDrops\JB\PPTX NG\Droplets\LightingOverlay.png"/>
          <p:cNvPicPr/>
          <p:nvPr/>
        </p:nvPicPr>
        <p:blipFill>
          <a:blip r:embed="rId3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ln w="0">
            <a:noFill/>
          </a:ln>
        </p:spPr>
      </p:pic>
      <p:grpSp>
        <p:nvGrpSpPr>
          <p:cNvPr id="371" name="Group 7"/>
          <p:cNvGrpSpPr/>
          <p:nvPr/>
        </p:nvGrpSpPr>
        <p:grpSpPr>
          <a:xfrm>
            <a:off x="-14400" y="0"/>
            <a:ext cx="12053160" cy="6857280"/>
            <a:chOff x="-14400" y="0"/>
            <a:chExt cx="12053160" cy="6857280"/>
          </a:xfrm>
        </p:grpSpPr>
        <p:grpSp>
          <p:nvGrpSpPr>
            <p:cNvPr id="372" name="Group 8"/>
            <p:cNvGrpSpPr/>
            <p:nvPr/>
          </p:nvGrpSpPr>
          <p:grpSpPr>
            <a:xfrm>
              <a:off x="-14400" y="0"/>
              <a:ext cx="1220400" cy="6857280"/>
              <a:chOff x="-14400" y="0"/>
              <a:chExt cx="1220400" cy="6857280"/>
            </a:xfrm>
          </p:grpSpPr>
          <p:sp>
            <p:nvSpPr>
              <p:cNvPr id="373" name="Rectangle 5"/>
              <p:cNvSpPr/>
              <p:nvPr/>
            </p:nvSpPr>
            <p:spPr>
              <a:xfrm>
                <a:off x="114480" y="468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74" name="Freeform 6"/>
              <p:cNvSpPr/>
              <p:nvPr/>
            </p:nvSpPr>
            <p:spPr>
              <a:xfrm>
                <a:off x="33480" y="217656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75" name="Freeform 7"/>
              <p:cNvSpPr/>
              <p:nvPr/>
            </p:nvSpPr>
            <p:spPr>
              <a:xfrm>
                <a:off x="28440" y="4021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76" name="Freeform 8"/>
              <p:cNvSpPr/>
              <p:nvPr/>
            </p:nvSpPr>
            <p:spPr>
              <a:xfrm>
                <a:off x="200160" y="4680"/>
                <a:ext cx="369000" cy="181044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10440"/>
                  <a:gd name="textAreaBottom" fmla="*/ 1811160 h 1810440"/>
                </a:gdLst>
                <a:ah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77" name="Freeform 9"/>
              <p:cNvSpPr/>
              <p:nvPr/>
            </p:nvSpPr>
            <p:spPr>
              <a:xfrm>
                <a:off x="503280" y="18018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78" name="Freeform 10"/>
              <p:cNvSpPr/>
              <p:nvPr/>
            </p:nvSpPr>
            <p:spPr>
              <a:xfrm>
                <a:off x="285840" y="4680"/>
                <a:ext cx="369000" cy="142956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429560"/>
                  <a:gd name="textAreaBottom" fmla="*/ 1430280 h 1429560"/>
                </a:gdLst>
                <a:ah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79" name="Freeform 11"/>
              <p:cNvSpPr/>
              <p:nvPr/>
            </p:nvSpPr>
            <p:spPr>
              <a:xfrm>
                <a:off x="546120" y="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80" name="Freeform 12"/>
              <p:cNvSpPr/>
              <p:nvPr/>
            </p:nvSpPr>
            <p:spPr>
              <a:xfrm>
                <a:off x="588960" y="14209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81" name="Freeform 13"/>
              <p:cNvSpPr/>
              <p:nvPr/>
            </p:nvSpPr>
            <p:spPr>
              <a:xfrm>
                <a:off x="588960" y="9032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82" name="Freeform 14"/>
              <p:cNvSpPr/>
              <p:nvPr/>
            </p:nvSpPr>
            <p:spPr>
              <a:xfrm>
                <a:off x="641520" y="0"/>
                <a:ext cx="421560" cy="526320"/>
              </a:xfrm>
              <a:custGeom>
                <a:avLst/>
                <a:gdLst>
                  <a:gd name="textAreaLeft" fmla="*/ 0 w 421560"/>
                  <a:gd name="textAreaRight" fmla="*/ 422280 w 421560"/>
                  <a:gd name="textAreaTop" fmla="*/ 0 h 526320"/>
                  <a:gd name="textAreaBottom" fmla="*/ 527040 h 526320"/>
                </a:gdLst>
                <a:ah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83" name="Freeform 15"/>
              <p:cNvSpPr/>
              <p:nvPr/>
            </p:nvSpPr>
            <p:spPr>
              <a:xfrm>
                <a:off x="1020600" y="488880"/>
                <a:ext cx="161280" cy="146880"/>
              </a:xfrm>
              <a:custGeom>
                <a:avLst/>
                <a:gdLst>
                  <a:gd name="textAreaLeft" fmla="*/ 0 w 161280"/>
                  <a:gd name="textAreaRight" fmla="*/ 162000 w 161280"/>
                  <a:gd name="textAreaTop" fmla="*/ 0 h 146880"/>
                  <a:gd name="textAreaBottom" fmla="*/ 147600 h 146880"/>
                </a:gdLst>
                <a:ah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84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44640" bIns="-44640" anchor="t" anchorCtr="1">
                <a:noAutofit/>
              </a:bodyPr>
              <a:p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85" name="Freeform 17"/>
              <p:cNvSpPr/>
              <p:nvPr/>
            </p:nvSpPr>
            <p:spPr>
              <a:xfrm>
                <a:off x="9360" y="1801800"/>
                <a:ext cx="123120" cy="126360"/>
              </a:xfrm>
              <a:custGeom>
                <a:avLst/>
                <a:gdLst>
                  <a:gd name="textAreaLeft" fmla="*/ 0 w 123120"/>
                  <a:gd name="textAreaRight" fmla="*/ 123840 w 123120"/>
                  <a:gd name="textAreaTop" fmla="*/ 0 h 126360"/>
                  <a:gd name="textAreaBottom" fmla="*/ 127080 h 126360"/>
                </a:gdLst>
                <a:ah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86" name="Freeform 18"/>
              <p:cNvSpPr/>
              <p:nvPr/>
            </p:nvSpPr>
            <p:spPr>
              <a:xfrm>
                <a:off x="-9360" y="3549600"/>
                <a:ext cx="146880" cy="480240"/>
              </a:xfrm>
              <a:custGeom>
                <a:avLst/>
                <a:gdLst>
                  <a:gd name="textAreaLeft" fmla="*/ 0 w 146880"/>
                  <a:gd name="textAreaRight" fmla="*/ 147600 w 146880"/>
                  <a:gd name="textAreaTop" fmla="*/ 0 h 480240"/>
                  <a:gd name="textAreaBottom" fmla="*/ 480960 h 480240"/>
                </a:gdLst>
                <a:ah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87" name="Freeform 19"/>
              <p:cNvSpPr/>
              <p:nvPr/>
            </p:nvSpPr>
            <p:spPr>
              <a:xfrm>
                <a:off x="128520" y="1382760"/>
                <a:ext cx="142200" cy="475560"/>
              </a:xfrm>
              <a:custGeom>
                <a:avLst/>
                <a:gdLst>
                  <a:gd name="textAreaLeft" fmla="*/ 0 w 142200"/>
                  <a:gd name="textAreaRight" fmla="*/ 142920 w 142200"/>
                  <a:gd name="textAreaTop" fmla="*/ 0 h 475560"/>
                  <a:gd name="textAreaBottom" fmla="*/ 476280 h 475560"/>
                </a:gdLst>
                <a:ah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88" name="Freeform 20"/>
              <p:cNvSpPr/>
              <p:nvPr/>
            </p:nvSpPr>
            <p:spPr>
              <a:xfrm>
                <a:off x="204840" y="1849320"/>
                <a:ext cx="113760" cy="107280"/>
              </a:xfrm>
              <a:custGeom>
                <a:avLst/>
                <a:gdLst>
                  <a:gd name="textAreaLeft" fmla="*/ 0 w 113760"/>
                  <a:gd name="textAreaRight" fmla="*/ 114480 w 113760"/>
                  <a:gd name="textAreaTop" fmla="*/ 0 h 107280"/>
                  <a:gd name="textAreaBottom" fmla="*/ 108000 h 107280"/>
                </a:gdLst>
                <a:ah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89" name="Rectangle 21"/>
              <p:cNvSpPr/>
              <p:nvPr/>
            </p:nvSpPr>
            <p:spPr>
              <a:xfrm>
                <a:off x="133200" y="466236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90" name="Freeform 22"/>
              <p:cNvSpPr/>
              <p:nvPr/>
            </p:nvSpPr>
            <p:spPr>
              <a:xfrm>
                <a:off x="223920" y="5041800"/>
                <a:ext cx="369000" cy="180108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01080"/>
                  <a:gd name="textAreaBottom" fmla="*/ 1801800 h 1801080"/>
                </a:gdLst>
                <a:ah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91" name="Freeform 23"/>
              <p:cNvSpPr/>
              <p:nvPr/>
            </p:nvSpPr>
            <p:spPr>
              <a:xfrm>
                <a:off x="52560" y="4481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92" name="Freeform 24"/>
              <p:cNvSpPr/>
              <p:nvPr/>
            </p:nvSpPr>
            <p:spPr>
              <a:xfrm>
                <a:off x="-14400" y="5627520"/>
                <a:ext cx="84960" cy="1215360"/>
              </a:xfrm>
              <a:custGeom>
                <a:avLst/>
                <a:gdLst>
                  <a:gd name="textAreaLeft" fmla="*/ 0 w 84960"/>
                  <a:gd name="textAreaRight" fmla="*/ 85680 w 84960"/>
                  <a:gd name="textAreaTop" fmla="*/ 0 h 1215360"/>
                  <a:gd name="textAreaBottom" fmla="*/ 1216080 h 1215360"/>
                </a:gdLst>
                <a:ah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93" name="Freeform 25"/>
              <p:cNvSpPr/>
              <p:nvPr/>
            </p:nvSpPr>
            <p:spPr>
              <a:xfrm>
                <a:off x="527040" y="4867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94" name="Freeform 26"/>
              <p:cNvSpPr/>
              <p:nvPr/>
            </p:nvSpPr>
            <p:spPr>
              <a:xfrm>
                <a:off x="309600" y="5423040"/>
                <a:ext cx="374040" cy="1424880"/>
              </a:xfrm>
              <a:custGeom>
                <a:avLst/>
                <a:gdLst>
                  <a:gd name="textAreaLeft" fmla="*/ 0 w 374040"/>
                  <a:gd name="textAreaRight" fmla="*/ 374760 w 374040"/>
                  <a:gd name="textAreaTop" fmla="*/ 0 h 1424880"/>
                  <a:gd name="textAreaBottom" fmla="*/ 1425600 h 1424880"/>
                </a:gdLst>
                <a:ah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95" name="Freeform 27"/>
              <p:cNvSpPr/>
              <p:nvPr/>
            </p:nvSpPr>
            <p:spPr>
              <a:xfrm>
                <a:off x="569880" y="594504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96" name="Freeform 28"/>
              <p:cNvSpPr/>
              <p:nvPr/>
            </p:nvSpPr>
            <p:spPr>
              <a:xfrm>
                <a:off x="612720" y="5246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97" name="Freeform 29"/>
              <p:cNvSpPr/>
              <p:nvPr/>
            </p:nvSpPr>
            <p:spPr>
              <a:xfrm>
                <a:off x="612720" y="57643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98" name="Freeform 30"/>
              <p:cNvSpPr/>
              <p:nvPr/>
            </p:nvSpPr>
            <p:spPr>
              <a:xfrm>
                <a:off x="669960" y="6330960"/>
                <a:ext cx="416880" cy="51696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6960"/>
                  <a:gd name="textAreaBottom" fmla="*/ 517680 h 516960"/>
                </a:gdLst>
                <a:ah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99" name="Freeform 31"/>
              <p:cNvSpPr/>
              <p:nvPr/>
            </p:nvSpPr>
            <p:spPr>
              <a:xfrm>
                <a:off x="1049400" y="6221520"/>
                <a:ext cx="156600" cy="14688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46880"/>
                  <a:gd name="textAreaBottom" fmla="*/ 147600 h 146880"/>
                </a:gdLst>
                <a:ah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  <p:grpSp>
          <p:nvGrpSpPr>
            <p:cNvPr id="400" name="Group 9"/>
            <p:cNvGrpSpPr/>
            <p:nvPr/>
          </p:nvGrpSpPr>
          <p:grpSpPr>
            <a:xfrm>
              <a:off x="11364840" y="0"/>
              <a:ext cx="673920" cy="6847920"/>
              <a:chOff x="11364840" y="0"/>
              <a:chExt cx="673920" cy="6847920"/>
            </a:xfrm>
          </p:grpSpPr>
          <p:sp>
            <p:nvSpPr>
              <p:cNvPr id="401" name="Freeform 32"/>
              <p:cNvSpPr/>
              <p:nvPr/>
            </p:nvSpPr>
            <p:spPr>
              <a:xfrm>
                <a:off x="11484000" y="0"/>
                <a:ext cx="416880" cy="51192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1920"/>
                  <a:gd name="textAreaBottom" fmla="*/ 512640 h 511920"/>
                </a:gdLst>
                <a:ah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02" name="Freeform 33"/>
              <p:cNvSpPr/>
              <p:nvPr/>
            </p:nvSpPr>
            <p:spPr>
              <a:xfrm>
                <a:off x="11364840" y="474840"/>
                <a:ext cx="156600" cy="15156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1560"/>
                  <a:gd name="textAreaBottom" fmla="*/ 152280 h 151560"/>
                </a:gdLst>
                <a:ah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03" name="Freeform 34"/>
              <p:cNvSpPr/>
              <p:nvPr/>
            </p:nvSpPr>
            <p:spPr>
              <a:xfrm>
                <a:off x="11631600" y="1539720"/>
                <a:ext cx="188280" cy="18972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04" name="Freeform 35"/>
              <p:cNvSpPr/>
              <p:nvPr/>
            </p:nvSpPr>
            <p:spPr>
              <a:xfrm>
                <a:off x="11531520" y="5694480"/>
                <a:ext cx="297720" cy="1153440"/>
              </a:xfrm>
              <a:custGeom>
                <a:avLst/>
                <a:gdLst>
                  <a:gd name="textAreaLeft" fmla="*/ 0 w 297720"/>
                  <a:gd name="textAreaRight" fmla="*/ 298440 w 297720"/>
                  <a:gd name="textAreaTop" fmla="*/ 0 h 1153440"/>
                  <a:gd name="textAreaBottom" fmla="*/ 1154160 h 1153440"/>
                </a:gdLst>
                <a:ah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05" name="Freeform 36"/>
              <p:cNvSpPr/>
              <p:nvPr/>
            </p:nvSpPr>
            <p:spPr>
              <a:xfrm>
                <a:off x="11773080" y="5551560"/>
                <a:ext cx="156600" cy="15480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4800"/>
                  <a:gd name="textAreaBottom" fmla="*/ 155520 h 154800"/>
                </a:gdLst>
                <a:ah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06" name="Freeform 37"/>
              <p:cNvSpPr/>
              <p:nvPr/>
            </p:nvSpPr>
            <p:spPr>
              <a:xfrm>
                <a:off x="11711160" y="4680"/>
                <a:ext cx="304200" cy="1544040"/>
              </a:xfrm>
              <a:custGeom>
                <a:avLst/>
                <a:gdLst>
                  <a:gd name="textAreaLeft" fmla="*/ 0 w 304200"/>
                  <a:gd name="textAreaRight" fmla="*/ 304920 w 304200"/>
                  <a:gd name="textAreaTop" fmla="*/ 0 h 1544040"/>
                  <a:gd name="textAreaBottom" fmla="*/ 1544760 h 1544040"/>
                </a:gdLst>
                <a:ah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07" name="Freeform 38"/>
              <p:cNvSpPr/>
              <p:nvPr/>
            </p:nvSpPr>
            <p:spPr>
              <a:xfrm>
                <a:off x="11636280" y="4867200"/>
                <a:ext cx="188280" cy="18828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08" name="Freeform 39"/>
              <p:cNvSpPr/>
              <p:nvPr/>
            </p:nvSpPr>
            <p:spPr>
              <a:xfrm>
                <a:off x="11441160" y="5046840"/>
                <a:ext cx="307080" cy="1801080"/>
              </a:xfrm>
              <a:custGeom>
                <a:avLst/>
                <a:gdLst>
                  <a:gd name="textAreaLeft" fmla="*/ 0 w 307080"/>
                  <a:gd name="textAreaRight" fmla="*/ 307800 w 307080"/>
                  <a:gd name="textAreaTop" fmla="*/ 0 h 1801080"/>
                  <a:gd name="textAreaBottom" fmla="*/ 1801800 h 1801080"/>
                </a:gdLst>
                <a:ah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09" name="Freeform 40"/>
              <p:cNvSpPr/>
              <p:nvPr/>
            </p:nvSpPr>
            <p:spPr>
              <a:xfrm>
                <a:off x="11849040" y="641664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10" name="Rectangle 41"/>
              <p:cNvSpPr/>
              <p:nvPr/>
            </p:nvSpPr>
            <p:spPr>
              <a:xfrm>
                <a:off x="11939760" y="6595920"/>
                <a:ext cx="23040" cy="251640"/>
              </a:xfrm>
              <a:prstGeom prst="rect">
                <a:avLst/>
              </a:pr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</p:grpSp>
      <p:sp>
        <p:nvSpPr>
          <p:cNvPr id="411" name="PlaceHolder 1"/>
          <p:cNvSpPr>
            <a:spLocks noGrp="1"/>
          </p:cNvSpPr>
          <p:nvPr>
            <p:ph type="ftr" idx="22"/>
          </p:nvPr>
        </p:nvSpPr>
        <p:spPr>
          <a:xfrm>
            <a:off x="1141560" y="5883120"/>
            <a:ext cx="623844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1050" spc="-1" strike="noStrike" cap="all">
                <a:solidFill>
                  <a:schemeClr val="dk1">
                    <a:tint val="75000"/>
                  </a:schemeClr>
                </a:solidFill>
                <a:latin typeface="Tw Cen MT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 cap="all">
                <a:solidFill>
                  <a:schemeClr val="dk1">
                    <a:tint val="75000"/>
                  </a:schemeClr>
                </a:solidFill>
                <a:latin typeface="Tw Cen MT"/>
              </a:rPr>
              <a:t>&lt;footer&gt;</a:t>
            </a:r>
            <a:endParaRPr b="0" lang="en-US" sz="105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2" name="PlaceHolder 2"/>
          <p:cNvSpPr>
            <a:spLocks noGrp="1"/>
          </p:cNvSpPr>
          <p:nvPr>
            <p:ph type="sldNum" idx="23"/>
          </p:nvPr>
        </p:nvSpPr>
        <p:spPr>
          <a:xfrm>
            <a:off x="10276200" y="5883120"/>
            <a:ext cx="7704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BE" sz="1050" spc="-1" strike="noStrike">
                <a:solidFill>
                  <a:schemeClr val="dk1">
                    <a:tint val="75000"/>
                  </a:schemeClr>
                </a:solidFill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26411DF9-A88E-4FAE-8FFC-A0D0F1CFFF4F}" type="slidenum">
              <a:rPr b="0" lang="en-BE" sz="1050" spc="-1" strike="noStrike">
                <a:solidFill>
                  <a:schemeClr val="dk1">
                    <a:tint val="75000"/>
                  </a:schemeClr>
                </a:solidFill>
                <a:latin typeface="Tw Cen MT"/>
              </a:rPr>
              <a:t>&lt;number&gt;</a:t>
            </a:fld>
            <a:endParaRPr b="0" lang="en-US" sz="105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3" name="PlaceHolder 3"/>
          <p:cNvSpPr>
            <a:spLocks noGrp="1"/>
          </p:cNvSpPr>
          <p:nvPr>
            <p:ph type="dt" idx="24"/>
          </p:nvPr>
        </p:nvSpPr>
        <p:spPr>
          <a:xfrm>
            <a:off x="7457040" y="58831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4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4" name="Picture 2" descr="\\DROBO-FS\QuickDrops\JB\PPTX NG\Droplets\LightingOverlay.png"/>
          <p:cNvPicPr/>
          <p:nvPr/>
        </p:nvPicPr>
        <p:blipFill>
          <a:blip r:embed="rId3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ln w="0">
            <a:noFill/>
          </a:ln>
        </p:spPr>
      </p:pic>
      <p:grpSp>
        <p:nvGrpSpPr>
          <p:cNvPr id="415" name="Group 7"/>
          <p:cNvGrpSpPr/>
          <p:nvPr/>
        </p:nvGrpSpPr>
        <p:grpSpPr>
          <a:xfrm>
            <a:off x="-14400" y="0"/>
            <a:ext cx="12053160" cy="6857280"/>
            <a:chOff x="-14400" y="0"/>
            <a:chExt cx="12053160" cy="6857280"/>
          </a:xfrm>
        </p:grpSpPr>
        <p:grpSp>
          <p:nvGrpSpPr>
            <p:cNvPr id="416" name="Group 8"/>
            <p:cNvGrpSpPr/>
            <p:nvPr/>
          </p:nvGrpSpPr>
          <p:grpSpPr>
            <a:xfrm>
              <a:off x="-14400" y="0"/>
              <a:ext cx="1220400" cy="6857280"/>
              <a:chOff x="-14400" y="0"/>
              <a:chExt cx="1220400" cy="6857280"/>
            </a:xfrm>
          </p:grpSpPr>
          <p:sp>
            <p:nvSpPr>
              <p:cNvPr id="417" name="Rectangle 5"/>
              <p:cNvSpPr/>
              <p:nvPr/>
            </p:nvSpPr>
            <p:spPr>
              <a:xfrm>
                <a:off x="114480" y="468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18" name="Freeform 6"/>
              <p:cNvSpPr/>
              <p:nvPr/>
            </p:nvSpPr>
            <p:spPr>
              <a:xfrm>
                <a:off x="33480" y="217656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19" name="Freeform 7"/>
              <p:cNvSpPr/>
              <p:nvPr/>
            </p:nvSpPr>
            <p:spPr>
              <a:xfrm>
                <a:off x="28440" y="4021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20" name="Freeform 8"/>
              <p:cNvSpPr/>
              <p:nvPr/>
            </p:nvSpPr>
            <p:spPr>
              <a:xfrm>
                <a:off x="200160" y="4680"/>
                <a:ext cx="369000" cy="181044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10440"/>
                  <a:gd name="textAreaBottom" fmla="*/ 1811160 h 1810440"/>
                </a:gdLst>
                <a:ah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21" name="Freeform 9"/>
              <p:cNvSpPr/>
              <p:nvPr/>
            </p:nvSpPr>
            <p:spPr>
              <a:xfrm>
                <a:off x="503280" y="18018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22" name="Freeform 10"/>
              <p:cNvSpPr/>
              <p:nvPr/>
            </p:nvSpPr>
            <p:spPr>
              <a:xfrm>
                <a:off x="285840" y="4680"/>
                <a:ext cx="369000" cy="142956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429560"/>
                  <a:gd name="textAreaBottom" fmla="*/ 1430280 h 1429560"/>
                </a:gdLst>
                <a:ah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23" name="Freeform 11"/>
              <p:cNvSpPr/>
              <p:nvPr/>
            </p:nvSpPr>
            <p:spPr>
              <a:xfrm>
                <a:off x="546120" y="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24" name="Freeform 12"/>
              <p:cNvSpPr/>
              <p:nvPr/>
            </p:nvSpPr>
            <p:spPr>
              <a:xfrm>
                <a:off x="588960" y="14209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25" name="Freeform 13"/>
              <p:cNvSpPr/>
              <p:nvPr/>
            </p:nvSpPr>
            <p:spPr>
              <a:xfrm>
                <a:off x="588960" y="9032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26" name="Freeform 14"/>
              <p:cNvSpPr/>
              <p:nvPr/>
            </p:nvSpPr>
            <p:spPr>
              <a:xfrm>
                <a:off x="641520" y="0"/>
                <a:ext cx="421560" cy="526320"/>
              </a:xfrm>
              <a:custGeom>
                <a:avLst/>
                <a:gdLst>
                  <a:gd name="textAreaLeft" fmla="*/ 0 w 421560"/>
                  <a:gd name="textAreaRight" fmla="*/ 422280 w 421560"/>
                  <a:gd name="textAreaTop" fmla="*/ 0 h 526320"/>
                  <a:gd name="textAreaBottom" fmla="*/ 527040 h 526320"/>
                </a:gdLst>
                <a:ah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27" name="Freeform 15"/>
              <p:cNvSpPr/>
              <p:nvPr/>
            </p:nvSpPr>
            <p:spPr>
              <a:xfrm>
                <a:off x="1020600" y="488880"/>
                <a:ext cx="161280" cy="146880"/>
              </a:xfrm>
              <a:custGeom>
                <a:avLst/>
                <a:gdLst>
                  <a:gd name="textAreaLeft" fmla="*/ 0 w 161280"/>
                  <a:gd name="textAreaRight" fmla="*/ 162000 w 161280"/>
                  <a:gd name="textAreaTop" fmla="*/ 0 h 146880"/>
                  <a:gd name="textAreaBottom" fmla="*/ 147600 h 146880"/>
                </a:gdLst>
                <a:ah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28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44640" bIns="-44640" anchor="t" anchorCtr="1">
                <a:noAutofit/>
              </a:bodyPr>
              <a:p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29" name="Freeform 17"/>
              <p:cNvSpPr/>
              <p:nvPr/>
            </p:nvSpPr>
            <p:spPr>
              <a:xfrm>
                <a:off x="9360" y="1801800"/>
                <a:ext cx="123120" cy="126360"/>
              </a:xfrm>
              <a:custGeom>
                <a:avLst/>
                <a:gdLst>
                  <a:gd name="textAreaLeft" fmla="*/ 0 w 123120"/>
                  <a:gd name="textAreaRight" fmla="*/ 123840 w 123120"/>
                  <a:gd name="textAreaTop" fmla="*/ 0 h 126360"/>
                  <a:gd name="textAreaBottom" fmla="*/ 127080 h 126360"/>
                </a:gdLst>
                <a:ah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30" name="Freeform 18"/>
              <p:cNvSpPr/>
              <p:nvPr/>
            </p:nvSpPr>
            <p:spPr>
              <a:xfrm>
                <a:off x="-9360" y="3549600"/>
                <a:ext cx="146880" cy="480240"/>
              </a:xfrm>
              <a:custGeom>
                <a:avLst/>
                <a:gdLst>
                  <a:gd name="textAreaLeft" fmla="*/ 0 w 146880"/>
                  <a:gd name="textAreaRight" fmla="*/ 147600 w 146880"/>
                  <a:gd name="textAreaTop" fmla="*/ 0 h 480240"/>
                  <a:gd name="textAreaBottom" fmla="*/ 480960 h 480240"/>
                </a:gdLst>
                <a:ah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31" name="Freeform 19"/>
              <p:cNvSpPr/>
              <p:nvPr/>
            </p:nvSpPr>
            <p:spPr>
              <a:xfrm>
                <a:off x="128520" y="1382760"/>
                <a:ext cx="142200" cy="475560"/>
              </a:xfrm>
              <a:custGeom>
                <a:avLst/>
                <a:gdLst>
                  <a:gd name="textAreaLeft" fmla="*/ 0 w 142200"/>
                  <a:gd name="textAreaRight" fmla="*/ 142920 w 142200"/>
                  <a:gd name="textAreaTop" fmla="*/ 0 h 475560"/>
                  <a:gd name="textAreaBottom" fmla="*/ 476280 h 475560"/>
                </a:gdLst>
                <a:ah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32" name="Freeform 20"/>
              <p:cNvSpPr/>
              <p:nvPr/>
            </p:nvSpPr>
            <p:spPr>
              <a:xfrm>
                <a:off x="204840" y="1849320"/>
                <a:ext cx="113760" cy="107280"/>
              </a:xfrm>
              <a:custGeom>
                <a:avLst/>
                <a:gdLst>
                  <a:gd name="textAreaLeft" fmla="*/ 0 w 113760"/>
                  <a:gd name="textAreaRight" fmla="*/ 114480 w 113760"/>
                  <a:gd name="textAreaTop" fmla="*/ 0 h 107280"/>
                  <a:gd name="textAreaBottom" fmla="*/ 108000 h 107280"/>
                </a:gdLst>
                <a:ah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33" name="Rectangle 21"/>
              <p:cNvSpPr/>
              <p:nvPr/>
            </p:nvSpPr>
            <p:spPr>
              <a:xfrm>
                <a:off x="133200" y="466236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34" name="Freeform 22"/>
              <p:cNvSpPr/>
              <p:nvPr/>
            </p:nvSpPr>
            <p:spPr>
              <a:xfrm>
                <a:off x="223920" y="5041800"/>
                <a:ext cx="369000" cy="180108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01080"/>
                  <a:gd name="textAreaBottom" fmla="*/ 1801800 h 1801080"/>
                </a:gdLst>
                <a:ah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35" name="Freeform 23"/>
              <p:cNvSpPr/>
              <p:nvPr/>
            </p:nvSpPr>
            <p:spPr>
              <a:xfrm>
                <a:off x="52560" y="4481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36" name="Freeform 24"/>
              <p:cNvSpPr/>
              <p:nvPr/>
            </p:nvSpPr>
            <p:spPr>
              <a:xfrm>
                <a:off x="-14400" y="5627520"/>
                <a:ext cx="84960" cy="1215360"/>
              </a:xfrm>
              <a:custGeom>
                <a:avLst/>
                <a:gdLst>
                  <a:gd name="textAreaLeft" fmla="*/ 0 w 84960"/>
                  <a:gd name="textAreaRight" fmla="*/ 85680 w 84960"/>
                  <a:gd name="textAreaTop" fmla="*/ 0 h 1215360"/>
                  <a:gd name="textAreaBottom" fmla="*/ 1216080 h 1215360"/>
                </a:gdLst>
                <a:ah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37" name="Freeform 25"/>
              <p:cNvSpPr/>
              <p:nvPr/>
            </p:nvSpPr>
            <p:spPr>
              <a:xfrm>
                <a:off x="527040" y="4867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38" name="Freeform 26"/>
              <p:cNvSpPr/>
              <p:nvPr/>
            </p:nvSpPr>
            <p:spPr>
              <a:xfrm>
                <a:off x="309600" y="5423040"/>
                <a:ext cx="374040" cy="1424880"/>
              </a:xfrm>
              <a:custGeom>
                <a:avLst/>
                <a:gdLst>
                  <a:gd name="textAreaLeft" fmla="*/ 0 w 374040"/>
                  <a:gd name="textAreaRight" fmla="*/ 374760 w 374040"/>
                  <a:gd name="textAreaTop" fmla="*/ 0 h 1424880"/>
                  <a:gd name="textAreaBottom" fmla="*/ 1425600 h 1424880"/>
                </a:gdLst>
                <a:ah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39" name="Freeform 27"/>
              <p:cNvSpPr/>
              <p:nvPr/>
            </p:nvSpPr>
            <p:spPr>
              <a:xfrm>
                <a:off x="569880" y="594504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40" name="Freeform 28"/>
              <p:cNvSpPr/>
              <p:nvPr/>
            </p:nvSpPr>
            <p:spPr>
              <a:xfrm>
                <a:off x="612720" y="5246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41" name="Freeform 29"/>
              <p:cNvSpPr/>
              <p:nvPr/>
            </p:nvSpPr>
            <p:spPr>
              <a:xfrm>
                <a:off x="612720" y="57643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42" name="Freeform 30"/>
              <p:cNvSpPr/>
              <p:nvPr/>
            </p:nvSpPr>
            <p:spPr>
              <a:xfrm>
                <a:off x="669960" y="6330960"/>
                <a:ext cx="416880" cy="51696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6960"/>
                  <a:gd name="textAreaBottom" fmla="*/ 517680 h 516960"/>
                </a:gdLst>
                <a:ah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43" name="Freeform 31"/>
              <p:cNvSpPr/>
              <p:nvPr/>
            </p:nvSpPr>
            <p:spPr>
              <a:xfrm>
                <a:off x="1049400" y="6221520"/>
                <a:ext cx="156600" cy="14688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46880"/>
                  <a:gd name="textAreaBottom" fmla="*/ 147600 h 146880"/>
                </a:gdLst>
                <a:ah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  <p:grpSp>
          <p:nvGrpSpPr>
            <p:cNvPr id="444" name="Group 9"/>
            <p:cNvGrpSpPr/>
            <p:nvPr/>
          </p:nvGrpSpPr>
          <p:grpSpPr>
            <a:xfrm>
              <a:off x="11364840" y="0"/>
              <a:ext cx="673920" cy="6847920"/>
              <a:chOff x="11364840" y="0"/>
              <a:chExt cx="673920" cy="6847920"/>
            </a:xfrm>
          </p:grpSpPr>
          <p:sp>
            <p:nvSpPr>
              <p:cNvPr id="445" name="Freeform 32"/>
              <p:cNvSpPr/>
              <p:nvPr/>
            </p:nvSpPr>
            <p:spPr>
              <a:xfrm>
                <a:off x="11484000" y="0"/>
                <a:ext cx="416880" cy="51192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1920"/>
                  <a:gd name="textAreaBottom" fmla="*/ 512640 h 511920"/>
                </a:gdLst>
                <a:ah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46" name="Freeform 33"/>
              <p:cNvSpPr/>
              <p:nvPr/>
            </p:nvSpPr>
            <p:spPr>
              <a:xfrm>
                <a:off x="11364840" y="474840"/>
                <a:ext cx="156600" cy="15156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1560"/>
                  <a:gd name="textAreaBottom" fmla="*/ 152280 h 151560"/>
                </a:gdLst>
                <a:ah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47" name="Freeform 34"/>
              <p:cNvSpPr/>
              <p:nvPr/>
            </p:nvSpPr>
            <p:spPr>
              <a:xfrm>
                <a:off x="11631600" y="1539720"/>
                <a:ext cx="188280" cy="18972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48" name="Freeform 35"/>
              <p:cNvSpPr/>
              <p:nvPr/>
            </p:nvSpPr>
            <p:spPr>
              <a:xfrm>
                <a:off x="11531520" y="5694480"/>
                <a:ext cx="297720" cy="1153440"/>
              </a:xfrm>
              <a:custGeom>
                <a:avLst/>
                <a:gdLst>
                  <a:gd name="textAreaLeft" fmla="*/ 0 w 297720"/>
                  <a:gd name="textAreaRight" fmla="*/ 298440 w 297720"/>
                  <a:gd name="textAreaTop" fmla="*/ 0 h 1153440"/>
                  <a:gd name="textAreaBottom" fmla="*/ 1154160 h 1153440"/>
                </a:gdLst>
                <a:ah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49" name="Freeform 36"/>
              <p:cNvSpPr/>
              <p:nvPr/>
            </p:nvSpPr>
            <p:spPr>
              <a:xfrm>
                <a:off x="11773080" y="5551560"/>
                <a:ext cx="156600" cy="15480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4800"/>
                  <a:gd name="textAreaBottom" fmla="*/ 155520 h 154800"/>
                </a:gdLst>
                <a:ah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50" name="Freeform 37"/>
              <p:cNvSpPr/>
              <p:nvPr/>
            </p:nvSpPr>
            <p:spPr>
              <a:xfrm>
                <a:off x="11711160" y="4680"/>
                <a:ext cx="304200" cy="1544040"/>
              </a:xfrm>
              <a:custGeom>
                <a:avLst/>
                <a:gdLst>
                  <a:gd name="textAreaLeft" fmla="*/ 0 w 304200"/>
                  <a:gd name="textAreaRight" fmla="*/ 304920 w 304200"/>
                  <a:gd name="textAreaTop" fmla="*/ 0 h 1544040"/>
                  <a:gd name="textAreaBottom" fmla="*/ 1544760 h 1544040"/>
                </a:gdLst>
                <a:ah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51" name="Freeform 38"/>
              <p:cNvSpPr/>
              <p:nvPr/>
            </p:nvSpPr>
            <p:spPr>
              <a:xfrm>
                <a:off x="11636280" y="4867200"/>
                <a:ext cx="188280" cy="18828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52" name="Freeform 39"/>
              <p:cNvSpPr/>
              <p:nvPr/>
            </p:nvSpPr>
            <p:spPr>
              <a:xfrm>
                <a:off x="11441160" y="5046840"/>
                <a:ext cx="307080" cy="1801080"/>
              </a:xfrm>
              <a:custGeom>
                <a:avLst/>
                <a:gdLst>
                  <a:gd name="textAreaLeft" fmla="*/ 0 w 307080"/>
                  <a:gd name="textAreaRight" fmla="*/ 307800 w 307080"/>
                  <a:gd name="textAreaTop" fmla="*/ 0 h 1801080"/>
                  <a:gd name="textAreaBottom" fmla="*/ 1801800 h 1801080"/>
                </a:gdLst>
                <a:ah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53" name="Freeform 40"/>
              <p:cNvSpPr/>
              <p:nvPr/>
            </p:nvSpPr>
            <p:spPr>
              <a:xfrm>
                <a:off x="11849040" y="641664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54" name="Rectangle 41"/>
              <p:cNvSpPr/>
              <p:nvPr/>
            </p:nvSpPr>
            <p:spPr>
              <a:xfrm>
                <a:off x="11939760" y="6595920"/>
                <a:ext cx="23040" cy="251640"/>
              </a:xfrm>
              <a:prstGeom prst="rect">
                <a:avLst/>
              </a:pr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</p:grpSp>
      <p:sp>
        <p:nvSpPr>
          <p:cNvPr id="455" name="PlaceHolder 1"/>
          <p:cNvSpPr>
            <a:spLocks noGrp="1"/>
          </p:cNvSpPr>
          <p:nvPr>
            <p:ph type="ftr" idx="25"/>
          </p:nvPr>
        </p:nvSpPr>
        <p:spPr>
          <a:xfrm>
            <a:off x="1141560" y="5883120"/>
            <a:ext cx="623844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1050" spc="-1" strike="noStrike" cap="all">
                <a:solidFill>
                  <a:schemeClr val="dk1">
                    <a:tint val="75000"/>
                  </a:schemeClr>
                </a:solidFill>
                <a:latin typeface="Tw Cen MT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 cap="all">
                <a:solidFill>
                  <a:schemeClr val="dk1">
                    <a:tint val="75000"/>
                  </a:schemeClr>
                </a:solidFill>
                <a:latin typeface="Tw Cen MT"/>
              </a:rPr>
              <a:t>&lt;footer&gt;</a:t>
            </a:r>
            <a:endParaRPr b="0" lang="en-US" sz="105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6" name="PlaceHolder 2"/>
          <p:cNvSpPr>
            <a:spLocks noGrp="1"/>
          </p:cNvSpPr>
          <p:nvPr>
            <p:ph type="sldNum" idx="26"/>
          </p:nvPr>
        </p:nvSpPr>
        <p:spPr>
          <a:xfrm>
            <a:off x="10276200" y="5883120"/>
            <a:ext cx="7704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BE" sz="1050" spc="-1" strike="noStrike">
                <a:solidFill>
                  <a:schemeClr val="dk1">
                    <a:tint val="75000"/>
                  </a:schemeClr>
                </a:solidFill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903A01B9-CC27-411B-A32D-AD5A3A09E41A}" type="slidenum">
              <a:rPr b="0" lang="en-BE" sz="1050" spc="-1" strike="noStrike">
                <a:solidFill>
                  <a:schemeClr val="dk1">
                    <a:tint val="75000"/>
                  </a:schemeClr>
                </a:solidFill>
                <a:latin typeface="Tw Cen MT"/>
              </a:rPr>
              <a:t>&lt;number&gt;</a:t>
            </a:fld>
            <a:endParaRPr b="0" lang="en-US" sz="105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7" name="PlaceHolder 3"/>
          <p:cNvSpPr>
            <a:spLocks noGrp="1"/>
          </p:cNvSpPr>
          <p:nvPr>
            <p:ph type="dt" idx="27"/>
          </p:nvPr>
        </p:nvSpPr>
        <p:spPr>
          <a:xfrm>
            <a:off x="7457040" y="58831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4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8" name="Picture 2" descr="\\DROBO-FS\QuickDrops\JB\PPTX NG\Droplets\LightingOverlay.png"/>
          <p:cNvPicPr/>
          <p:nvPr/>
        </p:nvPicPr>
        <p:blipFill>
          <a:blip r:embed="rId3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ln w="0">
            <a:noFill/>
          </a:ln>
        </p:spPr>
      </p:pic>
      <p:grpSp>
        <p:nvGrpSpPr>
          <p:cNvPr id="459" name="Group 7"/>
          <p:cNvGrpSpPr/>
          <p:nvPr/>
        </p:nvGrpSpPr>
        <p:grpSpPr>
          <a:xfrm>
            <a:off x="-14400" y="0"/>
            <a:ext cx="12053160" cy="6857280"/>
            <a:chOff x="-14400" y="0"/>
            <a:chExt cx="12053160" cy="6857280"/>
          </a:xfrm>
        </p:grpSpPr>
        <p:grpSp>
          <p:nvGrpSpPr>
            <p:cNvPr id="460" name="Group 8"/>
            <p:cNvGrpSpPr/>
            <p:nvPr/>
          </p:nvGrpSpPr>
          <p:grpSpPr>
            <a:xfrm>
              <a:off x="-14400" y="0"/>
              <a:ext cx="1220400" cy="6857280"/>
              <a:chOff x="-14400" y="0"/>
              <a:chExt cx="1220400" cy="6857280"/>
            </a:xfrm>
          </p:grpSpPr>
          <p:sp>
            <p:nvSpPr>
              <p:cNvPr id="461" name="Rectangle 5"/>
              <p:cNvSpPr/>
              <p:nvPr/>
            </p:nvSpPr>
            <p:spPr>
              <a:xfrm>
                <a:off x="114480" y="468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62" name="Freeform 6"/>
              <p:cNvSpPr/>
              <p:nvPr/>
            </p:nvSpPr>
            <p:spPr>
              <a:xfrm>
                <a:off x="33480" y="217656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63" name="Freeform 7"/>
              <p:cNvSpPr/>
              <p:nvPr/>
            </p:nvSpPr>
            <p:spPr>
              <a:xfrm>
                <a:off x="28440" y="4021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64" name="Freeform 8"/>
              <p:cNvSpPr/>
              <p:nvPr/>
            </p:nvSpPr>
            <p:spPr>
              <a:xfrm>
                <a:off x="200160" y="4680"/>
                <a:ext cx="369000" cy="181044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10440"/>
                  <a:gd name="textAreaBottom" fmla="*/ 1811160 h 1810440"/>
                </a:gdLst>
                <a:ah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65" name="Freeform 9"/>
              <p:cNvSpPr/>
              <p:nvPr/>
            </p:nvSpPr>
            <p:spPr>
              <a:xfrm>
                <a:off x="503280" y="18018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66" name="Freeform 10"/>
              <p:cNvSpPr/>
              <p:nvPr/>
            </p:nvSpPr>
            <p:spPr>
              <a:xfrm>
                <a:off x="285840" y="4680"/>
                <a:ext cx="369000" cy="142956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429560"/>
                  <a:gd name="textAreaBottom" fmla="*/ 1430280 h 1429560"/>
                </a:gdLst>
                <a:ah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67" name="Freeform 11"/>
              <p:cNvSpPr/>
              <p:nvPr/>
            </p:nvSpPr>
            <p:spPr>
              <a:xfrm>
                <a:off x="546120" y="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68" name="Freeform 12"/>
              <p:cNvSpPr/>
              <p:nvPr/>
            </p:nvSpPr>
            <p:spPr>
              <a:xfrm>
                <a:off x="588960" y="14209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69" name="Freeform 13"/>
              <p:cNvSpPr/>
              <p:nvPr/>
            </p:nvSpPr>
            <p:spPr>
              <a:xfrm>
                <a:off x="588960" y="9032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70" name="Freeform 14"/>
              <p:cNvSpPr/>
              <p:nvPr/>
            </p:nvSpPr>
            <p:spPr>
              <a:xfrm>
                <a:off x="641520" y="0"/>
                <a:ext cx="421560" cy="526320"/>
              </a:xfrm>
              <a:custGeom>
                <a:avLst/>
                <a:gdLst>
                  <a:gd name="textAreaLeft" fmla="*/ 0 w 421560"/>
                  <a:gd name="textAreaRight" fmla="*/ 422280 w 421560"/>
                  <a:gd name="textAreaTop" fmla="*/ 0 h 526320"/>
                  <a:gd name="textAreaBottom" fmla="*/ 527040 h 526320"/>
                </a:gdLst>
                <a:ah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71" name="Freeform 15"/>
              <p:cNvSpPr/>
              <p:nvPr/>
            </p:nvSpPr>
            <p:spPr>
              <a:xfrm>
                <a:off x="1020600" y="488880"/>
                <a:ext cx="161280" cy="146880"/>
              </a:xfrm>
              <a:custGeom>
                <a:avLst/>
                <a:gdLst>
                  <a:gd name="textAreaLeft" fmla="*/ 0 w 161280"/>
                  <a:gd name="textAreaRight" fmla="*/ 162000 w 161280"/>
                  <a:gd name="textAreaTop" fmla="*/ 0 h 146880"/>
                  <a:gd name="textAreaBottom" fmla="*/ 147600 h 146880"/>
                </a:gdLst>
                <a:ah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72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44640" bIns="-44640" anchor="t" anchorCtr="1">
                <a:noAutofit/>
              </a:bodyPr>
              <a:p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73" name="Freeform 17"/>
              <p:cNvSpPr/>
              <p:nvPr/>
            </p:nvSpPr>
            <p:spPr>
              <a:xfrm>
                <a:off x="9360" y="1801800"/>
                <a:ext cx="123120" cy="126360"/>
              </a:xfrm>
              <a:custGeom>
                <a:avLst/>
                <a:gdLst>
                  <a:gd name="textAreaLeft" fmla="*/ 0 w 123120"/>
                  <a:gd name="textAreaRight" fmla="*/ 123840 w 123120"/>
                  <a:gd name="textAreaTop" fmla="*/ 0 h 126360"/>
                  <a:gd name="textAreaBottom" fmla="*/ 127080 h 126360"/>
                </a:gdLst>
                <a:ah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74" name="Freeform 18"/>
              <p:cNvSpPr/>
              <p:nvPr/>
            </p:nvSpPr>
            <p:spPr>
              <a:xfrm>
                <a:off x="-9360" y="3549600"/>
                <a:ext cx="146880" cy="480240"/>
              </a:xfrm>
              <a:custGeom>
                <a:avLst/>
                <a:gdLst>
                  <a:gd name="textAreaLeft" fmla="*/ 0 w 146880"/>
                  <a:gd name="textAreaRight" fmla="*/ 147600 w 146880"/>
                  <a:gd name="textAreaTop" fmla="*/ 0 h 480240"/>
                  <a:gd name="textAreaBottom" fmla="*/ 480960 h 480240"/>
                </a:gdLst>
                <a:ah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75" name="Freeform 19"/>
              <p:cNvSpPr/>
              <p:nvPr/>
            </p:nvSpPr>
            <p:spPr>
              <a:xfrm>
                <a:off x="128520" y="1382760"/>
                <a:ext cx="142200" cy="475560"/>
              </a:xfrm>
              <a:custGeom>
                <a:avLst/>
                <a:gdLst>
                  <a:gd name="textAreaLeft" fmla="*/ 0 w 142200"/>
                  <a:gd name="textAreaRight" fmla="*/ 142920 w 142200"/>
                  <a:gd name="textAreaTop" fmla="*/ 0 h 475560"/>
                  <a:gd name="textAreaBottom" fmla="*/ 476280 h 475560"/>
                </a:gdLst>
                <a:ah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76" name="Freeform 20"/>
              <p:cNvSpPr/>
              <p:nvPr/>
            </p:nvSpPr>
            <p:spPr>
              <a:xfrm>
                <a:off x="204840" y="1849320"/>
                <a:ext cx="113760" cy="107280"/>
              </a:xfrm>
              <a:custGeom>
                <a:avLst/>
                <a:gdLst>
                  <a:gd name="textAreaLeft" fmla="*/ 0 w 113760"/>
                  <a:gd name="textAreaRight" fmla="*/ 114480 w 113760"/>
                  <a:gd name="textAreaTop" fmla="*/ 0 h 107280"/>
                  <a:gd name="textAreaBottom" fmla="*/ 108000 h 107280"/>
                </a:gdLst>
                <a:ah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77" name="Rectangle 21"/>
              <p:cNvSpPr/>
              <p:nvPr/>
            </p:nvSpPr>
            <p:spPr>
              <a:xfrm>
                <a:off x="133200" y="466236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78" name="Freeform 22"/>
              <p:cNvSpPr/>
              <p:nvPr/>
            </p:nvSpPr>
            <p:spPr>
              <a:xfrm>
                <a:off x="223920" y="5041800"/>
                <a:ext cx="369000" cy="180108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01080"/>
                  <a:gd name="textAreaBottom" fmla="*/ 1801800 h 1801080"/>
                </a:gdLst>
                <a:ah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79" name="Freeform 23"/>
              <p:cNvSpPr/>
              <p:nvPr/>
            </p:nvSpPr>
            <p:spPr>
              <a:xfrm>
                <a:off x="52560" y="4481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80" name="Freeform 24"/>
              <p:cNvSpPr/>
              <p:nvPr/>
            </p:nvSpPr>
            <p:spPr>
              <a:xfrm>
                <a:off x="-14400" y="5627520"/>
                <a:ext cx="84960" cy="1215360"/>
              </a:xfrm>
              <a:custGeom>
                <a:avLst/>
                <a:gdLst>
                  <a:gd name="textAreaLeft" fmla="*/ 0 w 84960"/>
                  <a:gd name="textAreaRight" fmla="*/ 85680 w 84960"/>
                  <a:gd name="textAreaTop" fmla="*/ 0 h 1215360"/>
                  <a:gd name="textAreaBottom" fmla="*/ 1216080 h 1215360"/>
                </a:gdLst>
                <a:ah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81" name="Freeform 25"/>
              <p:cNvSpPr/>
              <p:nvPr/>
            </p:nvSpPr>
            <p:spPr>
              <a:xfrm>
                <a:off x="527040" y="4867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82" name="Freeform 26"/>
              <p:cNvSpPr/>
              <p:nvPr/>
            </p:nvSpPr>
            <p:spPr>
              <a:xfrm>
                <a:off x="309600" y="5423040"/>
                <a:ext cx="374040" cy="1424880"/>
              </a:xfrm>
              <a:custGeom>
                <a:avLst/>
                <a:gdLst>
                  <a:gd name="textAreaLeft" fmla="*/ 0 w 374040"/>
                  <a:gd name="textAreaRight" fmla="*/ 374760 w 374040"/>
                  <a:gd name="textAreaTop" fmla="*/ 0 h 1424880"/>
                  <a:gd name="textAreaBottom" fmla="*/ 1425600 h 1424880"/>
                </a:gdLst>
                <a:ah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83" name="Freeform 27"/>
              <p:cNvSpPr/>
              <p:nvPr/>
            </p:nvSpPr>
            <p:spPr>
              <a:xfrm>
                <a:off x="569880" y="594504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84" name="Freeform 28"/>
              <p:cNvSpPr/>
              <p:nvPr/>
            </p:nvSpPr>
            <p:spPr>
              <a:xfrm>
                <a:off x="612720" y="5246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85" name="Freeform 29"/>
              <p:cNvSpPr/>
              <p:nvPr/>
            </p:nvSpPr>
            <p:spPr>
              <a:xfrm>
                <a:off x="612720" y="57643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86" name="Freeform 30"/>
              <p:cNvSpPr/>
              <p:nvPr/>
            </p:nvSpPr>
            <p:spPr>
              <a:xfrm>
                <a:off x="669960" y="6330960"/>
                <a:ext cx="416880" cy="51696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6960"/>
                  <a:gd name="textAreaBottom" fmla="*/ 517680 h 516960"/>
                </a:gdLst>
                <a:ah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87" name="Freeform 31"/>
              <p:cNvSpPr/>
              <p:nvPr/>
            </p:nvSpPr>
            <p:spPr>
              <a:xfrm>
                <a:off x="1049400" y="6221520"/>
                <a:ext cx="156600" cy="14688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46880"/>
                  <a:gd name="textAreaBottom" fmla="*/ 147600 h 146880"/>
                </a:gdLst>
                <a:ah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  <p:grpSp>
          <p:nvGrpSpPr>
            <p:cNvPr id="488" name="Group 9"/>
            <p:cNvGrpSpPr/>
            <p:nvPr/>
          </p:nvGrpSpPr>
          <p:grpSpPr>
            <a:xfrm>
              <a:off x="11364840" y="0"/>
              <a:ext cx="673920" cy="6847920"/>
              <a:chOff x="11364840" y="0"/>
              <a:chExt cx="673920" cy="6847920"/>
            </a:xfrm>
          </p:grpSpPr>
          <p:sp>
            <p:nvSpPr>
              <p:cNvPr id="489" name="Freeform 32"/>
              <p:cNvSpPr/>
              <p:nvPr/>
            </p:nvSpPr>
            <p:spPr>
              <a:xfrm>
                <a:off x="11484000" y="0"/>
                <a:ext cx="416880" cy="51192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1920"/>
                  <a:gd name="textAreaBottom" fmla="*/ 512640 h 511920"/>
                </a:gdLst>
                <a:ah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90" name="Freeform 33"/>
              <p:cNvSpPr/>
              <p:nvPr/>
            </p:nvSpPr>
            <p:spPr>
              <a:xfrm>
                <a:off x="11364840" y="474840"/>
                <a:ext cx="156600" cy="15156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1560"/>
                  <a:gd name="textAreaBottom" fmla="*/ 152280 h 151560"/>
                </a:gdLst>
                <a:ah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91" name="Freeform 34"/>
              <p:cNvSpPr/>
              <p:nvPr/>
            </p:nvSpPr>
            <p:spPr>
              <a:xfrm>
                <a:off x="11631600" y="1539720"/>
                <a:ext cx="188280" cy="18972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92" name="Freeform 35"/>
              <p:cNvSpPr/>
              <p:nvPr/>
            </p:nvSpPr>
            <p:spPr>
              <a:xfrm>
                <a:off x="11531520" y="5694480"/>
                <a:ext cx="297720" cy="1153440"/>
              </a:xfrm>
              <a:custGeom>
                <a:avLst/>
                <a:gdLst>
                  <a:gd name="textAreaLeft" fmla="*/ 0 w 297720"/>
                  <a:gd name="textAreaRight" fmla="*/ 298440 w 297720"/>
                  <a:gd name="textAreaTop" fmla="*/ 0 h 1153440"/>
                  <a:gd name="textAreaBottom" fmla="*/ 1154160 h 1153440"/>
                </a:gdLst>
                <a:ah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93" name="Freeform 36"/>
              <p:cNvSpPr/>
              <p:nvPr/>
            </p:nvSpPr>
            <p:spPr>
              <a:xfrm>
                <a:off x="11773080" y="5551560"/>
                <a:ext cx="156600" cy="15480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4800"/>
                  <a:gd name="textAreaBottom" fmla="*/ 155520 h 154800"/>
                </a:gdLst>
                <a:ah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94" name="Freeform 37"/>
              <p:cNvSpPr/>
              <p:nvPr/>
            </p:nvSpPr>
            <p:spPr>
              <a:xfrm>
                <a:off x="11711160" y="4680"/>
                <a:ext cx="304200" cy="1544040"/>
              </a:xfrm>
              <a:custGeom>
                <a:avLst/>
                <a:gdLst>
                  <a:gd name="textAreaLeft" fmla="*/ 0 w 304200"/>
                  <a:gd name="textAreaRight" fmla="*/ 304920 w 304200"/>
                  <a:gd name="textAreaTop" fmla="*/ 0 h 1544040"/>
                  <a:gd name="textAreaBottom" fmla="*/ 1544760 h 1544040"/>
                </a:gdLst>
                <a:ah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95" name="Freeform 38"/>
              <p:cNvSpPr/>
              <p:nvPr/>
            </p:nvSpPr>
            <p:spPr>
              <a:xfrm>
                <a:off x="11636280" y="4867200"/>
                <a:ext cx="188280" cy="18828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96" name="Freeform 39"/>
              <p:cNvSpPr/>
              <p:nvPr/>
            </p:nvSpPr>
            <p:spPr>
              <a:xfrm>
                <a:off x="11441160" y="5046840"/>
                <a:ext cx="307080" cy="1801080"/>
              </a:xfrm>
              <a:custGeom>
                <a:avLst/>
                <a:gdLst>
                  <a:gd name="textAreaLeft" fmla="*/ 0 w 307080"/>
                  <a:gd name="textAreaRight" fmla="*/ 307800 w 307080"/>
                  <a:gd name="textAreaTop" fmla="*/ 0 h 1801080"/>
                  <a:gd name="textAreaBottom" fmla="*/ 1801800 h 1801080"/>
                </a:gdLst>
                <a:ah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97" name="Freeform 40"/>
              <p:cNvSpPr/>
              <p:nvPr/>
            </p:nvSpPr>
            <p:spPr>
              <a:xfrm>
                <a:off x="11849040" y="641664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98" name="Rectangle 41"/>
              <p:cNvSpPr/>
              <p:nvPr/>
            </p:nvSpPr>
            <p:spPr>
              <a:xfrm>
                <a:off x="11939760" y="6595920"/>
                <a:ext cx="23040" cy="251640"/>
              </a:xfrm>
              <a:prstGeom prst="rect">
                <a:avLst/>
              </a:pr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</p:grpSp>
      <p:sp>
        <p:nvSpPr>
          <p:cNvPr id="499" name="PlaceHolder 1"/>
          <p:cNvSpPr>
            <a:spLocks noGrp="1"/>
          </p:cNvSpPr>
          <p:nvPr>
            <p:ph type="title"/>
          </p:nvPr>
        </p:nvSpPr>
        <p:spPr>
          <a:xfrm>
            <a:off x="1141560" y="618480"/>
            <a:ext cx="9905400" cy="147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0" name="PlaceHolder 2"/>
          <p:cNvSpPr>
            <a:spLocks noGrp="1"/>
          </p:cNvSpPr>
          <p:nvPr>
            <p:ph type="body"/>
          </p:nvPr>
        </p:nvSpPr>
        <p:spPr>
          <a:xfrm>
            <a:off x="1141560" y="2249640"/>
            <a:ext cx="9905400" cy="354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1" name="PlaceHolder 3"/>
          <p:cNvSpPr>
            <a:spLocks noGrp="1"/>
          </p:cNvSpPr>
          <p:nvPr>
            <p:ph type="ftr" idx="28"/>
          </p:nvPr>
        </p:nvSpPr>
        <p:spPr>
          <a:xfrm>
            <a:off x="1141560" y="5883120"/>
            <a:ext cx="623844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1050" spc="-1" strike="noStrike" cap="all">
                <a:solidFill>
                  <a:schemeClr val="dk1">
                    <a:tint val="75000"/>
                  </a:schemeClr>
                </a:solidFill>
                <a:latin typeface="Tw Cen MT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 cap="all">
                <a:solidFill>
                  <a:schemeClr val="dk1">
                    <a:tint val="75000"/>
                  </a:schemeClr>
                </a:solidFill>
                <a:latin typeface="Tw Cen MT"/>
              </a:rPr>
              <a:t>&lt;footer&gt;</a:t>
            </a:r>
            <a:endParaRPr b="0" lang="en-US" sz="105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2" name="PlaceHolder 4"/>
          <p:cNvSpPr>
            <a:spLocks noGrp="1"/>
          </p:cNvSpPr>
          <p:nvPr>
            <p:ph type="sldNum" idx="29"/>
          </p:nvPr>
        </p:nvSpPr>
        <p:spPr>
          <a:xfrm>
            <a:off x="10276200" y="5883120"/>
            <a:ext cx="7704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BE" sz="1050" spc="-1" strike="noStrike">
                <a:solidFill>
                  <a:schemeClr val="dk1">
                    <a:tint val="75000"/>
                  </a:schemeClr>
                </a:solidFill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63D49160-BF30-42DE-B3E1-5BF91CE9EB18}" type="slidenum">
              <a:rPr b="0" lang="en-BE" sz="1050" spc="-1" strike="noStrike">
                <a:solidFill>
                  <a:schemeClr val="dk1">
                    <a:tint val="75000"/>
                  </a:schemeClr>
                </a:solidFill>
                <a:latin typeface="Tw Cen MT"/>
              </a:rPr>
              <a:t>&lt;number&gt;</a:t>
            </a:fld>
            <a:endParaRPr b="0" lang="en-US" sz="105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3" name="PlaceHolder 5"/>
          <p:cNvSpPr>
            <a:spLocks noGrp="1"/>
          </p:cNvSpPr>
          <p:nvPr>
            <p:ph type="dt" idx="30"/>
          </p:nvPr>
        </p:nvSpPr>
        <p:spPr>
          <a:xfrm>
            <a:off x="7457040" y="58831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4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6" name="Picture 2" descr="\\DROBO-FS\QuickDrops\JB\PPTX NG\Droplets\LightingOverlay.png"/>
          <p:cNvPicPr/>
          <p:nvPr/>
        </p:nvPicPr>
        <p:blipFill>
          <a:blip r:embed="rId3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ln w="0">
            <a:noFill/>
          </a:ln>
        </p:spPr>
      </p:pic>
      <p:grpSp>
        <p:nvGrpSpPr>
          <p:cNvPr id="507" name="Group 7"/>
          <p:cNvGrpSpPr/>
          <p:nvPr/>
        </p:nvGrpSpPr>
        <p:grpSpPr>
          <a:xfrm>
            <a:off x="-14400" y="0"/>
            <a:ext cx="12053160" cy="6857280"/>
            <a:chOff x="-14400" y="0"/>
            <a:chExt cx="12053160" cy="6857280"/>
          </a:xfrm>
        </p:grpSpPr>
        <p:grpSp>
          <p:nvGrpSpPr>
            <p:cNvPr id="508" name="Group 8"/>
            <p:cNvGrpSpPr/>
            <p:nvPr/>
          </p:nvGrpSpPr>
          <p:grpSpPr>
            <a:xfrm>
              <a:off x="-14400" y="0"/>
              <a:ext cx="1220400" cy="6857280"/>
              <a:chOff x="-14400" y="0"/>
              <a:chExt cx="1220400" cy="6857280"/>
            </a:xfrm>
          </p:grpSpPr>
          <p:sp>
            <p:nvSpPr>
              <p:cNvPr id="509" name="Rectangle 5"/>
              <p:cNvSpPr/>
              <p:nvPr/>
            </p:nvSpPr>
            <p:spPr>
              <a:xfrm>
                <a:off x="114480" y="468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10" name="Freeform 6"/>
              <p:cNvSpPr/>
              <p:nvPr/>
            </p:nvSpPr>
            <p:spPr>
              <a:xfrm>
                <a:off x="33480" y="217656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11" name="Freeform 7"/>
              <p:cNvSpPr/>
              <p:nvPr/>
            </p:nvSpPr>
            <p:spPr>
              <a:xfrm>
                <a:off x="28440" y="4021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12" name="Freeform 8"/>
              <p:cNvSpPr/>
              <p:nvPr/>
            </p:nvSpPr>
            <p:spPr>
              <a:xfrm>
                <a:off x="200160" y="4680"/>
                <a:ext cx="369000" cy="181044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10440"/>
                  <a:gd name="textAreaBottom" fmla="*/ 1811160 h 1810440"/>
                </a:gdLst>
                <a:ah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13" name="Freeform 9"/>
              <p:cNvSpPr/>
              <p:nvPr/>
            </p:nvSpPr>
            <p:spPr>
              <a:xfrm>
                <a:off x="503280" y="18018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14" name="Freeform 10"/>
              <p:cNvSpPr/>
              <p:nvPr/>
            </p:nvSpPr>
            <p:spPr>
              <a:xfrm>
                <a:off x="285840" y="4680"/>
                <a:ext cx="369000" cy="142956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429560"/>
                  <a:gd name="textAreaBottom" fmla="*/ 1430280 h 1429560"/>
                </a:gdLst>
                <a:ah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15" name="Freeform 11"/>
              <p:cNvSpPr/>
              <p:nvPr/>
            </p:nvSpPr>
            <p:spPr>
              <a:xfrm>
                <a:off x="546120" y="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16" name="Freeform 12"/>
              <p:cNvSpPr/>
              <p:nvPr/>
            </p:nvSpPr>
            <p:spPr>
              <a:xfrm>
                <a:off x="588960" y="14209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17" name="Freeform 13"/>
              <p:cNvSpPr/>
              <p:nvPr/>
            </p:nvSpPr>
            <p:spPr>
              <a:xfrm>
                <a:off x="588960" y="9032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18" name="Freeform 14"/>
              <p:cNvSpPr/>
              <p:nvPr/>
            </p:nvSpPr>
            <p:spPr>
              <a:xfrm>
                <a:off x="641520" y="0"/>
                <a:ext cx="421560" cy="526320"/>
              </a:xfrm>
              <a:custGeom>
                <a:avLst/>
                <a:gdLst>
                  <a:gd name="textAreaLeft" fmla="*/ 0 w 421560"/>
                  <a:gd name="textAreaRight" fmla="*/ 422280 w 421560"/>
                  <a:gd name="textAreaTop" fmla="*/ 0 h 526320"/>
                  <a:gd name="textAreaBottom" fmla="*/ 527040 h 526320"/>
                </a:gdLst>
                <a:ah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19" name="Freeform 15"/>
              <p:cNvSpPr/>
              <p:nvPr/>
            </p:nvSpPr>
            <p:spPr>
              <a:xfrm>
                <a:off x="1020600" y="488880"/>
                <a:ext cx="161280" cy="146880"/>
              </a:xfrm>
              <a:custGeom>
                <a:avLst/>
                <a:gdLst>
                  <a:gd name="textAreaLeft" fmla="*/ 0 w 161280"/>
                  <a:gd name="textAreaRight" fmla="*/ 162000 w 161280"/>
                  <a:gd name="textAreaTop" fmla="*/ 0 h 146880"/>
                  <a:gd name="textAreaBottom" fmla="*/ 147600 h 146880"/>
                </a:gdLst>
                <a:ah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20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44640" bIns="-44640" anchor="t" anchorCtr="1">
                <a:noAutofit/>
              </a:bodyPr>
              <a:p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21" name="Freeform 17"/>
              <p:cNvSpPr/>
              <p:nvPr/>
            </p:nvSpPr>
            <p:spPr>
              <a:xfrm>
                <a:off x="9360" y="1801800"/>
                <a:ext cx="123120" cy="126360"/>
              </a:xfrm>
              <a:custGeom>
                <a:avLst/>
                <a:gdLst>
                  <a:gd name="textAreaLeft" fmla="*/ 0 w 123120"/>
                  <a:gd name="textAreaRight" fmla="*/ 123840 w 123120"/>
                  <a:gd name="textAreaTop" fmla="*/ 0 h 126360"/>
                  <a:gd name="textAreaBottom" fmla="*/ 127080 h 126360"/>
                </a:gdLst>
                <a:ah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22" name="Freeform 18"/>
              <p:cNvSpPr/>
              <p:nvPr/>
            </p:nvSpPr>
            <p:spPr>
              <a:xfrm>
                <a:off x="-9360" y="3549600"/>
                <a:ext cx="146880" cy="480240"/>
              </a:xfrm>
              <a:custGeom>
                <a:avLst/>
                <a:gdLst>
                  <a:gd name="textAreaLeft" fmla="*/ 0 w 146880"/>
                  <a:gd name="textAreaRight" fmla="*/ 147600 w 146880"/>
                  <a:gd name="textAreaTop" fmla="*/ 0 h 480240"/>
                  <a:gd name="textAreaBottom" fmla="*/ 480960 h 480240"/>
                </a:gdLst>
                <a:ah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23" name="Freeform 19"/>
              <p:cNvSpPr/>
              <p:nvPr/>
            </p:nvSpPr>
            <p:spPr>
              <a:xfrm>
                <a:off x="128520" y="1382760"/>
                <a:ext cx="142200" cy="475560"/>
              </a:xfrm>
              <a:custGeom>
                <a:avLst/>
                <a:gdLst>
                  <a:gd name="textAreaLeft" fmla="*/ 0 w 142200"/>
                  <a:gd name="textAreaRight" fmla="*/ 142920 w 142200"/>
                  <a:gd name="textAreaTop" fmla="*/ 0 h 475560"/>
                  <a:gd name="textAreaBottom" fmla="*/ 476280 h 475560"/>
                </a:gdLst>
                <a:ah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24" name="Freeform 20"/>
              <p:cNvSpPr/>
              <p:nvPr/>
            </p:nvSpPr>
            <p:spPr>
              <a:xfrm>
                <a:off x="204840" y="1849320"/>
                <a:ext cx="113760" cy="107280"/>
              </a:xfrm>
              <a:custGeom>
                <a:avLst/>
                <a:gdLst>
                  <a:gd name="textAreaLeft" fmla="*/ 0 w 113760"/>
                  <a:gd name="textAreaRight" fmla="*/ 114480 w 113760"/>
                  <a:gd name="textAreaTop" fmla="*/ 0 h 107280"/>
                  <a:gd name="textAreaBottom" fmla="*/ 108000 h 107280"/>
                </a:gdLst>
                <a:ah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25" name="Rectangle 21"/>
              <p:cNvSpPr/>
              <p:nvPr/>
            </p:nvSpPr>
            <p:spPr>
              <a:xfrm>
                <a:off x="133200" y="466236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26" name="Freeform 22"/>
              <p:cNvSpPr/>
              <p:nvPr/>
            </p:nvSpPr>
            <p:spPr>
              <a:xfrm>
                <a:off x="223920" y="5041800"/>
                <a:ext cx="369000" cy="180108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01080"/>
                  <a:gd name="textAreaBottom" fmla="*/ 1801800 h 1801080"/>
                </a:gdLst>
                <a:ah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27" name="Freeform 23"/>
              <p:cNvSpPr/>
              <p:nvPr/>
            </p:nvSpPr>
            <p:spPr>
              <a:xfrm>
                <a:off x="52560" y="4481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28" name="Freeform 24"/>
              <p:cNvSpPr/>
              <p:nvPr/>
            </p:nvSpPr>
            <p:spPr>
              <a:xfrm>
                <a:off x="-14400" y="5627520"/>
                <a:ext cx="84960" cy="1215360"/>
              </a:xfrm>
              <a:custGeom>
                <a:avLst/>
                <a:gdLst>
                  <a:gd name="textAreaLeft" fmla="*/ 0 w 84960"/>
                  <a:gd name="textAreaRight" fmla="*/ 85680 w 84960"/>
                  <a:gd name="textAreaTop" fmla="*/ 0 h 1215360"/>
                  <a:gd name="textAreaBottom" fmla="*/ 1216080 h 1215360"/>
                </a:gdLst>
                <a:ah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29" name="Freeform 25"/>
              <p:cNvSpPr/>
              <p:nvPr/>
            </p:nvSpPr>
            <p:spPr>
              <a:xfrm>
                <a:off x="527040" y="4867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30" name="Freeform 26"/>
              <p:cNvSpPr/>
              <p:nvPr/>
            </p:nvSpPr>
            <p:spPr>
              <a:xfrm>
                <a:off x="309600" y="5423040"/>
                <a:ext cx="374040" cy="1424880"/>
              </a:xfrm>
              <a:custGeom>
                <a:avLst/>
                <a:gdLst>
                  <a:gd name="textAreaLeft" fmla="*/ 0 w 374040"/>
                  <a:gd name="textAreaRight" fmla="*/ 374760 w 374040"/>
                  <a:gd name="textAreaTop" fmla="*/ 0 h 1424880"/>
                  <a:gd name="textAreaBottom" fmla="*/ 1425600 h 1424880"/>
                </a:gdLst>
                <a:ah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31" name="Freeform 27"/>
              <p:cNvSpPr/>
              <p:nvPr/>
            </p:nvSpPr>
            <p:spPr>
              <a:xfrm>
                <a:off x="569880" y="594504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32" name="Freeform 28"/>
              <p:cNvSpPr/>
              <p:nvPr/>
            </p:nvSpPr>
            <p:spPr>
              <a:xfrm>
                <a:off x="612720" y="5246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33" name="Freeform 29"/>
              <p:cNvSpPr/>
              <p:nvPr/>
            </p:nvSpPr>
            <p:spPr>
              <a:xfrm>
                <a:off x="612720" y="57643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34" name="Freeform 30"/>
              <p:cNvSpPr/>
              <p:nvPr/>
            </p:nvSpPr>
            <p:spPr>
              <a:xfrm>
                <a:off x="669960" y="6330960"/>
                <a:ext cx="416880" cy="51696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6960"/>
                  <a:gd name="textAreaBottom" fmla="*/ 517680 h 516960"/>
                </a:gdLst>
                <a:ah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35" name="Freeform 31"/>
              <p:cNvSpPr/>
              <p:nvPr/>
            </p:nvSpPr>
            <p:spPr>
              <a:xfrm>
                <a:off x="1049400" y="6221520"/>
                <a:ext cx="156600" cy="14688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46880"/>
                  <a:gd name="textAreaBottom" fmla="*/ 147600 h 146880"/>
                </a:gdLst>
                <a:ah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  <p:grpSp>
          <p:nvGrpSpPr>
            <p:cNvPr id="536" name="Group 9"/>
            <p:cNvGrpSpPr/>
            <p:nvPr/>
          </p:nvGrpSpPr>
          <p:grpSpPr>
            <a:xfrm>
              <a:off x="11364840" y="0"/>
              <a:ext cx="673920" cy="6847920"/>
              <a:chOff x="11364840" y="0"/>
              <a:chExt cx="673920" cy="6847920"/>
            </a:xfrm>
          </p:grpSpPr>
          <p:sp>
            <p:nvSpPr>
              <p:cNvPr id="537" name="Freeform 32"/>
              <p:cNvSpPr/>
              <p:nvPr/>
            </p:nvSpPr>
            <p:spPr>
              <a:xfrm>
                <a:off x="11484000" y="0"/>
                <a:ext cx="416880" cy="51192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1920"/>
                  <a:gd name="textAreaBottom" fmla="*/ 512640 h 511920"/>
                </a:gdLst>
                <a:ah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38" name="Freeform 33"/>
              <p:cNvSpPr/>
              <p:nvPr/>
            </p:nvSpPr>
            <p:spPr>
              <a:xfrm>
                <a:off x="11364840" y="474840"/>
                <a:ext cx="156600" cy="15156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1560"/>
                  <a:gd name="textAreaBottom" fmla="*/ 152280 h 151560"/>
                </a:gdLst>
                <a:ah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39" name="Freeform 34"/>
              <p:cNvSpPr/>
              <p:nvPr/>
            </p:nvSpPr>
            <p:spPr>
              <a:xfrm>
                <a:off x="11631600" y="1539720"/>
                <a:ext cx="188280" cy="18972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40" name="Freeform 35"/>
              <p:cNvSpPr/>
              <p:nvPr/>
            </p:nvSpPr>
            <p:spPr>
              <a:xfrm>
                <a:off x="11531520" y="5694480"/>
                <a:ext cx="297720" cy="1153440"/>
              </a:xfrm>
              <a:custGeom>
                <a:avLst/>
                <a:gdLst>
                  <a:gd name="textAreaLeft" fmla="*/ 0 w 297720"/>
                  <a:gd name="textAreaRight" fmla="*/ 298440 w 297720"/>
                  <a:gd name="textAreaTop" fmla="*/ 0 h 1153440"/>
                  <a:gd name="textAreaBottom" fmla="*/ 1154160 h 1153440"/>
                </a:gdLst>
                <a:ah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41" name="Freeform 36"/>
              <p:cNvSpPr/>
              <p:nvPr/>
            </p:nvSpPr>
            <p:spPr>
              <a:xfrm>
                <a:off x="11773080" y="5551560"/>
                <a:ext cx="156600" cy="15480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4800"/>
                  <a:gd name="textAreaBottom" fmla="*/ 155520 h 154800"/>
                </a:gdLst>
                <a:ah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42" name="Freeform 37"/>
              <p:cNvSpPr/>
              <p:nvPr/>
            </p:nvSpPr>
            <p:spPr>
              <a:xfrm>
                <a:off x="11711160" y="4680"/>
                <a:ext cx="304200" cy="1544040"/>
              </a:xfrm>
              <a:custGeom>
                <a:avLst/>
                <a:gdLst>
                  <a:gd name="textAreaLeft" fmla="*/ 0 w 304200"/>
                  <a:gd name="textAreaRight" fmla="*/ 304920 w 304200"/>
                  <a:gd name="textAreaTop" fmla="*/ 0 h 1544040"/>
                  <a:gd name="textAreaBottom" fmla="*/ 1544760 h 1544040"/>
                </a:gdLst>
                <a:ah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43" name="Freeform 38"/>
              <p:cNvSpPr/>
              <p:nvPr/>
            </p:nvSpPr>
            <p:spPr>
              <a:xfrm>
                <a:off x="11636280" y="4867200"/>
                <a:ext cx="188280" cy="18828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44" name="Freeform 39"/>
              <p:cNvSpPr/>
              <p:nvPr/>
            </p:nvSpPr>
            <p:spPr>
              <a:xfrm>
                <a:off x="11441160" y="5046840"/>
                <a:ext cx="307080" cy="1801080"/>
              </a:xfrm>
              <a:custGeom>
                <a:avLst/>
                <a:gdLst>
                  <a:gd name="textAreaLeft" fmla="*/ 0 w 307080"/>
                  <a:gd name="textAreaRight" fmla="*/ 307800 w 307080"/>
                  <a:gd name="textAreaTop" fmla="*/ 0 h 1801080"/>
                  <a:gd name="textAreaBottom" fmla="*/ 1801800 h 1801080"/>
                </a:gdLst>
                <a:ah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45" name="Freeform 40"/>
              <p:cNvSpPr/>
              <p:nvPr/>
            </p:nvSpPr>
            <p:spPr>
              <a:xfrm>
                <a:off x="11849040" y="641664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46" name="Rectangle 41"/>
              <p:cNvSpPr/>
              <p:nvPr/>
            </p:nvSpPr>
            <p:spPr>
              <a:xfrm>
                <a:off x="11939760" y="6595920"/>
                <a:ext cx="23040" cy="251640"/>
              </a:xfrm>
              <a:prstGeom prst="rect">
                <a:avLst/>
              </a:pr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</p:grpSp>
      <p:sp>
        <p:nvSpPr>
          <p:cNvPr id="547" name="PlaceHolder 1"/>
          <p:cNvSpPr>
            <a:spLocks noGrp="1"/>
          </p:cNvSpPr>
          <p:nvPr>
            <p:ph type="ftr" idx="31"/>
          </p:nvPr>
        </p:nvSpPr>
        <p:spPr>
          <a:xfrm>
            <a:off x="1141560" y="5883120"/>
            <a:ext cx="623844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1050" spc="-1" strike="noStrike" cap="all">
                <a:solidFill>
                  <a:schemeClr val="dk1">
                    <a:tint val="75000"/>
                  </a:schemeClr>
                </a:solidFill>
                <a:latin typeface="Tw Cen MT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 cap="all">
                <a:solidFill>
                  <a:schemeClr val="dk1">
                    <a:tint val="75000"/>
                  </a:schemeClr>
                </a:solidFill>
                <a:latin typeface="Tw Cen MT"/>
              </a:rPr>
              <a:t>&lt;footer&gt;</a:t>
            </a:r>
            <a:endParaRPr b="0" lang="en-US" sz="105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8" name="PlaceHolder 2"/>
          <p:cNvSpPr>
            <a:spLocks noGrp="1"/>
          </p:cNvSpPr>
          <p:nvPr>
            <p:ph type="sldNum" idx="32"/>
          </p:nvPr>
        </p:nvSpPr>
        <p:spPr>
          <a:xfrm>
            <a:off x="10276200" y="5883120"/>
            <a:ext cx="7704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BE" sz="1050" spc="-1" strike="noStrike">
                <a:solidFill>
                  <a:schemeClr val="dk1">
                    <a:tint val="75000"/>
                  </a:schemeClr>
                </a:solidFill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AE2E74CD-BB66-44EC-A642-FDF11F6AB9E0}" type="slidenum">
              <a:rPr b="0" lang="en-BE" sz="1050" spc="-1" strike="noStrike">
                <a:solidFill>
                  <a:schemeClr val="dk1">
                    <a:tint val="75000"/>
                  </a:schemeClr>
                </a:solidFill>
                <a:latin typeface="Tw Cen MT"/>
              </a:rPr>
              <a:t>&lt;number&gt;</a:t>
            </a:fld>
            <a:endParaRPr b="0" lang="en-US" sz="105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9" name="PlaceHolder 3"/>
          <p:cNvSpPr>
            <a:spLocks noGrp="1"/>
          </p:cNvSpPr>
          <p:nvPr>
            <p:ph type="dt" idx="33"/>
          </p:nvPr>
        </p:nvSpPr>
        <p:spPr>
          <a:xfrm>
            <a:off x="7457040" y="58831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4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0" name="Picture 2" descr="\\DROBO-FS\QuickDrops\JB\PPTX NG\Droplets\LightingOverlay.png"/>
          <p:cNvPicPr/>
          <p:nvPr/>
        </p:nvPicPr>
        <p:blipFill>
          <a:blip r:embed="rId3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ln w="0">
            <a:noFill/>
          </a:ln>
        </p:spPr>
      </p:pic>
      <p:grpSp>
        <p:nvGrpSpPr>
          <p:cNvPr id="551" name="Group 7"/>
          <p:cNvGrpSpPr/>
          <p:nvPr/>
        </p:nvGrpSpPr>
        <p:grpSpPr>
          <a:xfrm>
            <a:off x="-14400" y="0"/>
            <a:ext cx="12053160" cy="6857280"/>
            <a:chOff x="-14400" y="0"/>
            <a:chExt cx="12053160" cy="6857280"/>
          </a:xfrm>
        </p:grpSpPr>
        <p:grpSp>
          <p:nvGrpSpPr>
            <p:cNvPr id="552" name="Group 8"/>
            <p:cNvGrpSpPr/>
            <p:nvPr/>
          </p:nvGrpSpPr>
          <p:grpSpPr>
            <a:xfrm>
              <a:off x="-14400" y="0"/>
              <a:ext cx="1220400" cy="6857280"/>
              <a:chOff x="-14400" y="0"/>
              <a:chExt cx="1220400" cy="6857280"/>
            </a:xfrm>
          </p:grpSpPr>
          <p:sp>
            <p:nvSpPr>
              <p:cNvPr id="553" name="Rectangle 5"/>
              <p:cNvSpPr/>
              <p:nvPr/>
            </p:nvSpPr>
            <p:spPr>
              <a:xfrm>
                <a:off x="114480" y="468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54" name="Freeform 6"/>
              <p:cNvSpPr/>
              <p:nvPr/>
            </p:nvSpPr>
            <p:spPr>
              <a:xfrm>
                <a:off x="33480" y="217656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55" name="Freeform 7"/>
              <p:cNvSpPr/>
              <p:nvPr/>
            </p:nvSpPr>
            <p:spPr>
              <a:xfrm>
                <a:off x="28440" y="4021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56" name="Freeform 8"/>
              <p:cNvSpPr/>
              <p:nvPr/>
            </p:nvSpPr>
            <p:spPr>
              <a:xfrm>
                <a:off x="200160" y="4680"/>
                <a:ext cx="369000" cy="181044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10440"/>
                  <a:gd name="textAreaBottom" fmla="*/ 1811160 h 1810440"/>
                </a:gdLst>
                <a:ah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57" name="Freeform 9"/>
              <p:cNvSpPr/>
              <p:nvPr/>
            </p:nvSpPr>
            <p:spPr>
              <a:xfrm>
                <a:off x="503280" y="18018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58" name="Freeform 10"/>
              <p:cNvSpPr/>
              <p:nvPr/>
            </p:nvSpPr>
            <p:spPr>
              <a:xfrm>
                <a:off x="285840" y="4680"/>
                <a:ext cx="369000" cy="142956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429560"/>
                  <a:gd name="textAreaBottom" fmla="*/ 1430280 h 1429560"/>
                </a:gdLst>
                <a:ah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59" name="Freeform 11"/>
              <p:cNvSpPr/>
              <p:nvPr/>
            </p:nvSpPr>
            <p:spPr>
              <a:xfrm>
                <a:off x="546120" y="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60" name="Freeform 12"/>
              <p:cNvSpPr/>
              <p:nvPr/>
            </p:nvSpPr>
            <p:spPr>
              <a:xfrm>
                <a:off x="588960" y="14209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61" name="Freeform 13"/>
              <p:cNvSpPr/>
              <p:nvPr/>
            </p:nvSpPr>
            <p:spPr>
              <a:xfrm>
                <a:off x="588960" y="9032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62" name="Freeform 14"/>
              <p:cNvSpPr/>
              <p:nvPr/>
            </p:nvSpPr>
            <p:spPr>
              <a:xfrm>
                <a:off x="641520" y="0"/>
                <a:ext cx="421560" cy="526320"/>
              </a:xfrm>
              <a:custGeom>
                <a:avLst/>
                <a:gdLst>
                  <a:gd name="textAreaLeft" fmla="*/ 0 w 421560"/>
                  <a:gd name="textAreaRight" fmla="*/ 422280 w 421560"/>
                  <a:gd name="textAreaTop" fmla="*/ 0 h 526320"/>
                  <a:gd name="textAreaBottom" fmla="*/ 527040 h 526320"/>
                </a:gdLst>
                <a:ah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63" name="Freeform 15"/>
              <p:cNvSpPr/>
              <p:nvPr/>
            </p:nvSpPr>
            <p:spPr>
              <a:xfrm>
                <a:off x="1020600" y="488880"/>
                <a:ext cx="161280" cy="146880"/>
              </a:xfrm>
              <a:custGeom>
                <a:avLst/>
                <a:gdLst>
                  <a:gd name="textAreaLeft" fmla="*/ 0 w 161280"/>
                  <a:gd name="textAreaRight" fmla="*/ 162000 w 161280"/>
                  <a:gd name="textAreaTop" fmla="*/ 0 h 146880"/>
                  <a:gd name="textAreaBottom" fmla="*/ 147600 h 146880"/>
                </a:gdLst>
                <a:ah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64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44640" bIns="-44640" anchor="t" anchorCtr="1">
                <a:noAutofit/>
              </a:bodyPr>
              <a:p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65" name="Freeform 17"/>
              <p:cNvSpPr/>
              <p:nvPr/>
            </p:nvSpPr>
            <p:spPr>
              <a:xfrm>
                <a:off x="9360" y="1801800"/>
                <a:ext cx="123120" cy="126360"/>
              </a:xfrm>
              <a:custGeom>
                <a:avLst/>
                <a:gdLst>
                  <a:gd name="textAreaLeft" fmla="*/ 0 w 123120"/>
                  <a:gd name="textAreaRight" fmla="*/ 123840 w 123120"/>
                  <a:gd name="textAreaTop" fmla="*/ 0 h 126360"/>
                  <a:gd name="textAreaBottom" fmla="*/ 127080 h 126360"/>
                </a:gdLst>
                <a:ah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66" name="Freeform 18"/>
              <p:cNvSpPr/>
              <p:nvPr/>
            </p:nvSpPr>
            <p:spPr>
              <a:xfrm>
                <a:off x="-9360" y="3549600"/>
                <a:ext cx="146880" cy="480240"/>
              </a:xfrm>
              <a:custGeom>
                <a:avLst/>
                <a:gdLst>
                  <a:gd name="textAreaLeft" fmla="*/ 0 w 146880"/>
                  <a:gd name="textAreaRight" fmla="*/ 147600 w 146880"/>
                  <a:gd name="textAreaTop" fmla="*/ 0 h 480240"/>
                  <a:gd name="textAreaBottom" fmla="*/ 480960 h 480240"/>
                </a:gdLst>
                <a:ah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67" name="Freeform 19"/>
              <p:cNvSpPr/>
              <p:nvPr/>
            </p:nvSpPr>
            <p:spPr>
              <a:xfrm>
                <a:off x="128520" y="1382760"/>
                <a:ext cx="142200" cy="475560"/>
              </a:xfrm>
              <a:custGeom>
                <a:avLst/>
                <a:gdLst>
                  <a:gd name="textAreaLeft" fmla="*/ 0 w 142200"/>
                  <a:gd name="textAreaRight" fmla="*/ 142920 w 142200"/>
                  <a:gd name="textAreaTop" fmla="*/ 0 h 475560"/>
                  <a:gd name="textAreaBottom" fmla="*/ 476280 h 475560"/>
                </a:gdLst>
                <a:ah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68" name="Freeform 20"/>
              <p:cNvSpPr/>
              <p:nvPr/>
            </p:nvSpPr>
            <p:spPr>
              <a:xfrm>
                <a:off x="204840" y="1849320"/>
                <a:ext cx="113760" cy="107280"/>
              </a:xfrm>
              <a:custGeom>
                <a:avLst/>
                <a:gdLst>
                  <a:gd name="textAreaLeft" fmla="*/ 0 w 113760"/>
                  <a:gd name="textAreaRight" fmla="*/ 114480 w 113760"/>
                  <a:gd name="textAreaTop" fmla="*/ 0 h 107280"/>
                  <a:gd name="textAreaBottom" fmla="*/ 108000 h 107280"/>
                </a:gdLst>
                <a:ah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69" name="Rectangle 21"/>
              <p:cNvSpPr/>
              <p:nvPr/>
            </p:nvSpPr>
            <p:spPr>
              <a:xfrm>
                <a:off x="133200" y="466236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70" name="Freeform 22"/>
              <p:cNvSpPr/>
              <p:nvPr/>
            </p:nvSpPr>
            <p:spPr>
              <a:xfrm>
                <a:off x="223920" y="5041800"/>
                <a:ext cx="369000" cy="180108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01080"/>
                  <a:gd name="textAreaBottom" fmla="*/ 1801800 h 1801080"/>
                </a:gdLst>
                <a:ah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71" name="Freeform 23"/>
              <p:cNvSpPr/>
              <p:nvPr/>
            </p:nvSpPr>
            <p:spPr>
              <a:xfrm>
                <a:off x="52560" y="4481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72" name="Freeform 24"/>
              <p:cNvSpPr/>
              <p:nvPr/>
            </p:nvSpPr>
            <p:spPr>
              <a:xfrm>
                <a:off x="-14400" y="5627520"/>
                <a:ext cx="84960" cy="1215360"/>
              </a:xfrm>
              <a:custGeom>
                <a:avLst/>
                <a:gdLst>
                  <a:gd name="textAreaLeft" fmla="*/ 0 w 84960"/>
                  <a:gd name="textAreaRight" fmla="*/ 85680 w 84960"/>
                  <a:gd name="textAreaTop" fmla="*/ 0 h 1215360"/>
                  <a:gd name="textAreaBottom" fmla="*/ 1216080 h 1215360"/>
                </a:gdLst>
                <a:ah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73" name="Freeform 25"/>
              <p:cNvSpPr/>
              <p:nvPr/>
            </p:nvSpPr>
            <p:spPr>
              <a:xfrm>
                <a:off x="527040" y="4867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74" name="Freeform 26"/>
              <p:cNvSpPr/>
              <p:nvPr/>
            </p:nvSpPr>
            <p:spPr>
              <a:xfrm>
                <a:off x="309600" y="5423040"/>
                <a:ext cx="374040" cy="1424880"/>
              </a:xfrm>
              <a:custGeom>
                <a:avLst/>
                <a:gdLst>
                  <a:gd name="textAreaLeft" fmla="*/ 0 w 374040"/>
                  <a:gd name="textAreaRight" fmla="*/ 374760 w 374040"/>
                  <a:gd name="textAreaTop" fmla="*/ 0 h 1424880"/>
                  <a:gd name="textAreaBottom" fmla="*/ 1425600 h 1424880"/>
                </a:gdLst>
                <a:ah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75" name="Freeform 27"/>
              <p:cNvSpPr/>
              <p:nvPr/>
            </p:nvSpPr>
            <p:spPr>
              <a:xfrm>
                <a:off x="569880" y="594504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76" name="Freeform 28"/>
              <p:cNvSpPr/>
              <p:nvPr/>
            </p:nvSpPr>
            <p:spPr>
              <a:xfrm>
                <a:off x="612720" y="5246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77" name="Freeform 29"/>
              <p:cNvSpPr/>
              <p:nvPr/>
            </p:nvSpPr>
            <p:spPr>
              <a:xfrm>
                <a:off x="612720" y="57643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78" name="Freeform 30"/>
              <p:cNvSpPr/>
              <p:nvPr/>
            </p:nvSpPr>
            <p:spPr>
              <a:xfrm>
                <a:off x="669960" y="6330960"/>
                <a:ext cx="416880" cy="51696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6960"/>
                  <a:gd name="textAreaBottom" fmla="*/ 517680 h 516960"/>
                </a:gdLst>
                <a:ah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79" name="Freeform 31"/>
              <p:cNvSpPr/>
              <p:nvPr/>
            </p:nvSpPr>
            <p:spPr>
              <a:xfrm>
                <a:off x="1049400" y="6221520"/>
                <a:ext cx="156600" cy="14688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46880"/>
                  <a:gd name="textAreaBottom" fmla="*/ 147600 h 146880"/>
                </a:gdLst>
                <a:ah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  <p:grpSp>
          <p:nvGrpSpPr>
            <p:cNvPr id="580" name="Group 9"/>
            <p:cNvGrpSpPr/>
            <p:nvPr/>
          </p:nvGrpSpPr>
          <p:grpSpPr>
            <a:xfrm>
              <a:off x="11364840" y="0"/>
              <a:ext cx="673920" cy="6847920"/>
              <a:chOff x="11364840" y="0"/>
              <a:chExt cx="673920" cy="6847920"/>
            </a:xfrm>
          </p:grpSpPr>
          <p:sp>
            <p:nvSpPr>
              <p:cNvPr id="581" name="Freeform 32"/>
              <p:cNvSpPr/>
              <p:nvPr/>
            </p:nvSpPr>
            <p:spPr>
              <a:xfrm>
                <a:off x="11484000" y="0"/>
                <a:ext cx="416880" cy="51192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1920"/>
                  <a:gd name="textAreaBottom" fmla="*/ 512640 h 511920"/>
                </a:gdLst>
                <a:ah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82" name="Freeform 33"/>
              <p:cNvSpPr/>
              <p:nvPr/>
            </p:nvSpPr>
            <p:spPr>
              <a:xfrm>
                <a:off x="11364840" y="474840"/>
                <a:ext cx="156600" cy="15156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1560"/>
                  <a:gd name="textAreaBottom" fmla="*/ 152280 h 151560"/>
                </a:gdLst>
                <a:ah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83" name="Freeform 34"/>
              <p:cNvSpPr/>
              <p:nvPr/>
            </p:nvSpPr>
            <p:spPr>
              <a:xfrm>
                <a:off x="11631600" y="1539720"/>
                <a:ext cx="188280" cy="18972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84" name="Freeform 35"/>
              <p:cNvSpPr/>
              <p:nvPr/>
            </p:nvSpPr>
            <p:spPr>
              <a:xfrm>
                <a:off x="11531520" y="5694480"/>
                <a:ext cx="297720" cy="1153440"/>
              </a:xfrm>
              <a:custGeom>
                <a:avLst/>
                <a:gdLst>
                  <a:gd name="textAreaLeft" fmla="*/ 0 w 297720"/>
                  <a:gd name="textAreaRight" fmla="*/ 298440 w 297720"/>
                  <a:gd name="textAreaTop" fmla="*/ 0 h 1153440"/>
                  <a:gd name="textAreaBottom" fmla="*/ 1154160 h 1153440"/>
                </a:gdLst>
                <a:ah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85" name="Freeform 36"/>
              <p:cNvSpPr/>
              <p:nvPr/>
            </p:nvSpPr>
            <p:spPr>
              <a:xfrm>
                <a:off x="11773080" y="5551560"/>
                <a:ext cx="156600" cy="15480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4800"/>
                  <a:gd name="textAreaBottom" fmla="*/ 155520 h 154800"/>
                </a:gdLst>
                <a:ah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86" name="Freeform 37"/>
              <p:cNvSpPr/>
              <p:nvPr/>
            </p:nvSpPr>
            <p:spPr>
              <a:xfrm>
                <a:off x="11711160" y="4680"/>
                <a:ext cx="304200" cy="1544040"/>
              </a:xfrm>
              <a:custGeom>
                <a:avLst/>
                <a:gdLst>
                  <a:gd name="textAreaLeft" fmla="*/ 0 w 304200"/>
                  <a:gd name="textAreaRight" fmla="*/ 304920 w 304200"/>
                  <a:gd name="textAreaTop" fmla="*/ 0 h 1544040"/>
                  <a:gd name="textAreaBottom" fmla="*/ 1544760 h 1544040"/>
                </a:gdLst>
                <a:ah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87" name="Freeform 38"/>
              <p:cNvSpPr/>
              <p:nvPr/>
            </p:nvSpPr>
            <p:spPr>
              <a:xfrm>
                <a:off x="11636280" y="4867200"/>
                <a:ext cx="188280" cy="18828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88" name="Freeform 39"/>
              <p:cNvSpPr/>
              <p:nvPr/>
            </p:nvSpPr>
            <p:spPr>
              <a:xfrm>
                <a:off x="11441160" y="5046840"/>
                <a:ext cx="307080" cy="1801080"/>
              </a:xfrm>
              <a:custGeom>
                <a:avLst/>
                <a:gdLst>
                  <a:gd name="textAreaLeft" fmla="*/ 0 w 307080"/>
                  <a:gd name="textAreaRight" fmla="*/ 307800 w 307080"/>
                  <a:gd name="textAreaTop" fmla="*/ 0 h 1801080"/>
                  <a:gd name="textAreaBottom" fmla="*/ 1801800 h 1801080"/>
                </a:gdLst>
                <a:ah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89" name="Freeform 40"/>
              <p:cNvSpPr/>
              <p:nvPr/>
            </p:nvSpPr>
            <p:spPr>
              <a:xfrm>
                <a:off x="11849040" y="641664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90" name="Rectangle 41"/>
              <p:cNvSpPr/>
              <p:nvPr/>
            </p:nvSpPr>
            <p:spPr>
              <a:xfrm>
                <a:off x="11939760" y="6595920"/>
                <a:ext cx="23040" cy="251640"/>
              </a:xfrm>
              <a:prstGeom prst="rect">
                <a:avLst/>
              </a:pr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</p:grpSp>
      <p:sp>
        <p:nvSpPr>
          <p:cNvPr id="591" name="PlaceHolder 1"/>
          <p:cNvSpPr>
            <a:spLocks noGrp="1"/>
          </p:cNvSpPr>
          <p:nvPr>
            <p:ph type="title"/>
          </p:nvPr>
        </p:nvSpPr>
        <p:spPr>
          <a:xfrm>
            <a:off x="1141560" y="618480"/>
            <a:ext cx="9905400" cy="147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2" name="PlaceHolder 2"/>
          <p:cNvSpPr>
            <a:spLocks noGrp="1"/>
          </p:cNvSpPr>
          <p:nvPr>
            <p:ph type="body"/>
          </p:nvPr>
        </p:nvSpPr>
        <p:spPr>
          <a:xfrm>
            <a:off x="1141560" y="2249640"/>
            <a:ext cx="4833360" cy="354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3" name="PlaceHolder 3"/>
          <p:cNvSpPr>
            <a:spLocks noGrp="1"/>
          </p:cNvSpPr>
          <p:nvPr>
            <p:ph type="body"/>
          </p:nvPr>
        </p:nvSpPr>
        <p:spPr>
          <a:xfrm>
            <a:off x="6217200" y="2249640"/>
            <a:ext cx="4833360" cy="354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4" name="PlaceHolder 4"/>
          <p:cNvSpPr>
            <a:spLocks noGrp="1"/>
          </p:cNvSpPr>
          <p:nvPr>
            <p:ph type="ftr" idx="34"/>
          </p:nvPr>
        </p:nvSpPr>
        <p:spPr>
          <a:xfrm>
            <a:off x="1141560" y="5883120"/>
            <a:ext cx="623844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1050" spc="-1" strike="noStrike" cap="all">
                <a:solidFill>
                  <a:schemeClr val="dk1">
                    <a:tint val="75000"/>
                  </a:schemeClr>
                </a:solidFill>
                <a:latin typeface="Tw Cen MT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 cap="all">
                <a:solidFill>
                  <a:schemeClr val="dk1">
                    <a:tint val="75000"/>
                  </a:schemeClr>
                </a:solidFill>
                <a:latin typeface="Tw Cen MT"/>
              </a:rPr>
              <a:t>&lt;footer&gt;</a:t>
            </a:r>
            <a:endParaRPr b="0" lang="en-US" sz="105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5" name="PlaceHolder 5"/>
          <p:cNvSpPr>
            <a:spLocks noGrp="1"/>
          </p:cNvSpPr>
          <p:nvPr>
            <p:ph type="sldNum" idx="35"/>
          </p:nvPr>
        </p:nvSpPr>
        <p:spPr>
          <a:xfrm>
            <a:off x="10276200" y="5883120"/>
            <a:ext cx="7704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BE" sz="1050" spc="-1" strike="noStrike">
                <a:solidFill>
                  <a:schemeClr val="dk1">
                    <a:tint val="75000"/>
                  </a:schemeClr>
                </a:solidFill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32723AC9-8341-4068-93A7-F17AF6115B34}" type="slidenum">
              <a:rPr b="0" lang="en-BE" sz="1050" spc="-1" strike="noStrike">
                <a:solidFill>
                  <a:schemeClr val="dk1">
                    <a:tint val="75000"/>
                  </a:schemeClr>
                </a:solidFill>
                <a:latin typeface="Tw Cen MT"/>
              </a:rPr>
              <a:t>&lt;number&gt;</a:t>
            </a:fld>
            <a:endParaRPr b="0" lang="en-US" sz="105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6" name="PlaceHolder 6"/>
          <p:cNvSpPr>
            <a:spLocks noGrp="1"/>
          </p:cNvSpPr>
          <p:nvPr>
            <p:ph type="dt" idx="36"/>
          </p:nvPr>
        </p:nvSpPr>
        <p:spPr>
          <a:xfrm>
            <a:off x="7457040" y="58831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4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0" name="Picture 2" descr="\\DROBO-FS\QuickDrops\JB\PPTX NG\Droplets\LightingOverlay.png"/>
          <p:cNvPicPr/>
          <p:nvPr/>
        </p:nvPicPr>
        <p:blipFill>
          <a:blip r:embed="rId3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ln w="0">
            <a:noFill/>
          </a:ln>
        </p:spPr>
      </p:pic>
      <p:grpSp>
        <p:nvGrpSpPr>
          <p:cNvPr id="601" name="Group 7"/>
          <p:cNvGrpSpPr/>
          <p:nvPr/>
        </p:nvGrpSpPr>
        <p:grpSpPr>
          <a:xfrm>
            <a:off x="-14400" y="0"/>
            <a:ext cx="12053160" cy="6857280"/>
            <a:chOff x="-14400" y="0"/>
            <a:chExt cx="12053160" cy="6857280"/>
          </a:xfrm>
        </p:grpSpPr>
        <p:grpSp>
          <p:nvGrpSpPr>
            <p:cNvPr id="602" name="Group 8"/>
            <p:cNvGrpSpPr/>
            <p:nvPr/>
          </p:nvGrpSpPr>
          <p:grpSpPr>
            <a:xfrm>
              <a:off x="-14400" y="0"/>
              <a:ext cx="1220400" cy="6857280"/>
              <a:chOff x="-14400" y="0"/>
              <a:chExt cx="1220400" cy="6857280"/>
            </a:xfrm>
          </p:grpSpPr>
          <p:sp>
            <p:nvSpPr>
              <p:cNvPr id="603" name="Rectangle 5"/>
              <p:cNvSpPr/>
              <p:nvPr/>
            </p:nvSpPr>
            <p:spPr>
              <a:xfrm>
                <a:off x="114480" y="468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04" name="Freeform 6"/>
              <p:cNvSpPr/>
              <p:nvPr/>
            </p:nvSpPr>
            <p:spPr>
              <a:xfrm>
                <a:off x="33480" y="217656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05" name="Freeform 7"/>
              <p:cNvSpPr/>
              <p:nvPr/>
            </p:nvSpPr>
            <p:spPr>
              <a:xfrm>
                <a:off x="28440" y="4021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06" name="Freeform 8"/>
              <p:cNvSpPr/>
              <p:nvPr/>
            </p:nvSpPr>
            <p:spPr>
              <a:xfrm>
                <a:off x="200160" y="4680"/>
                <a:ext cx="369000" cy="181044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10440"/>
                  <a:gd name="textAreaBottom" fmla="*/ 1811160 h 1810440"/>
                </a:gdLst>
                <a:ah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07" name="Freeform 9"/>
              <p:cNvSpPr/>
              <p:nvPr/>
            </p:nvSpPr>
            <p:spPr>
              <a:xfrm>
                <a:off x="503280" y="18018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08" name="Freeform 10"/>
              <p:cNvSpPr/>
              <p:nvPr/>
            </p:nvSpPr>
            <p:spPr>
              <a:xfrm>
                <a:off x="285840" y="4680"/>
                <a:ext cx="369000" cy="142956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429560"/>
                  <a:gd name="textAreaBottom" fmla="*/ 1430280 h 1429560"/>
                </a:gdLst>
                <a:ah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09" name="Freeform 11"/>
              <p:cNvSpPr/>
              <p:nvPr/>
            </p:nvSpPr>
            <p:spPr>
              <a:xfrm>
                <a:off x="546120" y="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10" name="Freeform 12"/>
              <p:cNvSpPr/>
              <p:nvPr/>
            </p:nvSpPr>
            <p:spPr>
              <a:xfrm>
                <a:off x="588960" y="14209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11" name="Freeform 13"/>
              <p:cNvSpPr/>
              <p:nvPr/>
            </p:nvSpPr>
            <p:spPr>
              <a:xfrm>
                <a:off x="588960" y="9032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12" name="Freeform 14"/>
              <p:cNvSpPr/>
              <p:nvPr/>
            </p:nvSpPr>
            <p:spPr>
              <a:xfrm>
                <a:off x="641520" y="0"/>
                <a:ext cx="421560" cy="526320"/>
              </a:xfrm>
              <a:custGeom>
                <a:avLst/>
                <a:gdLst>
                  <a:gd name="textAreaLeft" fmla="*/ 0 w 421560"/>
                  <a:gd name="textAreaRight" fmla="*/ 422280 w 421560"/>
                  <a:gd name="textAreaTop" fmla="*/ 0 h 526320"/>
                  <a:gd name="textAreaBottom" fmla="*/ 527040 h 526320"/>
                </a:gdLst>
                <a:ah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13" name="Freeform 15"/>
              <p:cNvSpPr/>
              <p:nvPr/>
            </p:nvSpPr>
            <p:spPr>
              <a:xfrm>
                <a:off x="1020600" y="488880"/>
                <a:ext cx="161280" cy="146880"/>
              </a:xfrm>
              <a:custGeom>
                <a:avLst/>
                <a:gdLst>
                  <a:gd name="textAreaLeft" fmla="*/ 0 w 161280"/>
                  <a:gd name="textAreaRight" fmla="*/ 162000 w 161280"/>
                  <a:gd name="textAreaTop" fmla="*/ 0 h 146880"/>
                  <a:gd name="textAreaBottom" fmla="*/ 147600 h 146880"/>
                </a:gdLst>
                <a:ah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14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44640" bIns="-44640" anchor="t" anchorCtr="1">
                <a:noAutofit/>
              </a:bodyPr>
              <a:p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15" name="Freeform 17"/>
              <p:cNvSpPr/>
              <p:nvPr/>
            </p:nvSpPr>
            <p:spPr>
              <a:xfrm>
                <a:off x="9360" y="1801800"/>
                <a:ext cx="123120" cy="126360"/>
              </a:xfrm>
              <a:custGeom>
                <a:avLst/>
                <a:gdLst>
                  <a:gd name="textAreaLeft" fmla="*/ 0 w 123120"/>
                  <a:gd name="textAreaRight" fmla="*/ 123840 w 123120"/>
                  <a:gd name="textAreaTop" fmla="*/ 0 h 126360"/>
                  <a:gd name="textAreaBottom" fmla="*/ 127080 h 126360"/>
                </a:gdLst>
                <a:ah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16" name="Freeform 18"/>
              <p:cNvSpPr/>
              <p:nvPr/>
            </p:nvSpPr>
            <p:spPr>
              <a:xfrm>
                <a:off x="-9360" y="3549600"/>
                <a:ext cx="146880" cy="480240"/>
              </a:xfrm>
              <a:custGeom>
                <a:avLst/>
                <a:gdLst>
                  <a:gd name="textAreaLeft" fmla="*/ 0 w 146880"/>
                  <a:gd name="textAreaRight" fmla="*/ 147600 w 146880"/>
                  <a:gd name="textAreaTop" fmla="*/ 0 h 480240"/>
                  <a:gd name="textAreaBottom" fmla="*/ 480960 h 480240"/>
                </a:gdLst>
                <a:ah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17" name="Freeform 19"/>
              <p:cNvSpPr/>
              <p:nvPr/>
            </p:nvSpPr>
            <p:spPr>
              <a:xfrm>
                <a:off x="128520" y="1382760"/>
                <a:ext cx="142200" cy="475560"/>
              </a:xfrm>
              <a:custGeom>
                <a:avLst/>
                <a:gdLst>
                  <a:gd name="textAreaLeft" fmla="*/ 0 w 142200"/>
                  <a:gd name="textAreaRight" fmla="*/ 142920 w 142200"/>
                  <a:gd name="textAreaTop" fmla="*/ 0 h 475560"/>
                  <a:gd name="textAreaBottom" fmla="*/ 476280 h 475560"/>
                </a:gdLst>
                <a:ah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18" name="Freeform 20"/>
              <p:cNvSpPr/>
              <p:nvPr/>
            </p:nvSpPr>
            <p:spPr>
              <a:xfrm>
                <a:off x="204840" y="1849320"/>
                <a:ext cx="113760" cy="107280"/>
              </a:xfrm>
              <a:custGeom>
                <a:avLst/>
                <a:gdLst>
                  <a:gd name="textAreaLeft" fmla="*/ 0 w 113760"/>
                  <a:gd name="textAreaRight" fmla="*/ 114480 w 113760"/>
                  <a:gd name="textAreaTop" fmla="*/ 0 h 107280"/>
                  <a:gd name="textAreaBottom" fmla="*/ 108000 h 107280"/>
                </a:gdLst>
                <a:ah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19" name="Rectangle 21"/>
              <p:cNvSpPr/>
              <p:nvPr/>
            </p:nvSpPr>
            <p:spPr>
              <a:xfrm>
                <a:off x="133200" y="466236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20" name="Freeform 22"/>
              <p:cNvSpPr/>
              <p:nvPr/>
            </p:nvSpPr>
            <p:spPr>
              <a:xfrm>
                <a:off x="223920" y="5041800"/>
                <a:ext cx="369000" cy="180108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01080"/>
                  <a:gd name="textAreaBottom" fmla="*/ 1801800 h 1801080"/>
                </a:gdLst>
                <a:ah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21" name="Freeform 23"/>
              <p:cNvSpPr/>
              <p:nvPr/>
            </p:nvSpPr>
            <p:spPr>
              <a:xfrm>
                <a:off x="52560" y="4481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22" name="Freeform 24"/>
              <p:cNvSpPr/>
              <p:nvPr/>
            </p:nvSpPr>
            <p:spPr>
              <a:xfrm>
                <a:off x="-14400" y="5627520"/>
                <a:ext cx="84960" cy="1215360"/>
              </a:xfrm>
              <a:custGeom>
                <a:avLst/>
                <a:gdLst>
                  <a:gd name="textAreaLeft" fmla="*/ 0 w 84960"/>
                  <a:gd name="textAreaRight" fmla="*/ 85680 w 84960"/>
                  <a:gd name="textAreaTop" fmla="*/ 0 h 1215360"/>
                  <a:gd name="textAreaBottom" fmla="*/ 1216080 h 1215360"/>
                </a:gdLst>
                <a:ah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23" name="Freeform 25"/>
              <p:cNvSpPr/>
              <p:nvPr/>
            </p:nvSpPr>
            <p:spPr>
              <a:xfrm>
                <a:off x="527040" y="4867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24" name="Freeform 26"/>
              <p:cNvSpPr/>
              <p:nvPr/>
            </p:nvSpPr>
            <p:spPr>
              <a:xfrm>
                <a:off x="309600" y="5423040"/>
                <a:ext cx="374040" cy="1424880"/>
              </a:xfrm>
              <a:custGeom>
                <a:avLst/>
                <a:gdLst>
                  <a:gd name="textAreaLeft" fmla="*/ 0 w 374040"/>
                  <a:gd name="textAreaRight" fmla="*/ 374760 w 374040"/>
                  <a:gd name="textAreaTop" fmla="*/ 0 h 1424880"/>
                  <a:gd name="textAreaBottom" fmla="*/ 1425600 h 1424880"/>
                </a:gdLst>
                <a:ah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25" name="Freeform 27"/>
              <p:cNvSpPr/>
              <p:nvPr/>
            </p:nvSpPr>
            <p:spPr>
              <a:xfrm>
                <a:off x="569880" y="594504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26" name="Freeform 28"/>
              <p:cNvSpPr/>
              <p:nvPr/>
            </p:nvSpPr>
            <p:spPr>
              <a:xfrm>
                <a:off x="612720" y="5246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27" name="Freeform 29"/>
              <p:cNvSpPr/>
              <p:nvPr/>
            </p:nvSpPr>
            <p:spPr>
              <a:xfrm>
                <a:off x="612720" y="57643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28" name="Freeform 30"/>
              <p:cNvSpPr/>
              <p:nvPr/>
            </p:nvSpPr>
            <p:spPr>
              <a:xfrm>
                <a:off x="669960" y="6330960"/>
                <a:ext cx="416880" cy="51696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6960"/>
                  <a:gd name="textAreaBottom" fmla="*/ 517680 h 516960"/>
                </a:gdLst>
                <a:ah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29" name="Freeform 31"/>
              <p:cNvSpPr/>
              <p:nvPr/>
            </p:nvSpPr>
            <p:spPr>
              <a:xfrm>
                <a:off x="1049400" y="6221520"/>
                <a:ext cx="156600" cy="14688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46880"/>
                  <a:gd name="textAreaBottom" fmla="*/ 147600 h 146880"/>
                </a:gdLst>
                <a:ah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  <p:grpSp>
          <p:nvGrpSpPr>
            <p:cNvPr id="630" name="Group 9"/>
            <p:cNvGrpSpPr/>
            <p:nvPr/>
          </p:nvGrpSpPr>
          <p:grpSpPr>
            <a:xfrm>
              <a:off x="11364840" y="0"/>
              <a:ext cx="673920" cy="6847920"/>
              <a:chOff x="11364840" y="0"/>
              <a:chExt cx="673920" cy="6847920"/>
            </a:xfrm>
          </p:grpSpPr>
          <p:sp>
            <p:nvSpPr>
              <p:cNvPr id="631" name="Freeform 32"/>
              <p:cNvSpPr/>
              <p:nvPr/>
            </p:nvSpPr>
            <p:spPr>
              <a:xfrm>
                <a:off x="11484000" y="0"/>
                <a:ext cx="416880" cy="51192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1920"/>
                  <a:gd name="textAreaBottom" fmla="*/ 512640 h 511920"/>
                </a:gdLst>
                <a:ah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32" name="Freeform 33"/>
              <p:cNvSpPr/>
              <p:nvPr/>
            </p:nvSpPr>
            <p:spPr>
              <a:xfrm>
                <a:off x="11364840" y="474840"/>
                <a:ext cx="156600" cy="15156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1560"/>
                  <a:gd name="textAreaBottom" fmla="*/ 152280 h 151560"/>
                </a:gdLst>
                <a:ah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33" name="Freeform 34"/>
              <p:cNvSpPr/>
              <p:nvPr/>
            </p:nvSpPr>
            <p:spPr>
              <a:xfrm>
                <a:off x="11631600" y="1539720"/>
                <a:ext cx="188280" cy="18972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34" name="Freeform 35"/>
              <p:cNvSpPr/>
              <p:nvPr/>
            </p:nvSpPr>
            <p:spPr>
              <a:xfrm>
                <a:off x="11531520" y="5694480"/>
                <a:ext cx="297720" cy="1153440"/>
              </a:xfrm>
              <a:custGeom>
                <a:avLst/>
                <a:gdLst>
                  <a:gd name="textAreaLeft" fmla="*/ 0 w 297720"/>
                  <a:gd name="textAreaRight" fmla="*/ 298440 w 297720"/>
                  <a:gd name="textAreaTop" fmla="*/ 0 h 1153440"/>
                  <a:gd name="textAreaBottom" fmla="*/ 1154160 h 1153440"/>
                </a:gdLst>
                <a:ah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35" name="Freeform 36"/>
              <p:cNvSpPr/>
              <p:nvPr/>
            </p:nvSpPr>
            <p:spPr>
              <a:xfrm>
                <a:off x="11773080" y="5551560"/>
                <a:ext cx="156600" cy="15480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4800"/>
                  <a:gd name="textAreaBottom" fmla="*/ 155520 h 154800"/>
                </a:gdLst>
                <a:ah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36" name="Freeform 37"/>
              <p:cNvSpPr/>
              <p:nvPr/>
            </p:nvSpPr>
            <p:spPr>
              <a:xfrm>
                <a:off x="11711160" y="4680"/>
                <a:ext cx="304200" cy="1544040"/>
              </a:xfrm>
              <a:custGeom>
                <a:avLst/>
                <a:gdLst>
                  <a:gd name="textAreaLeft" fmla="*/ 0 w 304200"/>
                  <a:gd name="textAreaRight" fmla="*/ 304920 w 304200"/>
                  <a:gd name="textAreaTop" fmla="*/ 0 h 1544040"/>
                  <a:gd name="textAreaBottom" fmla="*/ 1544760 h 1544040"/>
                </a:gdLst>
                <a:ah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37" name="Freeform 38"/>
              <p:cNvSpPr/>
              <p:nvPr/>
            </p:nvSpPr>
            <p:spPr>
              <a:xfrm>
                <a:off x="11636280" y="4867200"/>
                <a:ext cx="188280" cy="18828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38" name="Freeform 39"/>
              <p:cNvSpPr/>
              <p:nvPr/>
            </p:nvSpPr>
            <p:spPr>
              <a:xfrm>
                <a:off x="11441160" y="5046840"/>
                <a:ext cx="307080" cy="1801080"/>
              </a:xfrm>
              <a:custGeom>
                <a:avLst/>
                <a:gdLst>
                  <a:gd name="textAreaLeft" fmla="*/ 0 w 307080"/>
                  <a:gd name="textAreaRight" fmla="*/ 307800 w 307080"/>
                  <a:gd name="textAreaTop" fmla="*/ 0 h 1801080"/>
                  <a:gd name="textAreaBottom" fmla="*/ 1801800 h 1801080"/>
                </a:gdLst>
                <a:ah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39" name="Freeform 40"/>
              <p:cNvSpPr/>
              <p:nvPr/>
            </p:nvSpPr>
            <p:spPr>
              <a:xfrm>
                <a:off x="11849040" y="641664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40" name="Rectangle 41"/>
              <p:cNvSpPr/>
              <p:nvPr/>
            </p:nvSpPr>
            <p:spPr>
              <a:xfrm>
                <a:off x="11939760" y="6595920"/>
                <a:ext cx="23040" cy="251640"/>
              </a:xfrm>
              <a:prstGeom prst="rect">
                <a:avLst/>
              </a:pr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</p:grpSp>
      <p:sp>
        <p:nvSpPr>
          <p:cNvPr id="641" name="PlaceHolder 1"/>
          <p:cNvSpPr>
            <a:spLocks noGrp="1"/>
          </p:cNvSpPr>
          <p:nvPr>
            <p:ph type="ftr" idx="37"/>
          </p:nvPr>
        </p:nvSpPr>
        <p:spPr>
          <a:xfrm>
            <a:off x="1141560" y="5883120"/>
            <a:ext cx="623844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1050" spc="-1" strike="noStrike" cap="all">
                <a:solidFill>
                  <a:schemeClr val="dk1">
                    <a:tint val="75000"/>
                  </a:schemeClr>
                </a:solidFill>
                <a:latin typeface="Tw Cen MT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 cap="all">
                <a:solidFill>
                  <a:schemeClr val="dk1">
                    <a:tint val="75000"/>
                  </a:schemeClr>
                </a:solidFill>
                <a:latin typeface="Tw Cen MT"/>
              </a:rPr>
              <a:t>&lt;footer&gt;</a:t>
            </a:r>
            <a:endParaRPr b="0" lang="en-US" sz="105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2" name="PlaceHolder 2"/>
          <p:cNvSpPr>
            <a:spLocks noGrp="1"/>
          </p:cNvSpPr>
          <p:nvPr>
            <p:ph type="sldNum" idx="38"/>
          </p:nvPr>
        </p:nvSpPr>
        <p:spPr>
          <a:xfrm>
            <a:off x="10276200" y="5883120"/>
            <a:ext cx="7704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BE" sz="1050" spc="-1" strike="noStrike">
                <a:solidFill>
                  <a:schemeClr val="dk1">
                    <a:tint val="75000"/>
                  </a:schemeClr>
                </a:solidFill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DA369674-A207-411E-9E7C-9459F94D94C4}" type="slidenum">
              <a:rPr b="0" lang="en-BE" sz="1050" spc="-1" strike="noStrike">
                <a:solidFill>
                  <a:schemeClr val="dk1">
                    <a:tint val="75000"/>
                  </a:schemeClr>
                </a:solidFill>
                <a:latin typeface="Tw Cen MT"/>
              </a:rPr>
              <a:t>&lt;number&gt;</a:t>
            </a:fld>
            <a:endParaRPr b="0" lang="en-US" sz="105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3" name="PlaceHolder 3"/>
          <p:cNvSpPr>
            <a:spLocks noGrp="1"/>
          </p:cNvSpPr>
          <p:nvPr>
            <p:ph type="dt" idx="39"/>
          </p:nvPr>
        </p:nvSpPr>
        <p:spPr>
          <a:xfrm>
            <a:off x="7457040" y="58831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3" r:id="rId4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4" name="Picture 2" descr="\\DROBO-FS\QuickDrops\JB\PPTX NG\Droplets\LightingOverlay.png"/>
          <p:cNvPicPr/>
          <p:nvPr/>
        </p:nvPicPr>
        <p:blipFill>
          <a:blip r:embed="rId3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ln w="0">
            <a:noFill/>
          </a:ln>
        </p:spPr>
      </p:pic>
      <p:grpSp>
        <p:nvGrpSpPr>
          <p:cNvPr id="645" name="Group 7"/>
          <p:cNvGrpSpPr/>
          <p:nvPr/>
        </p:nvGrpSpPr>
        <p:grpSpPr>
          <a:xfrm>
            <a:off x="-14400" y="0"/>
            <a:ext cx="12053160" cy="6857280"/>
            <a:chOff x="-14400" y="0"/>
            <a:chExt cx="12053160" cy="6857280"/>
          </a:xfrm>
        </p:grpSpPr>
        <p:grpSp>
          <p:nvGrpSpPr>
            <p:cNvPr id="646" name="Group 8"/>
            <p:cNvGrpSpPr/>
            <p:nvPr/>
          </p:nvGrpSpPr>
          <p:grpSpPr>
            <a:xfrm>
              <a:off x="-14400" y="0"/>
              <a:ext cx="1220400" cy="6857280"/>
              <a:chOff x="-14400" y="0"/>
              <a:chExt cx="1220400" cy="6857280"/>
            </a:xfrm>
          </p:grpSpPr>
          <p:sp>
            <p:nvSpPr>
              <p:cNvPr id="647" name="Rectangle 5"/>
              <p:cNvSpPr/>
              <p:nvPr/>
            </p:nvSpPr>
            <p:spPr>
              <a:xfrm>
                <a:off x="114480" y="468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48" name="Freeform 6"/>
              <p:cNvSpPr/>
              <p:nvPr/>
            </p:nvSpPr>
            <p:spPr>
              <a:xfrm>
                <a:off x="33480" y="217656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49" name="Freeform 7"/>
              <p:cNvSpPr/>
              <p:nvPr/>
            </p:nvSpPr>
            <p:spPr>
              <a:xfrm>
                <a:off x="28440" y="4021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50" name="Freeform 8"/>
              <p:cNvSpPr/>
              <p:nvPr/>
            </p:nvSpPr>
            <p:spPr>
              <a:xfrm>
                <a:off x="200160" y="4680"/>
                <a:ext cx="369000" cy="181044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10440"/>
                  <a:gd name="textAreaBottom" fmla="*/ 1811160 h 1810440"/>
                </a:gdLst>
                <a:ah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51" name="Freeform 9"/>
              <p:cNvSpPr/>
              <p:nvPr/>
            </p:nvSpPr>
            <p:spPr>
              <a:xfrm>
                <a:off x="503280" y="18018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52" name="Freeform 10"/>
              <p:cNvSpPr/>
              <p:nvPr/>
            </p:nvSpPr>
            <p:spPr>
              <a:xfrm>
                <a:off x="285840" y="4680"/>
                <a:ext cx="369000" cy="142956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429560"/>
                  <a:gd name="textAreaBottom" fmla="*/ 1430280 h 1429560"/>
                </a:gdLst>
                <a:ah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53" name="Freeform 11"/>
              <p:cNvSpPr/>
              <p:nvPr/>
            </p:nvSpPr>
            <p:spPr>
              <a:xfrm>
                <a:off x="546120" y="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54" name="Freeform 12"/>
              <p:cNvSpPr/>
              <p:nvPr/>
            </p:nvSpPr>
            <p:spPr>
              <a:xfrm>
                <a:off x="588960" y="14209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55" name="Freeform 13"/>
              <p:cNvSpPr/>
              <p:nvPr/>
            </p:nvSpPr>
            <p:spPr>
              <a:xfrm>
                <a:off x="588960" y="9032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56" name="Freeform 14"/>
              <p:cNvSpPr/>
              <p:nvPr/>
            </p:nvSpPr>
            <p:spPr>
              <a:xfrm>
                <a:off x="641520" y="0"/>
                <a:ext cx="421560" cy="526320"/>
              </a:xfrm>
              <a:custGeom>
                <a:avLst/>
                <a:gdLst>
                  <a:gd name="textAreaLeft" fmla="*/ 0 w 421560"/>
                  <a:gd name="textAreaRight" fmla="*/ 422280 w 421560"/>
                  <a:gd name="textAreaTop" fmla="*/ 0 h 526320"/>
                  <a:gd name="textAreaBottom" fmla="*/ 527040 h 526320"/>
                </a:gdLst>
                <a:ah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57" name="Freeform 15"/>
              <p:cNvSpPr/>
              <p:nvPr/>
            </p:nvSpPr>
            <p:spPr>
              <a:xfrm>
                <a:off x="1020600" y="488880"/>
                <a:ext cx="161280" cy="146880"/>
              </a:xfrm>
              <a:custGeom>
                <a:avLst/>
                <a:gdLst>
                  <a:gd name="textAreaLeft" fmla="*/ 0 w 161280"/>
                  <a:gd name="textAreaRight" fmla="*/ 162000 w 161280"/>
                  <a:gd name="textAreaTop" fmla="*/ 0 h 146880"/>
                  <a:gd name="textAreaBottom" fmla="*/ 147600 h 146880"/>
                </a:gdLst>
                <a:ah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58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44640" bIns="-44640" anchor="t" anchorCtr="1">
                <a:noAutofit/>
              </a:bodyPr>
              <a:p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59" name="Freeform 17"/>
              <p:cNvSpPr/>
              <p:nvPr/>
            </p:nvSpPr>
            <p:spPr>
              <a:xfrm>
                <a:off x="9360" y="1801800"/>
                <a:ext cx="123120" cy="126360"/>
              </a:xfrm>
              <a:custGeom>
                <a:avLst/>
                <a:gdLst>
                  <a:gd name="textAreaLeft" fmla="*/ 0 w 123120"/>
                  <a:gd name="textAreaRight" fmla="*/ 123840 w 123120"/>
                  <a:gd name="textAreaTop" fmla="*/ 0 h 126360"/>
                  <a:gd name="textAreaBottom" fmla="*/ 127080 h 126360"/>
                </a:gdLst>
                <a:ah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60" name="Freeform 18"/>
              <p:cNvSpPr/>
              <p:nvPr/>
            </p:nvSpPr>
            <p:spPr>
              <a:xfrm>
                <a:off x="-9360" y="3549600"/>
                <a:ext cx="146880" cy="480240"/>
              </a:xfrm>
              <a:custGeom>
                <a:avLst/>
                <a:gdLst>
                  <a:gd name="textAreaLeft" fmla="*/ 0 w 146880"/>
                  <a:gd name="textAreaRight" fmla="*/ 147600 w 146880"/>
                  <a:gd name="textAreaTop" fmla="*/ 0 h 480240"/>
                  <a:gd name="textAreaBottom" fmla="*/ 480960 h 480240"/>
                </a:gdLst>
                <a:ah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61" name="Freeform 19"/>
              <p:cNvSpPr/>
              <p:nvPr/>
            </p:nvSpPr>
            <p:spPr>
              <a:xfrm>
                <a:off x="128520" y="1382760"/>
                <a:ext cx="142200" cy="475560"/>
              </a:xfrm>
              <a:custGeom>
                <a:avLst/>
                <a:gdLst>
                  <a:gd name="textAreaLeft" fmla="*/ 0 w 142200"/>
                  <a:gd name="textAreaRight" fmla="*/ 142920 w 142200"/>
                  <a:gd name="textAreaTop" fmla="*/ 0 h 475560"/>
                  <a:gd name="textAreaBottom" fmla="*/ 476280 h 475560"/>
                </a:gdLst>
                <a:ah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62" name="Freeform 20"/>
              <p:cNvSpPr/>
              <p:nvPr/>
            </p:nvSpPr>
            <p:spPr>
              <a:xfrm>
                <a:off x="204840" y="1849320"/>
                <a:ext cx="113760" cy="107280"/>
              </a:xfrm>
              <a:custGeom>
                <a:avLst/>
                <a:gdLst>
                  <a:gd name="textAreaLeft" fmla="*/ 0 w 113760"/>
                  <a:gd name="textAreaRight" fmla="*/ 114480 w 113760"/>
                  <a:gd name="textAreaTop" fmla="*/ 0 h 107280"/>
                  <a:gd name="textAreaBottom" fmla="*/ 108000 h 107280"/>
                </a:gdLst>
                <a:ah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63" name="Rectangle 21"/>
              <p:cNvSpPr/>
              <p:nvPr/>
            </p:nvSpPr>
            <p:spPr>
              <a:xfrm>
                <a:off x="133200" y="466236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64" name="Freeform 22"/>
              <p:cNvSpPr/>
              <p:nvPr/>
            </p:nvSpPr>
            <p:spPr>
              <a:xfrm>
                <a:off x="223920" y="5041800"/>
                <a:ext cx="369000" cy="180108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01080"/>
                  <a:gd name="textAreaBottom" fmla="*/ 1801800 h 1801080"/>
                </a:gdLst>
                <a:ah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65" name="Freeform 23"/>
              <p:cNvSpPr/>
              <p:nvPr/>
            </p:nvSpPr>
            <p:spPr>
              <a:xfrm>
                <a:off x="52560" y="4481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66" name="Freeform 24"/>
              <p:cNvSpPr/>
              <p:nvPr/>
            </p:nvSpPr>
            <p:spPr>
              <a:xfrm>
                <a:off x="-14400" y="5627520"/>
                <a:ext cx="84960" cy="1215360"/>
              </a:xfrm>
              <a:custGeom>
                <a:avLst/>
                <a:gdLst>
                  <a:gd name="textAreaLeft" fmla="*/ 0 w 84960"/>
                  <a:gd name="textAreaRight" fmla="*/ 85680 w 84960"/>
                  <a:gd name="textAreaTop" fmla="*/ 0 h 1215360"/>
                  <a:gd name="textAreaBottom" fmla="*/ 1216080 h 1215360"/>
                </a:gdLst>
                <a:ah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67" name="Freeform 25"/>
              <p:cNvSpPr/>
              <p:nvPr/>
            </p:nvSpPr>
            <p:spPr>
              <a:xfrm>
                <a:off x="527040" y="4867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68" name="Freeform 26"/>
              <p:cNvSpPr/>
              <p:nvPr/>
            </p:nvSpPr>
            <p:spPr>
              <a:xfrm>
                <a:off x="309600" y="5423040"/>
                <a:ext cx="374040" cy="1424880"/>
              </a:xfrm>
              <a:custGeom>
                <a:avLst/>
                <a:gdLst>
                  <a:gd name="textAreaLeft" fmla="*/ 0 w 374040"/>
                  <a:gd name="textAreaRight" fmla="*/ 374760 w 374040"/>
                  <a:gd name="textAreaTop" fmla="*/ 0 h 1424880"/>
                  <a:gd name="textAreaBottom" fmla="*/ 1425600 h 1424880"/>
                </a:gdLst>
                <a:ah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69" name="Freeform 27"/>
              <p:cNvSpPr/>
              <p:nvPr/>
            </p:nvSpPr>
            <p:spPr>
              <a:xfrm>
                <a:off x="569880" y="594504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70" name="Freeform 28"/>
              <p:cNvSpPr/>
              <p:nvPr/>
            </p:nvSpPr>
            <p:spPr>
              <a:xfrm>
                <a:off x="612720" y="5246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71" name="Freeform 29"/>
              <p:cNvSpPr/>
              <p:nvPr/>
            </p:nvSpPr>
            <p:spPr>
              <a:xfrm>
                <a:off x="612720" y="57643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72" name="Freeform 30"/>
              <p:cNvSpPr/>
              <p:nvPr/>
            </p:nvSpPr>
            <p:spPr>
              <a:xfrm>
                <a:off x="669960" y="6330960"/>
                <a:ext cx="416880" cy="51696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6960"/>
                  <a:gd name="textAreaBottom" fmla="*/ 517680 h 516960"/>
                </a:gdLst>
                <a:ah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73" name="Freeform 31"/>
              <p:cNvSpPr/>
              <p:nvPr/>
            </p:nvSpPr>
            <p:spPr>
              <a:xfrm>
                <a:off x="1049400" y="6221520"/>
                <a:ext cx="156600" cy="14688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46880"/>
                  <a:gd name="textAreaBottom" fmla="*/ 147600 h 146880"/>
                </a:gdLst>
                <a:ah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  <p:grpSp>
          <p:nvGrpSpPr>
            <p:cNvPr id="674" name="Group 9"/>
            <p:cNvGrpSpPr/>
            <p:nvPr/>
          </p:nvGrpSpPr>
          <p:grpSpPr>
            <a:xfrm>
              <a:off x="11364840" y="0"/>
              <a:ext cx="673920" cy="6847920"/>
              <a:chOff x="11364840" y="0"/>
              <a:chExt cx="673920" cy="6847920"/>
            </a:xfrm>
          </p:grpSpPr>
          <p:sp>
            <p:nvSpPr>
              <p:cNvPr id="675" name="Freeform 32"/>
              <p:cNvSpPr/>
              <p:nvPr/>
            </p:nvSpPr>
            <p:spPr>
              <a:xfrm>
                <a:off x="11484000" y="0"/>
                <a:ext cx="416880" cy="51192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1920"/>
                  <a:gd name="textAreaBottom" fmla="*/ 512640 h 511920"/>
                </a:gdLst>
                <a:ah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76" name="Freeform 33"/>
              <p:cNvSpPr/>
              <p:nvPr/>
            </p:nvSpPr>
            <p:spPr>
              <a:xfrm>
                <a:off x="11364840" y="474840"/>
                <a:ext cx="156600" cy="15156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1560"/>
                  <a:gd name="textAreaBottom" fmla="*/ 152280 h 151560"/>
                </a:gdLst>
                <a:ah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77" name="Freeform 34"/>
              <p:cNvSpPr/>
              <p:nvPr/>
            </p:nvSpPr>
            <p:spPr>
              <a:xfrm>
                <a:off x="11631600" y="1539720"/>
                <a:ext cx="188280" cy="18972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78" name="Freeform 35"/>
              <p:cNvSpPr/>
              <p:nvPr/>
            </p:nvSpPr>
            <p:spPr>
              <a:xfrm>
                <a:off x="11531520" y="5694480"/>
                <a:ext cx="297720" cy="1153440"/>
              </a:xfrm>
              <a:custGeom>
                <a:avLst/>
                <a:gdLst>
                  <a:gd name="textAreaLeft" fmla="*/ 0 w 297720"/>
                  <a:gd name="textAreaRight" fmla="*/ 298440 w 297720"/>
                  <a:gd name="textAreaTop" fmla="*/ 0 h 1153440"/>
                  <a:gd name="textAreaBottom" fmla="*/ 1154160 h 1153440"/>
                </a:gdLst>
                <a:ah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79" name="Freeform 36"/>
              <p:cNvSpPr/>
              <p:nvPr/>
            </p:nvSpPr>
            <p:spPr>
              <a:xfrm>
                <a:off x="11773080" y="5551560"/>
                <a:ext cx="156600" cy="15480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4800"/>
                  <a:gd name="textAreaBottom" fmla="*/ 155520 h 154800"/>
                </a:gdLst>
                <a:ah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80" name="Freeform 37"/>
              <p:cNvSpPr/>
              <p:nvPr/>
            </p:nvSpPr>
            <p:spPr>
              <a:xfrm>
                <a:off x="11711160" y="4680"/>
                <a:ext cx="304200" cy="1544040"/>
              </a:xfrm>
              <a:custGeom>
                <a:avLst/>
                <a:gdLst>
                  <a:gd name="textAreaLeft" fmla="*/ 0 w 304200"/>
                  <a:gd name="textAreaRight" fmla="*/ 304920 w 304200"/>
                  <a:gd name="textAreaTop" fmla="*/ 0 h 1544040"/>
                  <a:gd name="textAreaBottom" fmla="*/ 1544760 h 1544040"/>
                </a:gdLst>
                <a:ah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81" name="Freeform 38"/>
              <p:cNvSpPr/>
              <p:nvPr/>
            </p:nvSpPr>
            <p:spPr>
              <a:xfrm>
                <a:off x="11636280" y="4867200"/>
                <a:ext cx="188280" cy="18828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82" name="Freeform 39"/>
              <p:cNvSpPr/>
              <p:nvPr/>
            </p:nvSpPr>
            <p:spPr>
              <a:xfrm>
                <a:off x="11441160" y="5046840"/>
                <a:ext cx="307080" cy="1801080"/>
              </a:xfrm>
              <a:custGeom>
                <a:avLst/>
                <a:gdLst>
                  <a:gd name="textAreaLeft" fmla="*/ 0 w 307080"/>
                  <a:gd name="textAreaRight" fmla="*/ 307800 w 307080"/>
                  <a:gd name="textAreaTop" fmla="*/ 0 h 1801080"/>
                  <a:gd name="textAreaBottom" fmla="*/ 1801800 h 1801080"/>
                </a:gdLst>
                <a:ah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83" name="Freeform 40"/>
              <p:cNvSpPr/>
              <p:nvPr/>
            </p:nvSpPr>
            <p:spPr>
              <a:xfrm>
                <a:off x="11849040" y="641664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84" name="Rectangle 41"/>
              <p:cNvSpPr/>
              <p:nvPr/>
            </p:nvSpPr>
            <p:spPr>
              <a:xfrm>
                <a:off x="11939760" y="6595920"/>
                <a:ext cx="23040" cy="251640"/>
              </a:xfrm>
              <a:prstGeom prst="rect">
                <a:avLst/>
              </a:pr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</p:grpSp>
      <p:sp>
        <p:nvSpPr>
          <p:cNvPr id="685" name="PlaceHolder 1"/>
          <p:cNvSpPr>
            <a:spLocks noGrp="1"/>
          </p:cNvSpPr>
          <p:nvPr>
            <p:ph type="title"/>
          </p:nvPr>
        </p:nvSpPr>
        <p:spPr>
          <a:xfrm>
            <a:off x="1141560" y="618480"/>
            <a:ext cx="9905400" cy="147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6" name="PlaceHolder 2"/>
          <p:cNvSpPr>
            <a:spLocks noGrp="1"/>
          </p:cNvSpPr>
          <p:nvPr>
            <p:ph type="ftr" idx="40"/>
          </p:nvPr>
        </p:nvSpPr>
        <p:spPr>
          <a:xfrm>
            <a:off x="1141560" y="5883120"/>
            <a:ext cx="623844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1050" spc="-1" strike="noStrike" cap="all">
                <a:solidFill>
                  <a:schemeClr val="dk1">
                    <a:tint val="75000"/>
                  </a:schemeClr>
                </a:solidFill>
                <a:latin typeface="Tw Cen MT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 cap="all">
                <a:solidFill>
                  <a:schemeClr val="dk1">
                    <a:tint val="75000"/>
                  </a:schemeClr>
                </a:solidFill>
                <a:latin typeface="Tw Cen MT"/>
              </a:rPr>
              <a:t>&lt;footer&gt;</a:t>
            </a:r>
            <a:endParaRPr b="0" lang="en-US" sz="105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7" name="PlaceHolder 3"/>
          <p:cNvSpPr>
            <a:spLocks noGrp="1"/>
          </p:cNvSpPr>
          <p:nvPr>
            <p:ph type="sldNum" idx="41"/>
          </p:nvPr>
        </p:nvSpPr>
        <p:spPr>
          <a:xfrm>
            <a:off x="10276200" y="5883120"/>
            <a:ext cx="7704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BE" sz="1050" spc="-1" strike="noStrike">
                <a:solidFill>
                  <a:schemeClr val="dk1">
                    <a:tint val="75000"/>
                  </a:schemeClr>
                </a:solidFill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B3D18EAA-1365-4BBB-8A8D-255F7B95C2CC}" type="slidenum">
              <a:rPr b="0" lang="en-BE" sz="1050" spc="-1" strike="noStrike">
                <a:solidFill>
                  <a:schemeClr val="dk1">
                    <a:tint val="75000"/>
                  </a:schemeClr>
                </a:solidFill>
                <a:latin typeface="Tw Cen MT"/>
              </a:rPr>
              <a:t>&lt;number&gt;</a:t>
            </a:fld>
            <a:endParaRPr b="0" lang="en-US" sz="105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8" name="PlaceHolder 4"/>
          <p:cNvSpPr>
            <a:spLocks noGrp="1"/>
          </p:cNvSpPr>
          <p:nvPr>
            <p:ph type="dt" idx="42"/>
          </p:nvPr>
        </p:nvSpPr>
        <p:spPr>
          <a:xfrm>
            <a:off x="7457040" y="58831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4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0" name="Picture 2" descr="\\DROBO-FS\QuickDrops\JB\PPTX NG\Droplets\LightingOverlay.png"/>
          <p:cNvPicPr/>
          <p:nvPr/>
        </p:nvPicPr>
        <p:blipFill>
          <a:blip r:embed="rId3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ln w="0">
            <a:noFill/>
          </a:ln>
        </p:spPr>
      </p:pic>
      <p:grpSp>
        <p:nvGrpSpPr>
          <p:cNvPr id="691" name="Group 7"/>
          <p:cNvGrpSpPr/>
          <p:nvPr/>
        </p:nvGrpSpPr>
        <p:grpSpPr>
          <a:xfrm>
            <a:off x="-14400" y="0"/>
            <a:ext cx="12053160" cy="6857280"/>
            <a:chOff x="-14400" y="0"/>
            <a:chExt cx="12053160" cy="6857280"/>
          </a:xfrm>
        </p:grpSpPr>
        <p:grpSp>
          <p:nvGrpSpPr>
            <p:cNvPr id="692" name="Group 8"/>
            <p:cNvGrpSpPr/>
            <p:nvPr/>
          </p:nvGrpSpPr>
          <p:grpSpPr>
            <a:xfrm>
              <a:off x="-14400" y="0"/>
              <a:ext cx="1220400" cy="6857280"/>
              <a:chOff x="-14400" y="0"/>
              <a:chExt cx="1220400" cy="6857280"/>
            </a:xfrm>
          </p:grpSpPr>
          <p:sp>
            <p:nvSpPr>
              <p:cNvPr id="693" name="Rectangle 5"/>
              <p:cNvSpPr/>
              <p:nvPr/>
            </p:nvSpPr>
            <p:spPr>
              <a:xfrm>
                <a:off x="114480" y="468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94" name="Freeform 6"/>
              <p:cNvSpPr/>
              <p:nvPr/>
            </p:nvSpPr>
            <p:spPr>
              <a:xfrm>
                <a:off x="33480" y="217656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95" name="Freeform 7"/>
              <p:cNvSpPr/>
              <p:nvPr/>
            </p:nvSpPr>
            <p:spPr>
              <a:xfrm>
                <a:off x="28440" y="4021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96" name="Freeform 8"/>
              <p:cNvSpPr/>
              <p:nvPr/>
            </p:nvSpPr>
            <p:spPr>
              <a:xfrm>
                <a:off x="200160" y="4680"/>
                <a:ext cx="369000" cy="181044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10440"/>
                  <a:gd name="textAreaBottom" fmla="*/ 1811160 h 1810440"/>
                </a:gdLst>
                <a:ah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97" name="Freeform 9"/>
              <p:cNvSpPr/>
              <p:nvPr/>
            </p:nvSpPr>
            <p:spPr>
              <a:xfrm>
                <a:off x="503280" y="18018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98" name="Freeform 10"/>
              <p:cNvSpPr/>
              <p:nvPr/>
            </p:nvSpPr>
            <p:spPr>
              <a:xfrm>
                <a:off x="285840" y="4680"/>
                <a:ext cx="369000" cy="142956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429560"/>
                  <a:gd name="textAreaBottom" fmla="*/ 1430280 h 1429560"/>
                </a:gdLst>
                <a:ah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99" name="Freeform 11"/>
              <p:cNvSpPr/>
              <p:nvPr/>
            </p:nvSpPr>
            <p:spPr>
              <a:xfrm>
                <a:off x="546120" y="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00" name="Freeform 12"/>
              <p:cNvSpPr/>
              <p:nvPr/>
            </p:nvSpPr>
            <p:spPr>
              <a:xfrm>
                <a:off x="588960" y="14209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01" name="Freeform 13"/>
              <p:cNvSpPr/>
              <p:nvPr/>
            </p:nvSpPr>
            <p:spPr>
              <a:xfrm>
                <a:off x="588960" y="9032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02" name="Freeform 14"/>
              <p:cNvSpPr/>
              <p:nvPr/>
            </p:nvSpPr>
            <p:spPr>
              <a:xfrm>
                <a:off x="641520" y="0"/>
                <a:ext cx="421560" cy="526320"/>
              </a:xfrm>
              <a:custGeom>
                <a:avLst/>
                <a:gdLst>
                  <a:gd name="textAreaLeft" fmla="*/ 0 w 421560"/>
                  <a:gd name="textAreaRight" fmla="*/ 422280 w 421560"/>
                  <a:gd name="textAreaTop" fmla="*/ 0 h 526320"/>
                  <a:gd name="textAreaBottom" fmla="*/ 527040 h 526320"/>
                </a:gdLst>
                <a:ah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03" name="Freeform 15"/>
              <p:cNvSpPr/>
              <p:nvPr/>
            </p:nvSpPr>
            <p:spPr>
              <a:xfrm>
                <a:off x="1020600" y="488880"/>
                <a:ext cx="161280" cy="146880"/>
              </a:xfrm>
              <a:custGeom>
                <a:avLst/>
                <a:gdLst>
                  <a:gd name="textAreaLeft" fmla="*/ 0 w 161280"/>
                  <a:gd name="textAreaRight" fmla="*/ 162000 w 161280"/>
                  <a:gd name="textAreaTop" fmla="*/ 0 h 146880"/>
                  <a:gd name="textAreaBottom" fmla="*/ 147600 h 146880"/>
                </a:gdLst>
                <a:ah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04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44640" bIns="-44640" anchor="t" anchorCtr="1">
                <a:noAutofit/>
              </a:bodyPr>
              <a:p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05" name="Freeform 17"/>
              <p:cNvSpPr/>
              <p:nvPr/>
            </p:nvSpPr>
            <p:spPr>
              <a:xfrm>
                <a:off x="9360" y="1801800"/>
                <a:ext cx="123120" cy="126360"/>
              </a:xfrm>
              <a:custGeom>
                <a:avLst/>
                <a:gdLst>
                  <a:gd name="textAreaLeft" fmla="*/ 0 w 123120"/>
                  <a:gd name="textAreaRight" fmla="*/ 123840 w 123120"/>
                  <a:gd name="textAreaTop" fmla="*/ 0 h 126360"/>
                  <a:gd name="textAreaBottom" fmla="*/ 127080 h 126360"/>
                </a:gdLst>
                <a:ah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06" name="Freeform 18"/>
              <p:cNvSpPr/>
              <p:nvPr/>
            </p:nvSpPr>
            <p:spPr>
              <a:xfrm>
                <a:off x="-9360" y="3549600"/>
                <a:ext cx="146880" cy="480240"/>
              </a:xfrm>
              <a:custGeom>
                <a:avLst/>
                <a:gdLst>
                  <a:gd name="textAreaLeft" fmla="*/ 0 w 146880"/>
                  <a:gd name="textAreaRight" fmla="*/ 147600 w 146880"/>
                  <a:gd name="textAreaTop" fmla="*/ 0 h 480240"/>
                  <a:gd name="textAreaBottom" fmla="*/ 480960 h 480240"/>
                </a:gdLst>
                <a:ah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07" name="Freeform 19"/>
              <p:cNvSpPr/>
              <p:nvPr/>
            </p:nvSpPr>
            <p:spPr>
              <a:xfrm>
                <a:off x="128520" y="1382760"/>
                <a:ext cx="142200" cy="475560"/>
              </a:xfrm>
              <a:custGeom>
                <a:avLst/>
                <a:gdLst>
                  <a:gd name="textAreaLeft" fmla="*/ 0 w 142200"/>
                  <a:gd name="textAreaRight" fmla="*/ 142920 w 142200"/>
                  <a:gd name="textAreaTop" fmla="*/ 0 h 475560"/>
                  <a:gd name="textAreaBottom" fmla="*/ 476280 h 475560"/>
                </a:gdLst>
                <a:ah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08" name="Freeform 20"/>
              <p:cNvSpPr/>
              <p:nvPr/>
            </p:nvSpPr>
            <p:spPr>
              <a:xfrm>
                <a:off x="204840" y="1849320"/>
                <a:ext cx="113760" cy="107280"/>
              </a:xfrm>
              <a:custGeom>
                <a:avLst/>
                <a:gdLst>
                  <a:gd name="textAreaLeft" fmla="*/ 0 w 113760"/>
                  <a:gd name="textAreaRight" fmla="*/ 114480 w 113760"/>
                  <a:gd name="textAreaTop" fmla="*/ 0 h 107280"/>
                  <a:gd name="textAreaBottom" fmla="*/ 108000 h 107280"/>
                </a:gdLst>
                <a:ah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09" name="Rectangle 21"/>
              <p:cNvSpPr/>
              <p:nvPr/>
            </p:nvSpPr>
            <p:spPr>
              <a:xfrm>
                <a:off x="133200" y="466236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10" name="Freeform 22"/>
              <p:cNvSpPr/>
              <p:nvPr/>
            </p:nvSpPr>
            <p:spPr>
              <a:xfrm>
                <a:off x="223920" y="5041800"/>
                <a:ext cx="369000" cy="180108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01080"/>
                  <a:gd name="textAreaBottom" fmla="*/ 1801800 h 1801080"/>
                </a:gdLst>
                <a:ah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11" name="Freeform 23"/>
              <p:cNvSpPr/>
              <p:nvPr/>
            </p:nvSpPr>
            <p:spPr>
              <a:xfrm>
                <a:off x="52560" y="4481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12" name="Freeform 24"/>
              <p:cNvSpPr/>
              <p:nvPr/>
            </p:nvSpPr>
            <p:spPr>
              <a:xfrm>
                <a:off x="-14400" y="5627520"/>
                <a:ext cx="84960" cy="1215360"/>
              </a:xfrm>
              <a:custGeom>
                <a:avLst/>
                <a:gdLst>
                  <a:gd name="textAreaLeft" fmla="*/ 0 w 84960"/>
                  <a:gd name="textAreaRight" fmla="*/ 85680 w 84960"/>
                  <a:gd name="textAreaTop" fmla="*/ 0 h 1215360"/>
                  <a:gd name="textAreaBottom" fmla="*/ 1216080 h 1215360"/>
                </a:gdLst>
                <a:ah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13" name="Freeform 25"/>
              <p:cNvSpPr/>
              <p:nvPr/>
            </p:nvSpPr>
            <p:spPr>
              <a:xfrm>
                <a:off x="527040" y="4867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14" name="Freeform 26"/>
              <p:cNvSpPr/>
              <p:nvPr/>
            </p:nvSpPr>
            <p:spPr>
              <a:xfrm>
                <a:off x="309600" y="5423040"/>
                <a:ext cx="374040" cy="1424880"/>
              </a:xfrm>
              <a:custGeom>
                <a:avLst/>
                <a:gdLst>
                  <a:gd name="textAreaLeft" fmla="*/ 0 w 374040"/>
                  <a:gd name="textAreaRight" fmla="*/ 374760 w 374040"/>
                  <a:gd name="textAreaTop" fmla="*/ 0 h 1424880"/>
                  <a:gd name="textAreaBottom" fmla="*/ 1425600 h 1424880"/>
                </a:gdLst>
                <a:ah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15" name="Freeform 27"/>
              <p:cNvSpPr/>
              <p:nvPr/>
            </p:nvSpPr>
            <p:spPr>
              <a:xfrm>
                <a:off x="569880" y="594504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16" name="Freeform 28"/>
              <p:cNvSpPr/>
              <p:nvPr/>
            </p:nvSpPr>
            <p:spPr>
              <a:xfrm>
                <a:off x="612720" y="5246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17" name="Freeform 29"/>
              <p:cNvSpPr/>
              <p:nvPr/>
            </p:nvSpPr>
            <p:spPr>
              <a:xfrm>
                <a:off x="612720" y="57643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18" name="Freeform 30"/>
              <p:cNvSpPr/>
              <p:nvPr/>
            </p:nvSpPr>
            <p:spPr>
              <a:xfrm>
                <a:off x="669960" y="6330960"/>
                <a:ext cx="416880" cy="51696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6960"/>
                  <a:gd name="textAreaBottom" fmla="*/ 517680 h 516960"/>
                </a:gdLst>
                <a:ah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19" name="Freeform 31"/>
              <p:cNvSpPr/>
              <p:nvPr/>
            </p:nvSpPr>
            <p:spPr>
              <a:xfrm>
                <a:off x="1049400" y="6221520"/>
                <a:ext cx="156600" cy="14688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46880"/>
                  <a:gd name="textAreaBottom" fmla="*/ 147600 h 146880"/>
                </a:gdLst>
                <a:ah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  <p:grpSp>
          <p:nvGrpSpPr>
            <p:cNvPr id="720" name="Group 9"/>
            <p:cNvGrpSpPr/>
            <p:nvPr/>
          </p:nvGrpSpPr>
          <p:grpSpPr>
            <a:xfrm>
              <a:off x="11364840" y="0"/>
              <a:ext cx="673920" cy="6847920"/>
              <a:chOff x="11364840" y="0"/>
              <a:chExt cx="673920" cy="6847920"/>
            </a:xfrm>
          </p:grpSpPr>
          <p:sp>
            <p:nvSpPr>
              <p:cNvPr id="721" name="Freeform 32"/>
              <p:cNvSpPr/>
              <p:nvPr/>
            </p:nvSpPr>
            <p:spPr>
              <a:xfrm>
                <a:off x="11484000" y="0"/>
                <a:ext cx="416880" cy="51192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1920"/>
                  <a:gd name="textAreaBottom" fmla="*/ 512640 h 511920"/>
                </a:gdLst>
                <a:ah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22" name="Freeform 33"/>
              <p:cNvSpPr/>
              <p:nvPr/>
            </p:nvSpPr>
            <p:spPr>
              <a:xfrm>
                <a:off x="11364840" y="474840"/>
                <a:ext cx="156600" cy="15156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1560"/>
                  <a:gd name="textAreaBottom" fmla="*/ 152280 h 151560"/>
                </a:gdLst>
                <a:ah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23" name="Freeform 34"/>
              <p:cNvSpPr/>
              <p:nvPr/>
            </p:nvSpPr>
            <p:spPr>
              <a:xfrm>
                <a:off x="11631600" y="1539720"/>
                <a:ext cx="188280" cy="18972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24" name="Freeform 35"/>
              <p:cNvSpPr/>
              <p:nvPr/>
            </p:nvSpPr>
            <p:spPr>
              <a:xfrm>
                <a:off x="11531520" y="5694480"/>
                <a:ext cx="297720" cy="1153440"/>
              </a:xfrm>
              <a:custGeom>
                <a:avLst/>
                <a:gdLst>
                  <a:gd name="textAreaLeft" fmla="*/ 0 w 297720"/>
                  <a:gd name="textAreaRight" fmla="*/ 298440 w 297720"/>
                  <a:gd name="textAreaTop" fmla="*/ 0 h 1153440"/>
                  <a:gd name="textAreaBottom" fmla="*/ 1154160 h 1153440"/>
                </a:gdLst>
                <a:ah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25" name="Freeform 36"/>
              <p:cNvSpPr/>
              <p:nvPr/>
            </p:nvSpPr>
            <p:spPr>
              <a:xfrm>
                <a:off x="11773080" y="5551560"/>
                <a:ext cx="156600" cy="15480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4800"/>
                  <a:gd name="textAreaBottom" fmla="*/ 155520 h 154800"/>
                </a:gdLst>
                <a:ah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26" name="Freeform 37"/>
              <p:cNvSpPr/>
              <p:nvPr/>
            </p:nvSpPr>
            <p:spPr>
              <a:xfrm>
                <a:off x="11711160" y="4680"/>
                <a:ext cx="304200" cy="1544040"/>
              </a:xfrm>
              <a:custGeom>
                <a:avLst/>
                <a:gdLst>
                  <a:gd name="textAreaLeft" fmla="*/ 0 w 304200"/>
                  <a:gd name="textAreaRight" fmla="*/ 304920 w 304200"/>
                  <a:gd name="textAreaTop" fmla="*/ 0 h 1544040"/>
                  <a:gd name="textAreaBottom" fmla="*/ 1544760 h 1544040"/>
                </a:gdLst>
                <a:ah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27" name="Freeform 38"/>
              <p:cNvSpPr/>
              <p:nvPr/>
            </p:nvSpPr>
            <p:spPr>
              <a:xfrm>
                <a:off x="11636280" y="4867200"/>
                <a:ext cx="188280" cy="18828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28" name="Freeform 39"/>
              <p:cNvSpPr/>
              <p:nvPr/>
            </p:nvSpPr>
            <p:spPr>
              <a:xfrm>
                <a:off x="11441160" y="5046840"/>
                <a:ext cx="307080" cy="1801080"/>
              </a:xfrm>
              <a:custGeom>
                <a:avLst/>
                <a:gdLst>
                  <a:gd name="textAreaLeft" fmla="*/ 0 w 307080"/>
                  <a:gd name="textAreaRight" fmla="*/ 307800 w 307080"/>
                  <a:gd name="textAreaTop" fmla="*/ 0 h 1801080"/>
                  <a:gd name="textAreaBottom" fmla="*/ 1801800 h 1801080"/>
                </a:gdLst>
                <a:ah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29" name="Freeform 40"/>
              <p:cNvSpPr/>
              <p:nvPr/>
            </p:nvSpPr>
            <p:spPr>
              <a:xfrm>
                <a:off x="11849040" y="641664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30" name="Rectangle 41"/>
              <p:cNvSpPr/>
              <p:nvPr/>
            </p:nvSpPr>
            <p:spPr>
              <a:xfrm>
                <a:off x="11939760" y="6595920"/>
                <a:ext cx="23040" cy="251640"/>
              </a:xfrm>
              <a:prstGeom prst="rect">
                <a:avLst/>
              </a:pr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</p:grpSp>
      <p:sp>
        <p:nvSpPr>
          <p:cNvPr id="731" name="PlaceHolder 1"/>
          <p:cNvSpPr>
            <a:spLocks noGrp="1"/>
          </p:cNvSpPr>
          <p:nvPr>
            <p:ph type="ftr" idx="43"/>
          </p:nvPr>
        </p:nvSpPr>
        <p:spPr>
          <a:xfrm>
            <a:off x="1141560" y="5883120"/>
            <a:ext cx="623844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1050" spc="-1" strike="noStrike" cap="all">
                <a:solidFill>
                  <a:schemeClr val="dk1">
                    <a:tint val="75000"/>
                  </a:schemeClr>
                </a:solidFill>
                <a:latin typeface="Tw Cen MT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 cap="all">
                <a:solidFill>
                  <a:schemeClr val="dk1">
                    <a:tint val="75000"/>
                  </a:schemeClr>
                </a:solidFill>
                <a:latin typeface="Tw Cen MT"/>
              </a:rPr>
              <a:t>&lt;footer&gt;</a:t>
            </a:r>
            <a:endParaRPr b="0" lang="en-US" sz="105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32" name="PlaceHolder 2"/>
          <p:cNvSpPr>
            <a:spLocks noGrp="1"/>
          </p:cNvSpPr>
          <p:nvPr>
            <p:ph type="sldNum" idx="44"/>
          </p:nvPr>
        </p:nvSpPr>
        <p:spPr>
          <a:xfrm>
            <a:off x="10276200" y="5883120"/>
            <a:ext cx="7704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BE" sz="1050" spc="-1" strike="noStrike">
                <a:solidFill>
                  <a:schemeClr val="dk1">
                    <a:tint val="75000"/>
                  </a:schemeClr>
                </a:solidFill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14AA5DCA-D544-4427-AAAE-721996CE64E4}" type="slidenum">
              <a:rPr b="0" lang="en-BE" sz="1050" spc="-1" strike="noStrike">
                <a:solidFill>
                  <a:schemeClr val="dk1">
                    <a:tint val="75000"/>
                  </a:schemeClr>
                </a:solidFill>
                <a:latin typeface="Tw Cen MT"/>
              </a:rPr>
              <a:t>&lt;number&gt;</a:t>
            </a:fld>
            <a:endParaRPr b="0" lang="en-US" sz="105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33" name="PlaceHolder 3"/>
          <p:cNvSpPr>
            <a:spLocks noGrp="1"/>
          </p:cNvSpPr>
          <p:nvPr>
            <p:ph type="dt" idx="45"/>
          </p:nvPr>
        </p:nvSpPr>
        <p:spPr>
          <a:xfrm>
            <a:off x="7457040" y="58831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7" r:id="rId4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4" name="Picture 2" descr="\\DROBO-FS\QuickDrops\JB\PPTX NG\Droplets\LightingOverlay.png"/>
          <p:cNvPicPr/>
          <p:nvPr/>
        </p:nvPicPr>
        <p:blipFill>
          <a:blip r:embed="rId3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ln w="0">
            <a:noFill/>
          </a:ln>
        </p:spPr>
      </p:pic>
      <p:grpSp>
        <p:nvGrpSpPr>
          <p:cNvPr id="735" name="Group 7"/>
          <p:cNvGrpSpPr/>
          <p:nvPr/>
        </p:nvGrpSpPr>
        <p:grpSpPr>
          <a:xfrm>
            <a:off x="-14400" y="0"/>
            <a:ext cx="12053160" cy="6857280"/>
            <a:chOff x="-14400" y="0"/>
            <a:chExt cx="12053160" cy="6857280"/>
          </a:xfrm>
        </p:grpSpPr>
        <p:grpSp>
          <p:nvGrpSpPr>
            <p:cNvPr id="736" name="Group 8"/>
            <p:cNvGrpSpPr/>
            <p:nvPr/>
          </p:nvGrpSpPr>
          <p:grpSpPr>
            <a:xfrm>
              <a:off x="-14400" y="0"/>
              <a:ext cx="1220400" cy="6857280"/>
              <a:chOff x="-14400" y="0"/>
              <a:chExt cx="1220400" cy="6857280"/>
            </a:xfrm>
          </p:grpSpPr>
          <p:sp>
            <p:nvSpPr>
              <p:cNvPr id="737" name="Rectangle 5"/>
              <p:cNvSpPr/>
              <p:nvPr/>
            </p:nvSpPr>
            <p:spPr>
              <a:xfrm>
                <a:off x="114480" y="468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38" name="Freeform 6"/>
              <p:cNvSpPr/>
              <p:nvPr/>
            </p:nvSpPr>
            <p:spPr>
              <a:xfrm>
                <a:off x="33480" y="217656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39" name="Freeform 7"/>
              <p:cNvSpPr/>
              <p:nvPr/>
            </p:nvSpPr>
            <p:spPr>
              <a:xfrm>
                <a:off x="28440" y="4021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40" name="Freeform 8"/>
              <p:cNvSpPr/>
              <p:nvPr/>
            </p:nvSpPr>
            <p:spPr>
              <a:xfrm>
                <a:off x="200160" y="4680"/>
                <a:ext cx="369000" cy="181044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10440"/>
                  <a:gd name="textAreaBottom" fmla="*/ 1811160 h 1810440"/>
                </a:gdLst>
                <a:ah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41" name="Freeform 9"/>
              <p:cNvSpPr/>
              <p:nvPr/>
            </p:nvSpPr>
            <p:spPr>
              <a:xfrm>
                <a:off x="503280" y="18018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42" name="Freeform 10"/>
              <p:cNvSpPr/>
              <p:nvPr/>
            </p:nvSpPr>
            <p:spPr>
              <a:xfrm>
                <a:off x="285840" y="4680"/>
                <a:ext cx="369000" cy="142956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429560"/>
                  <a:gd name="textAreaBottom" fmla="*/ 1430280 h 1429560"/>
                </a:gdLst>
                <a:ah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43" name="Freeform 11"/>
              <p:cNvSpPr/>
              <p:nvPr/>
            </p:nvSpPr>
            <p:spPr>
              <a:xfrm>
                <a:off x="546120" y="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44" name="Freeform 12"/>
              <p:cNvSpPr/>
              <p:nvPr/>
            </p:nvSpPr>
            <p:spPr>
              <a:xfrm>
                <a:off x="588960" y="14209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45" name="Freeform 13"/>
              <p:cNvSpPr/>
              <p:nvPr/>
            </p:nvSpPr>
            <p:spPr>
              <a:xfrm>
                <a:off x="588960" y="9032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46" name="Freeform 14"/>
              <p:cNvSpPr/>
              <p:nvPr/>
            </p:nvSpPr>
            <p:spPr>
              <a:xfrm>
                <a:off x="641520" y="0"/>
                <a:ext cx="421560" cy="526320"/>
              </a:xfrm>
              <a:custGeom>
                <a:avLst/>
                <a:gdLst>
                  <a:gd name="textAreaLeft" fmla="*/ 0 w 421560"/>
                  <a:gd name="textAreaRight" fmla="*/ 422280 w 421560"/>
                  <a:gd name="textAreaTop" fmla="*/ 0 h 526320"/>
                  <a:gd name="textAreaBottom" fmla="*/ 527040 h 526320"/>
                </a:gdLst>
                <a:ah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47" name="Freeform 15"/>
              <p:cNvSpPr/>
              <p:nvPr/>
            </p:nvSpPr>
            <p:spPr>
              <a:xfrm>
                <a:off x="1020600" y="488880"/>
                <a:ext cx="161280" cy="146880"/>
              </a:xfrm>
              <a:custGeom>
                <a:avLst/>
                <a:gdLst>
                  <a:gd name="textAreaLeft" fmla="*/ 0 w 161280"/>
                  <a:gd name="textAreaRight" fmla="*/ 162000 w 161280"/>
                  <a:gd name="textAreaTop" fmla="*/ 0 h 146880"/>
                  <a:gd name="textAreaBottom" fmla="*/ 147600 h 146880"/>
                </a:gdLst>
                <a:ah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48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44640" bIns="-44640" anchor="t" anchorCtr="1">
                <a:noAutofit/>
              </a:bodyPr>
              <a:p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49" name="Freeform 17"/>
              <p:cNvSpPr/>
              <p:nvPr/>
            </p:nvSpPr>
            <p:spPr>
              <a:xfrm>
                <a:off x="9360" y="1801800"/>
                <a:ext cx="123120" cy="126360"/>
              </a:xfrm>
              <a:custGeom>
                <a:avLst/>
                <a:gdLst>
                  <a:gd name="textAreaLeft" fmla="*/ 0 w 123120"/>
                  <a:gd name="textAreaRight" fmla="*/ 123840 w 123120"/>
                  <a:gd name="textAreaTop" fmla="*/ 0 h 126360"/>
                  <a:gd name="textAreaBottom" fmla="*/ 127080 h 126360"/>
                </a:gdLst>
                <a:ah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50" name="Freeform 18"/>
              <p:cNvSpPr/>
              <p:nvPr/>
            </p:nvSpPr>
            <p:spPr>
              <a:xfrm>
                <a:off x="-9360" y="3549600"/>
                <a:ext cx="146880" cy="480240"/>
              </a:xfrm>
              <a:custGeom>
                <a:avLst/>
                <a:gdLst>
                  <a:gd name="textAreaLeft" fmla="*/ 0 w 146880"/>
                  <a:gd name="textAreaRight" fmla="*/ 147600 w 146880"/>
                  <a:gd name="textAreaTop" fmla="*/ 0 h 480240"/>
                  <a:gd name="textAreaBottom" fmla="*/ 480960 h 480240"/>
                </a:gdLst>
                <a:ah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51" name="Freeform 19"/>
              <p:cNvSpPr/>
              <p:nvPr/>
            </p:nvSpPr>
            <p:spPr>
              <a:xfrm>
                <a:off x="128520" y="1382760"/>
                <a:ext cx="142200" cy="475560"/>
              </a:xfrm>
              <a:custGeom>
                <a:avLst/>
                <a:gdLst>
                  <a:gd name="textAreaLeft" fmla="*/ 0 w 142200"/>
                  <a:gd name="textAreaRight" fmla="*/ 142920 w 142200"/>
                  <a:gd name="textAreaTop" fmla="*/ 0 h 475560"/>
                  <a:gd name="textAreaBottom" fmla="*/ 476280 h 475560"/>
                </a:gdLst>
                <a:ah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52" name="Freeform 20"/>
              <p:cNvSpPr/>
              <p:nvPr/>
            </p:nvSpPr>
            <p:spPr>
              <a:xfrm>
                <a:off x="204840" y="1849320"/>
                <a:ext cx="113760" cy="107280"/>
              </a:xfrm>
              <a:custGeom>
                <a:avLst/>
                <a:gdLst>
                  <a:gd name="textAreaLeft" fmla="*/ 0 w 113760"/>
                  <a:gd name="textAreaRight" fmla="*/ 114480 w 113760"/>
                  <a:gd name="textAreaTop" fmla="*/ 0 h 107280"/>
                  <a:gd name="textAreaBottom" fmla="*/ 108000 h 107280"/>
                </a:gdLst>
                <a:ah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53" name="Rectangle 21"/>
              <p:cNvSpPr/>
              <p:nvPr/>
            </p:nvSpPr>
            <p:spPr>
              <a:xfrm>
                <a:off x="133200" y="466236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54" name="Freeform 22"/>
              <p:cNvSpPr/>
              <p:nvPr/>
            </p:nvSpPr>
            <p:spPr>
              <a:xfrm>
                <a:off x="223920" y="5041800"/>
                <a:ext cx="369000" cy="180108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01080"/>
                  <a:gd name="textAreaBottom" fmla="*/ 1801800 h 1801080"/>
                </a:gdLst>
                <a:ah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55" name="Freeform 23"/>
              <p:cNvSpPr/>
              <p:nvPr/>
            </p:nvSpPr>
            <p:spPr>
              <a:xfrm>
                <a:off x="52560" y="4481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56" name="Freeform 24"/>
              <p:cNvSpPr/>
              <p:nvPr/>
            </p:nvSpPr>
            <p:spPr>
              <a:xfrm>
                <a:off x="-14400" y="5627520"/>
                <a:ext cx="84960" cy="1215360"/>
              </a:xfrm>
              <a:custGeom>
                <a:avLst/>
                <a:gdLst>
                  <a:gd name="textAreaLeft" fmla="*/ 0 w 84960"/>
                  <a:gd name="textAreaRight" fmla="*/ 85680 w 84960"/>
                  <a:gd name="textAreaTop" fmla="*/ 0 h 1215360"/>
                  <a:gd name="textAreaBottom" fmla="*/ 1216080 h 1215360"/>
                </a:gdLst>
                <a:ah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57" name="Freeform 25"/>
              <p:cNvSpPr/>
              <p:nvPr/>
            </p:nvSpPr>
            <p:spPr>
              <a:xfrm>
                <a:off x="527040" y="4867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58" name="Freeform 26"/>
              <p:cNvSpPr/>
              <p:nvPr/>
            </p:nvSpPr>
            <p:spPr>
              <a:xfrm>
                <a:off x="309600" y="5423040"/>
                <a:ext cx="374040" cy="1424880"/>
              </a:xfrm>
              <a:custGeom>
                <a:avLst/>
                <a:gdLst>
                  <a:gd name="textAreaLeft" fmla="*/ 0 w 374040"/>
                  <a:gd name="textAreaRight" fmla="*/ 374760 w 374040"/>
                  <a:gd name="textAreaTop" fmla="*/ 0 h 1424880"/>
                  <a:gd name="textAreaBottom" fmla="*/ 1425600 h 1424880"/>
                </a:gdLst>
                <a:ah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59" name="Freeform 27"/>
              <p:cNvSpPr/>
              <p:nvPr/>
            </p:nvSpPr>
            <p:spPr>
              <a:xfrm>
                <a:off x="569880" y="594504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60" name="Freeform 28"/>
              <p:cNvSpPr/>
              <p:nvPr/>
            </p:nvSpPr>
            <p:spPr>
              <a:xfrm>
                <a:off x="612720" y="5246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61" name="Freeform 29"/>
              <p:cNvSpPr/>
              <p:nvPr/>
            </p:nvSpPr>
            <p:spPr>
              <a:xfrm>
                <a:off x="612720" y="57643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62" name="Freeform 30"/>
              <p:cNvSpPr/>
              <p:nvPr/>
            </p:nvSpPr>
            <p:spPr>
              <a:xfrm>
                <a:off x="669960" y="6330960"/>
                <a:ext cx="416880" cy="51696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6960"/>
                  <a:gd name="textAreaBottom" fmla="*/ 517680 h 516960"/>
                </a:gdLst>
                <a:ah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63" name="Freeform 31"/>
              <p:cNvSpPr/>
              <p:nvPr/>
            </p:nvSpPr>
            <p:spPr>
              <a:xfrm>
                <a:off x="1049400" y="6221520"/>
                <a:ext cx="156600" cy="14688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46880"/>
                  <a:gd name="textAreaBottom" fmla="*/ 147600 h 146880"/>
                </a:gdLst>
                <a:ah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  <p:grpSp>
          <p:nvGrpSpPr>
            <p:cNvPr id="764" name="Group 9"/>
            <p:cNvGrpSpPr/>
            <p:nvPr/>
          </p:nvGrpSpPr>
          <p:grpSpPr>
            <a:xfrm>
              <a:off x="11364840" y="0"/>
              <a:ext cx="673920" cy="6847920"/>
              <a:chOff x="11364840" y="0"/>
              <a:chExt cx="673920" cy="6847920"/>
            </a:xfrm>
          </p:grpSpPr>
          <p:sp>
            <p:nvSpPr>
              <p:cNvPr id="765" name="Freeform 32"/>
              <p:cNvSpPr/>
              <p:nvPr/>
            </p:nvSpPr>
            <p:spPr>
              <a:xfrm>
                <a:off x="11484000" y="0"/>
                <a:ext cx="416880" cy="51192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1920"/>
                  <a:gd name="textAreaBottom" fmla="*/ 512640 h 511920"/>
                </a:gdLst>
                <a:ah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66" name="Freeform 33"/>
              <p:cNvSpPr/>
              <p:nvPr/>
            </p:nvSpPr>
            <p:spPr>
              <a:xfrm>
                <a:off x="11364840" y="474840"/>
                <a:ext cx="156600" cy="15156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1560"/>
                  <a:gd name="textAreaBottom" fmla="*/ 152280 h 151560"/>
                </a:gdLst>
                <a:ah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67" name="Freeform 34"/>
              <p:cNvSpPr/>
              <p:nvPr/>
            </p:nvSpPr>
            <p:spPr>
              <a:xfrm>
                <a:off x="11631600" y="1539720"/>
                <a:ext cx="188280" cy="18972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68" name="Freeform 35"/>
              <p:cNvSpPr/>
              <p:nvPr/>
            </p:nvSpPr>
            <p:spPr>
              <a:xfrm>
                <a:off x="11531520" y="5694480"/>
                <a:ext cx="297720" cy="1153440"/>
              </a:xfrm>
              <a:custGeom>
                <a:avLst/>
                <a:gdLst>
                  <a:gd name="textAreaLeft" fmla="*/ 0 w 297720"/>
                  <a:gd name="textAreaRight" fmla="*/ 298440 w 297720"/>
                  <a:gd name="textAreaTop" fmla="*/ 0 h 1153440"/>
                  <a:gd name="textAreaBottom" fmla="*/ 1154160 h 1153440"/>
                </a:gdLst>
                <a:ah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69" name="Freeform 36"/>
              <p:cNvSpPr/>
              <p:nvPr/>
            </p:nvSpPr>
            <p:spPr>
              <a:xfrm>
                <a:off x="11773080" y="5551560"/>
                <a:ext cx="156600" cy="15480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4800"/>
                  <a:gd name="textAreaBottom" fmla="*/ 155520 h 154800"/>
                </a:gdLst>
                <a:ah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70" name="Freeform 37"/>
              <p:cNvSpPr/>
              <p:nvPr/>
            </p:nvSpPr>
            <p:spPr>
              <a:xfrm>
                <a:off x="11711160" y="4680"/>
                <a:ext cx="304200" cy="1544040"/>
              </a:xfrm>
              <a:custGeom>
                <a:avLst/>
                <a:gdLst>
                  <a:gd name="textAreaLeft" fmla="*/ 0 w 304200"/>
                  <a:gd name="textAreaRight" fmla="*/ 304920 w 304200"/>
                  <a:gd name="textAreaTop" fmla="*/ 0 h 1544040"/>
                  <a:gd name="textAreaBottom" fmla="*/ 1544760 h 1544040"/>
                </a:gdLst>
                <a:ah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71" name="Freeform 38"/>
              <p:cNvSpPr/>
              <p:nvPr/>
            </p:nvSpPr>
            <p:spPr>
              <a:xfrm>
                <a:off x="11636280" y="4867200"/>
                <a:ext cx="188280" cy="18828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72" name="Freeform 39"/>
              <p:cNvSpPr/>
              <p:nvPr/>
            </p:nvSpPr>
            <p:spPr>
              <a:xfrm>
                <a:off x="11441160" y="5046840"/>
                <a:ext cx="307080" cy="1801080"/>
              </a:xfrm>
              <a:custGeom>
                <a:avLst/>
                <a:gdLst>
                  <a:gd name="textAreaLeft" fmla="*/ 0 w 307080"/>
                  <a:gd name="textAreaRight" fmla="*/ 307800 w 307080"/>
                  <a:gd name="textAreaTop" fmla="*/ 0 h 1801080"/>
                  <a:gd name="textAreaBottom" fmla="*/ 1801800 h 1801080"/>
                </a:gdLst>
                <a:ah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73" name="Freeform 40"/>
              <p:cNvSpPr/>
              <p:nvPr/>
            </p:nvSpPr>
            <p:spPr>
              <a:xfrm>
                <a:off x="11849040" y="641664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74" name="Rectangle 41"/>
              <p:cNvSpPr/>
              <p:nvPr/>
            </p:nvSpPr>
            <p:spPr>
              <a:xfrm>
                <a:off x="11939760" y="6595920"/>
                <a:ext cx="23040" cy="251640"/>
              </a:xfrm>
              <a:prstGeom prst="rect">
                <a:avLst/>
              </a:pr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</p:grpSp>
      <p:sp>
        <p:nvSpPr>
          <p:cNvPr id="775" name="PlaceHolder 1"/>
          <p:cNvSpPr>
            <a:spLocks noGrp="1"/>
          </p:cNvSpPr>
          <p:nvPr>
            <p:ph type="ftr" idx="46"/>
          </p:nvPr>
        </p:nvSpPr>
        <p:spPr>
          <a:xfrm>
            <a:off x="1141560" y="5883120"/>
            <a:ext cx="623844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1050" spc="-1" strike="noStrike" cap="all">
                <a:solidFill>
                  <a:schemeClr val="dk1">
                    <a:tint val="75000"/>
                  </a:schemeClr>
                </a:solidFill>
                <a:latin typeface="Tw Cen MT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 cap="all">
                <a:solidFill>
                  <a:schemeClr val="dk1">
                    <a:tint val="75000"/>
                  </a:schemeClr>
                </a:solidFill>
                <a:latin typeface="Tw Cen MT"/>
              </a:rPr>
              <a:t>&lt;footer&gt;</a:t>
            </a:r>
            <a:endParaRPr b="0" lang="en-US" sz="105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76" name="PlaceHolder 2"/>
          <p:cNvSpPr>
            <a:spLocks noGrp="1"/>
          </p:cNvSpPr>
          <p:nvPr>
            <p:ph type="sldNum" idx="47"/>
          </p:nvPr>
        </p:nvSpPr>
        <p:spPr>
          <a:xfrm>
            <a:off x="10276200" y="5883120"/>
            <a:ext cx="7704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BE" sz="1050" spc="-1" strike="noStrike">
                <a:solidFill>
                  <a:schemeClr val="dk1">
                    <a:tint val="75000"/>
                  </a:schemeClr>
                </a:solidFill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41F8438C-5DDF-4665-960F-B10C4874285F}" type="slidenum">
              <a:rPr b="0" lang="en-BE" sz="1050" spc="-1" strike="noStrike">
                <a:solidFill>
                  <a:schemeClr val="dk1">
                    <a:tint val="75000"/>
                  </a:schemeClr>
                </a:solidFill>
                <a:latin typeface="Tw Cen MT"/>
              </a:rPr>
              <a:t>&lt;number&gt;</a:t>
            </a:fld>
            <a:endParaRPr b="0" lang="en-US" sz="105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77" name="PlaceHolder 3"/>
          <p:cNvSpPr>
            <a:spLocks noGrp="1"/>
          </p:cNvSpPr>
          <p:nvPr>
            <p:ph type="dt" idx="48"/>
          </p:nvPr>
        </p:nvSpPr>
        <p:spPr>
          <a:xfrm>
            <a:off x="7457040" y="58831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9" r:id="rId4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8" name="Picture 2" descr="\\DROBO-FS\QuickDrops\JB\PPTX NG\Droplets\LightingOverlay.png"/>
          <p:cNvPicPr/>
          <p:nvPr/>
        </p:nvPicPr>
        <p:blipFill>
          <a:blip r:embed="rId3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ln w="0">
            <a:noFill/>
          </a:ln>
        </p:spPr>
      </p:pic>
      <p:grpSp>
        <p:nvGrpSpPr>
          <p:cNvPr id="779" name="Group 7"/>
          <p:cNvGrpSpPr/>
          <p:nvPr/>
        </p:nvGrpSpPr>
        <p:grpSpPr>
          <a:xfrm>
            <a:off x="-14400" y="0"/>
            <a:ext cx="12053160" cy="6857280"/>
            <a:chOff x="-14400" y="0"/>
            <a:chExt cx="12053160" cy="6857280"/>
          </a:xfrm>
        </p:grpSpPr>
        <p:grpSp>
          <p:nvGrpSpPr>
            <p:cNvPr id="780" name="Group 8"/>
            <p:cNvGrpSpPr/>
            <p:nvPr/>
          </p:nvGrpSpPr>
          <p:grpSpPr>
            <a:xfrm>
              <a:off x="-14400" y="0"/>
              <a:ext cx="1220400" cy="6857280"/>
              <a:chOff x="-14400" y="0"/>
              <a:chExt cx="1220400" cy="6857280"/>
            </a:xfrm>
          </p:grpSpPr>
          <p:sp>
            <p:nvSpPr>
              <p:cNvPr id="781" name="Rectangle 5"/>
              <p:cNvSpPr/>
              <p:nvPr/>
            </p:nvSpPr>
            <p:spPr>
              <a:xfrm>
                <a:off x="114480" y="468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82" name="Freeform 6"/>
              <p:cNvSpPr/>
              <p:nvPr/>
            </p:nvSpPr>
            <p:spPr>
              <a:xfrm>
                <a:off x="33480" y="217656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83" name="Freeform 7"/>
              <p:cNvSpPr/>
              <p:nvPr/>
            </p:nvSpPr>
            <p:spPr>
              <a:xfrm>
                <a:off x="28440" y="4021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84" name="Freeform 8"/>
              <p:cNvSpPr/>
              <p:nvPr/>
            </p:nvSpPr>
            <p:spPr>
              <a:xfrm>
                <a:off x="200160" y="4680"/>
                <a:ext cx="369000" cy="181044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10440"/>
                  <a:gd name="textAreaBottom" fmla="*/ 1811160 h 1810440"/>
                </a:gdLst>
                <a:ah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85" name="Freeform 9"/>
              <p:cNvSpPr/>
              <p:nvPr/>
            </p:nvSpPr>
            <p:spPr>
              <a:xfrm>
                <a:off x="503280" y="18018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86" name="Freeform 10"/>
              <p:cNvSpPr/>
              <p:nvPr/>
            </p:nvSpPr>
            <p:spPr>
              <a:xfrm>
                <a:off x="285840" y="4680"/>
                <a:ext cx="369000" cy="142956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429560"/>
                  <a:gd name="textAreaBottom" fmla="*/ 1430280 h 1429560"/>
                </a:gdLst>
                <a:ah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87" name="Freeform 11"/>
              <p:cNvSpPr/>
              <p:nvPr/>
            </p:nvSpPr>
            <p:spPr>
              <a:xfrm>
                <a:off x="546120" y="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88" name="Freeform 12"/>
              <p:cNvSpPr/>
              <p:nvPr/>
            </p:nvSpPr>
            <p:spPr>
              <a:xfrm>
                <a:off x="588960" y="14209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89" name="Freeform 13"/>
              <p:cNvSpPr/>
              <p:nvPr/>
            </p:nvSpPr>
            <p:spPr>
              <a:xfrm>
                <a:off x="588960" y="9032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90" name="Freeform 14"/>
              <p:cNvSpPr/>
              <p:nvPr/>
            </p:nvSpPr>
            <p:spPr>
              <a:xfrm>
                <a:off x="641520" y="0"/>
                <a:ext cx="421560" cy="526320"/>
              </a:xfrm>
              <a:custGeom>
                <a:avLst/>
                <a:gdLst>
                  <a:gd name="textAreaLeft" fmla="*/ 0 w 421560"/>
                  <a:gd name="textAreaRight" fmla="*/ 422280 w 421560"/>
                  <a:gd name="textAreaTop" fmla="*/ 0 h 526320"/>
                  <a:gd name="textAreaBottom" fmla="*/ 527040 h 526320"/>
                </a:gdLst>
                <a:ah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91" name="Freeform 15"/>
              <p:cNvSpPr/>
              <p:nvPr/>
            </p:nvSpPr>
            <p:spPr>
              <a:xfrm>
                <a:off x="1020600" y="488880"/>
                <a:ext cx="161280" cy="146880"/>
              </a:xfrm>
              <a:custGeom>
                <a:avLst/>
                <a:gdLst>
                  <a:gd name="textAreaLeft" fmla="*/ 0 w 161280"/>
                  <a:gd name="textAreaRight" fmla="*/ 162000 w 161280"/>
                  <a:gd name="textAreaTop" fmla="*/ 0 h 146880"/>
                  <a:gd name="textAreaBottom" fmla="*/ 147600 h 146880"/>
                </a:gdLst>
                <a:ah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92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44640" bIns="-44640" anchor="t" anchorCtr="1">
                <a:noAutofit/>
              </a:bodyPr>
              <a:p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93" name="Freeform 17"/>
              <p:cNvSpPr/>
              <p:nvPr/>
            </p:nvSpPr>
            <p:spPr>
              <a:xfrm>
                <a:off x="9360" y="1801800"/>
                <a:ext cx="123120" cy="126360"/>
              </a:xfrm>
              <a:custGeom>
                <a:avLst/>
                <a:gdLst>
                  <a:gd name="textAreaLeft" fmla="*/ 0 w 123120"/>
                  <a:gd name="textAreaRight" fmla="*/ 123840 w 123120"/>
                  <a:gd name="textAreaTop" fmla="*/ 0 h 126360"/>
                  <a:gd name="textAreaBottom" fmla="*/ 127080 h 126360"/>
                </a:gdLst>
                <a:ah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94" name="Freeform 18"/>
              <p:cNvSpPr/>
              <p:nvPr/>
            </p:nvSpPr>
            <p:spPr>
              <a:xfrm>
                <a:off x="-9360" y="3549600"/>
                <a:ext cx="146880" cy="480240"/>
              </a:xfrm>
              <a:custGeom>
                <a:avLst/>
                <a:gdLst>
                  <a:gd name="textAreaLeft" fmla="*/ 0 w 146880"/>
                  <a:gd name="textAreaRight" fmla="*/ 147600 w 146880"/>
                  <a:gd name="textAreaTop" fmla="*/ 0 h 480240"/>
                  <a:gd name="textAreaBottom" fmla="*/ 480960 h 480240"/>
                </a:gdLst>
                <a:ah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95" name="Freeform 19"/>
              <p:cNvSpPr/>
              <p:nvPr/>
            </p:nvSpPr>
            <p:spPr>
              <a:xfrm>
                <a:off x="128520" y="1382760"/>
                <a:ext cx="142200" cy="475560"/>
              </a:xfrm>
              <a:custGeom>
                <a:avLst/>
                <a:gdLst>
                  <a:gd name="textAreaLeft" fmla="*/ 0 w 142200"/>
                  <a:gd name="textAreaRight" fmla="*/ 142920 w 142200"/>
                  <a:gd name="textAreaTop" fmla="*/ 0 h 475560"/>
                  <a:gd name="textAreaBottom" fmla="*/ 476280 h 475560"/>
                </a:gdLst>
                <a:ah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96" name="Freeform 20"/>
              <p:cNvSpPr/>
              <p:nvPr/>
            </p:nvSpPr>
            <p:spPr>
              <a:xfrm>
                <a:off x="204840" y="1849320"/>
                <a:ext cx="113760" cy="107280"/>
              </a:xfrm>
              <a:custGeom>
                <a:avLst/>
                <a:gdLst>
                  <a:gd name="textAreaLeft" fmla="*/ 0 w 113760"/>
                  <a:gd name="textAreaRight" fmla="*/ 114480 w 113760"/>
                  <a:gd name="textAreaTop" fmla="*/ 0 h 107280"/>
                  <a:gd name="textAreaBottom" fmla="*/ 108000 h 107280"/>
                </a:gdLst>
                <a:ah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97" name="Rectangle 21"/>
              <p:cNvSpPr/>
              <p:nvPr/>
            </p:nvSpPr>
            <p:spPr>
              <a:xfrm>
                <a:off x="133200" y="466236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98" name="Freeform 22"/>
              <p:cNvSpPr/>
              <p:nvPr/>
            </p:nvSpPr>
            <p:spPr>
              <a:xfrm>
                <a:off x="223920" y="5041800"/>
                <a:ext cx="369000" cy="180108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01080"/>
                  <a:gd name="textAreaBottom" fmla="*/ 1801800 h 1801080"/>
                </a:gdLst>
                <a:ah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99" name="Freeform 23"/>
              <p:cNvSpPr/>
              <p:nvPr/>
            </p:nvSpPr>
            <p:spPr>
              <a:xfrm>
                <a:off x="52560" y="4481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800" name="Freeform 24"/>
              <p:cNvSpPr/>
              <p:nvPr/>
            </p:nvSpPr>
            <p:spPr>
              <a:xfrm>
                <a:off x="-14400" y="5627520"/>
                <a:ext cx="84960" cy="1215360"/>
              </a:xfrm>
              <a:custGeom>
                <a:avLst/>
                <a:gdLst>
                  <a:gd name="textAreaLeft" fmla="*/ 0 w 84960"/>
                  <a:gd name="textAreaRight" fmla="*/ 85680 w 84960"/>
                  <a:gd name="textAreaTop" fmla="*/ 0 h 1215360"/>
                  <a:gd name="textAreaBottom" fmla="*/ 1216080 h 1215360"/>
                </a:gdLst>
                <a:ah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801" name="Freeform 25"/>
              <p:cNvSpPr/>
              <p:nvPr/>
            </p:nvSpPr>
            <p:spPr>
              <a:xfrm>
                <a:off x="527040" y="4867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802" name="Freeform 26"/>
              <p:cNvSpPr/>
              <p:nvPr/>
            </p:nvSpPr>
            <p:spPr>
              <a:xfrm>
                <a:off x="309600" y="5423040"/>
                <a:ext cx="374040" cy="1424880"/>
              </a:xfrm>
              <a:custGeom>
                <a:avLst/>
                <a:gdLst>
                  <a:gd name="textAreaLeft" fmla="*/ 0 w 374040"/>
                  <a:gd name="textAreaRight" fmla="*/ 374760 w 374040"/>
                  <a:gd name="textAreaTop" fmla="*/ 0 h 1424880"/>
                  <a:gd name="textAreaBottom" fmla="*/ 1425600 h 1424880"/>
                </a:gdLst>
                <a:ah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803" name="Freeform 27"/>
              <p:cNvSpPr/>
              <p:nvPr/>
            </p:nvSpPr>
            <p:spPr>
              <a:xfrm>
                <a:off x="569880" y="594504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804" name="Freeform 28"/>
              <p:cNvSpPr/>
              <p:nvPr/>
            </p:nvSpPr>
            <p:spPr>
              <a:xfrm>
                <a:off x="612720" y="5246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805" name="Freeform 29"/>
              <p:cNvSpPr/>
              <p:nvPr/>
            </p:nvSpPr>
            <p:spPr>
              <a:xfrm>
                <a:off x="612720" y="57643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806" name="Freeform 30"/>
              <p:cNvSpPr/>
              <p:nvPr/>
            </p:nvSpPr>
            <p:spPr>
              <a:xfrm>
                <a:off x="669960" y="6330960"/>
                <a:ext cx="416880" cy="51696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6960"/>
                  <a:gd name="textAreaBottom" fmla="*/ 517680 h 516960"/>
                </a:gdLst>
                <a:ah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807" name="Freeform 31"/>
              <p:cNvSpPr/>
              <p:nvPr/>
            </p:nvSpPr>
            <p:spPr>
              <a:xfrm>
                <a:off x="1049400" y="6221520"/>
                <a:ext cx="156600" cy="14688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46880"/>
                  <a:gd name="textAreaBottom" fmla="*/ 147600 h 146880"/>
                </a:gdLst>
                <a:ah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  <p:grpSp>
          <p:nvGrpSpPr>
            <p:cNvPr id="808" name="Group 9"/>
            <p:cNvGrpSpPr/>
            <p:nvPr/>
          </p:nvGrpSpPr>
          <p:grpSpPr>
            <a:xfrm>
              <a:off x="11364840" y="0"/>
              <a:ext cx="673920" cy="6847920"/>
              <a:chOff x="11364840" y="0"/>
              <a:chExt cx="673920" cy="6847920"/>
            </a:xfrm>
          </p:grpSpPr>
          <p:sp>
            <p:nvSpPr>
              <p:cNvPr id="809" name="Freeform 32"/>
              <p:cNvSpPr/>
              <p:nvPr/>
            </p:nvSpPr>
            <p:spPr>
              <a:xfrm>
                <a:off x="11484000" y="0"/>
                <a:ext cx="416880" cy="51192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1920"/>
                  <a:gd name="textAreaBottom" fmla="*/ 512640 h 511920"/>
                </a:gdLst>
                <a:ah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810" name="Freeform 33"/>
              <p:cNvSpPr/>
              <p:nvPr/>
            </p:nvSpPr>
            <p:spPr>
              <a:xfrm>
                <a:off x="11364840" y="474840"/>
                <a:ext cx="156600" cy="15156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1560"/>
                  <a:gd name="textAreaBottom" fmla="*/ 152280 h 151560"/>
                </a:gdLst>
                <a:ah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811" name="Freeform 34"/>
              <p:cNvSpPr/>
              <p:nvPr/>
            </p:nvSpPr>
            <p:spPr>
              <a:xfrm>
                <a:off x="11631600" y="1539720"/>
                <a:ext cx="188280" cy="18972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9720"/>
                  <a:gd name="textAreaBottom" fmla="*/ 190440 h 18972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812" name="Freeform 35"/>
              <p:cNvSpPr/>
              <p:nvPr/>
            </p:nvSpPr>
            <p:spPr>
              <a:xfrm>
                <a:off x="11531520" y="5694480"/>
                <a:ext cx="297720" cy="1153440"/>
              </a:xfrm>
              <a:custGeom>
                <a:avLst/>
                <a:gdLst>
                  <a:gd name="textAreaLeft" fmla="*/ 0 w 297720"/>
                  <a:gd name="textAreaRight" fmla="*/ 298440 w 297720"/>
                  <a:gd name="textAreaTop" fmla="*/ 0 h 1153440"/>
                  <a:gd name="textAreaBottom" fmla="*/ 1154160 h 1153440"/>
                </a:gdLst>
                <a:ah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813" name="Freeform 36"/>
              <p:cNvSpPr/>
              <p:nvPr/>
            </p:nvSpPr>
            <p:spPr>
              <a:xfrm>
                <a:off x="11773080" y="5551560"/>
                <a:ext cx="156600" cy="15480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4800"/>
                  <a:gd name="textAreaBottom" fmla="*/ 155520 h 154800"/>
                </a:gdLst>
                <a:ah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814" name="Freeform 37"/>
              <p:cNvSpPr/>
              <p:nvPr/>
            </p:nvSpPr>
            <p:spPr>
              <a:xfrm>
                <a:off x="11711160" y="4680"/>
                <a:ext cx="304200" cy="1544040"/>
              </a:xfrm>
              <a:custGeom>
                <a:avLst/>
                <a:gdLst>
                  <a:gd name="textAreaLeft" fmla="*/ 0 w 304200"/>
                  <a:gd name="textAreaRight" fmla="*/ 304920 w 304200"/>
                  <a:gd name="textAreaTop" fmla="*/ 0 h 1544040"/>
                  <a:gd name="textAreaBottom" fmla="*/ 1544760 h 1544040"/>
                </a:gdLst>
                <a:ah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815" name="Freeform 38"/>
              <p:cNvSpPr/>
              <p:nvPr/>
            </p:nvSpPr>
            <p:spPr>
              <a:xfrm>
                <a:off x="11636280" y="4867200"/>
                <a:ext cx="188280" cy="18828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816" name="Freeform 39"/>
              <p:cNvSpPr/>
              <p:nvPr/>
            </p:nvSpPr>
            <p:spPr>
              <a:xfrm>
                <a:off x="11441160" y="5046840"/>
                <a:ext cx="307080" cy="1801080"/>
              </a:xfrm>
              <a:custGeom>
                <a:avLst/>
                <a:gdLst>
                  <a:gd name="textAreaLeft" fmla="*/ 0 w 307080"/>
                  <a:gd name="textAreaRight" fmla="*/ 307800 w 307080"/>
                  <a:gd name="textAreaTop" fmla="*/ 0 h 1801080"/>
                  <a:gd name="textAreaBottom" fmla="*/ 1801800 h 1801080"/>
                </a:gdLst>
                <a:ah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817" name="Freeform 40"/>
              <p:cNvSpPr/>
              <p:nvPr/>
            </p:nvSpPr>
            <p:spPr>
              <a:xfrm>
                <a:off x="11849040" y="641664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818" name="Rectangle 41"/>
              <p:cNvSpPr/>
              <p:nvPr/>
            </p:nvSpPr>
            <p:spPr>
              <a:xfrm>
                <a:off x="11939760" y="6595920"/>
                <a:ext cx="23040" cy="251640"/>
              </a:xfrm>
              <a:prstGeom prst="rect">
                <a:avLst/>
              </a:pr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</p:grpSp>
      <p:sp>
        <p:nvSpPr>
          <p:cNvPr id="819" name="PlaceHolder 1"/>
          <p:cNvSpPr>
            <a:spLocks noGrp="1"/>
          </p:cNvSpPr>
          <p:nvPr>
            <p:ph type="ftr" idx="49"/>
          </p:nvPr>
        </p:nvSpPr>
        <p:spPr>
          <a:xfrm>
            <a:off x="1141560" y="5883120"/>
            <a:ext cx="623844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1050" spc="-1" strike="noStrike" cap="all">
                <a:solidFill>
                  <a:schemeClr val="dk1">
                    <a:tint val="75000"/>
                  </a:schemeClr>
                </a:solidFill>
                <a:latin typeface="Tw Cen MT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 cap="all">
                <a:solidFill>
                  <a:schemeClr val="dk1">
                    <a:tint val="75000"/>
                  </a:schemeClr>
                </a:solidFill>
                <a:latin typeface="Tw Cen MT"/>
              </a:rPr>
              <a:t>&lt;footer&gt;</a:t>
            </a:r>
            <a:endParaRPr b="0" lang="en-US" sz="105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20" name="PlaceHolder 2"/>
          <p:cNvSpPr>
            <a:spLocks noGrp="1"/>
          </p:cNvSpPr>
          <p:nvPr>
            <p:ph type="sldNum" idx="50"/>
          </p:nvPr>
        </p:nvSpPr>
        <p:spPr>
          <a:xfrm>
            <a:off x="10276200" y="5883120"/>
            <a:ext cx="7704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BE" sz="1050" spc="-1" strike="noStrike">
                <a:solidFill>
                  <a:schemeClr val="dk1">
                    <a:tint val="75000"/>
                  </a:schemeClr>
                </a:solidFill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C3C59A96-1BBF-4844-B862-3B5A689F8FE3}" type="slidenum">
              <a:rPr b="0" lang="en-BE" sz="1050" spc="-1" strike="noStrike">
                <a:solidFill>
                  <a:schemeClr val="dk1">
                    <a:tint val="75000"/>
                  </a:schemeClr>
                </a:solidFill>
                <a:latin typeface="Tw Cen MT"/>
              </a:rPr>
              <a:t>&lt;number&gt;</a:t>
            </a:fld>
            <a:endParaRPr b="0" lang="en-US" sz="105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21" name="PlaceHolder 3"/>
          <p:cNvSpPr>
            <a:spLocks noGrp="1"/>
          </p:cNvSpPr>
          <p:nvPr>
            <p:ph type="dt" idx="51"/>
          </p:nvPr>
        </p:nvSpPr>
        <p:spPr>
          <a:xfrm>
            <a:off x="7457040" y="58831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1" r:id="rId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.png"/><Relationship Id="rId3" Type="http://schemas.openxmlformats.org/officeDocument/2006/relationships/image" Target="../media/image5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0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0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0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0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0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10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slideLayout" Target="../slideLayouts/slideLayout10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1.png"/><Relationship Id="rId3" Type="http://schemas.openxmlformats.org/officeDocument/2006/relationships/slideLayout" Target="../slideLayouts/slideLayout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2.png"/><Relationship Id="rId3" Type="http://schemas.openxmlformats.org/officeDocument/2006/relationships/slideLayout" Target="../slideLayouts/slideLayout10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slideLayout" Target="../slideLayouts/slideLayout10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7.png"/><Relationship Id="rId6" Type="http://schemas.openxmlformats.org/officeDocument/2006/relationships/image" Target="../media/image17.png"/><Relationship Id="rId7" Type="http://schemas.openxmlformats.org/officeDocument/2006/relationships/image" Target="../media/image17.png"/><Relationship Id="rId8" Type="http://schemas.openxmlformats.org/officeDocument/2006/relationships/image" Target="../media/image17.png"/><Relationship Id="rId9" Type="http://schemas.openxmlformats.org/officeDocument/2006/relationships/image" Target="../media/image17.png"/><Relationship Id="rId10" Type="http://schemas.openxmlformats.org/officeDocument/2006/relationships/image" Target="../media/image17.png"/><Relationship Id="rId11" Type="http://schemas.openxmlformats.org/officeDocument/2006/relationships/image" Target="../media/image17.png"/><Relationship Id="rId12" Type="http://schemas.openxmlformats.org/officeDocument/2006/relationships/image" Target="../media/image17.png"/><Relationship Id="rId13" Type="http://schemas.openxmlformats.org/officeDocument/2006/relationships/image" Target="../media/image17.png"/><Relationship Id="rId14" Type="http://schemas.openxmlformats.org/officeDocument/2006/relationships/image" Target="../media/image17.png"/><Relationship Id="rId15" Type="http://schemas.openxmlformats.org/officeDocument/2006/relationships/image" Target="../media/image17.png"/><Relationship Id="rId16" Type="http://schemas.openxmlformats.org/officeDocument/2006/relationships/image" Target="../media/image18.png"/><Relationship Id="rId17" Type="http://schemas.openxmlformats.org/officeDocument/2006/relationships/image" Target="../media/image18.png"/><Relationship Id="rId18" Type="http://schemas.openxmlformats.org/officeDocument/2006/relationships/image" Target="../media/image18.png"/><Relationship Id="rId19" Type="http://schemas.openxmlformats.org/officeDocument/2006/relationships/image" Target="../media/image18.png"/><Relationship Id="rId20" Type="http://schemas.openxmlformats.org/officeDocument/2006/relationships/slideLayout" Target="../slideLayouts/slideLayout10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0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9.jpeg"/><Relationship Id="rId3" Type="http://schemas.openxmlformats.org/officeDocument/2006/relationships/slideLayout" Target="../slideLayouts/slideLayout10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jpeg"/><Relationship Id="rId5" Type="http://schemas.microsoft.com/office/2007/relationships/hdphoto" Target="../media/hdphoto1.wdp"/><Relationship Id="rId6" Type="http://schemas.openxmlformats.org/officeDocument/2006/relationships/image" Target="../media/image23.jpeg"/><Relationship Id="rId7" Type="http://schemas.openxmlformats.org/officeDocument/2006/relationships/image" Target="../media/image24.jpeg"/><Relationship Id="rId8" Type="http://schemas.openxmlformats.org/officeDocument/2006/relationships/slideLayout" Target="../slideLayouts/slideLayout10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25.jpe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slideLayout" Target="../slideLayouts/slideLayout10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0.png"/><Relationship Id="rId6" Type="http://schemas.openxmlformats.org/officeDocument/2006/relationships/image" Target="../media/image30.png"/><Relationship Id="rId7" Type="http://schemas.openxmlformats.org/officeDocument/2006/relationships/image" Target="../media/image30.png"/><Relationship Id="rId8" Type="http://schemas.openxmlformats.org/officeDocument/2006/relationships/slideLayout" Target="../slideLayouts/slideLayout1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0.png"/><Relationship Id="rId6" Type="http://schemas.openxmlformats.org/officeDocument/2006/relationships/image" Target="../media/image30.png"/><Relationship Id="rId7" Type="http://schemas.openxmlformats.org/officeDocument/2006/relationships/image" Target="../media/image30.png"/><Relationship Id="rId8" Type="http://schemas.openxmlformats.org/officeDocument/2006/relationships/slideLayout" Target="../slideLayouts/slideLayout10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31.png"/><Relationship Id="rId3" Type="http://schemas.openxmlformats.org/officeDocument/2006/relationships/slideLayout" Target="../slideLayouts/slideLayout10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slideLayout" Target="../slideLayouts/slideLayout10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slideLayout" Target="../slideLayouts/slideLayout10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0.png"/><Relationship Id="rId6" Type="http://schemas.openxmlformats.org/officeDocument/2006/relationships/image" Target="../media/image30.png"/><Relationship Id="rId7" Type="http://schemas.openxmlformats.org/officeDocument/2006/relationships/image" Target="../media/image30.png"/><Relationship Id="rId8" Type="http://schemas.openxmlformats.org/officeDocument/2006/relationships/slideLayout" Target="../slideLayouts/slideLayout10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hyperlink" Target="https://www.datacamp.com/blog/yolo-object-detection-explained" TargetMode="External"/><Relationship Id="rId3" Type="http://schemas.openxmlformats.org/officeDocument/2006/relationships/image" Target="../media/image36.png"/><Relationship Id="rId4" Type="http://schemas.openxmlformats.org/officeDocument/2006/relationships/image" Target="../media/image37.png"/><Relationship Id="rId5" Type="http://schemas.openxmlformats.org/officeDocument/2006/relationships/image" Target="../media/image38.png"/><Relationship Id="rId6" Type="http://schemas.openxmlformats.org/officeDocument/2006/relationships/image" Target="../media/image39.png"/><Relationship Id="rId7" Type="http://schemas.openxmlformats.org/officeDocument/2006/relationships/slideLayout" Target="../slideLayouts/slideLayout10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0.png"/><Relationship Id="rId6" Type="http://schemas.openxmlformats.org/officeDocument/2006/relationships/image" Target="../media/image30.png"/><Relationship Id="rId7" Type="http://schemas.openxmlformats.org/officeDocument/2006/relationships/image" Target="../media/image30.png"/><Relationship Id="rId8" Type="http://schemas.openxmlformats.org/officeDocument/2006/relationships/slideLayout" Target="../slideLayouts/slideLayout10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40.png"/><Relationship Id="rId3" Type="http://schemas.openxmlformats.org/officeDocument/2006/relationships/slideLayout" Target="../slideLayouts/slideLayout10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41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video" Target="https://www.youtube.com/embed/vg77gnq2hA0?feature=oembed" TargetMode="External"/><Relationship Id="rId6" Type="http://schemas.microsoft.com/office/2007/relationships/media" Target="https://www.youtube.com/embed/vg77gnq2hA0?feature=oembed" TargetMode="External"/><Relationship Id="rId7" Type="http://schemas.openxmlformats.org/officeDocument/2006/relationships/image" Target="../media/image44.jpeg"/><Relationship Id="rId8" Type="http://schemas.openxmlformats.org/officeDocument/2006/relationships/slideLayout" Target="../slideLayouts/slideLayout10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Relationship Id="rId6" Type="http://schemas.openxmlformats.org/officeDocument/2006/relationships/image" Target="../media/image49.png"/><Relationship Id="rId7" Type="http://schemas.openxmlformats.org/officeDocument/2006/relationships/image" Target="../media/image50.png"/><Relationship Id="rId8" Type="http://schemas.openxmlformats.org/officeDocument/2006/relationships/image" Target="../media/image18.png"/><Relationship Id="rId9" Type="http://schemas.openxmlformats.org/officeDocument/2006/relationships/image" Target="../media/image18.png"/><Relationship Id="rId10" Type="http://schemas.openxmlformats.org/officeDocument/2006/relationships/image" Target="../media/image18.png"/><Relationship Id="rId11" Type="http://schemas.openxmlformats.org/officeDocument/2006/relationships/image" Target="../media/image18.png"/><Relationship Id="rId12" Type="http://schemas.openxmlformats.org/officeDocument/2006/relationships/image" Target="../media/image18.png"/><Relationship Id="rId13" Type="http://schemas.openxmlformats.org/officeDocument/2006/relationships/image" Target="../media/image18.png"/><Relationship Id="rId14" Type="http://schemas.openxmlformats.org/officeDocument/2006/relationships/image" Target="../media/image18.png"/><Relationship Id="rId15" Type="http://schemas.openxmlformats.org/officeDocument/2006/relationships/image" Target="../media/image17.png"/><Relationship Id="rId16" Type="http://schemas.openxmlformats.org/officeDocument/2006/relationships/image" Target="../media/image17.png"/><Relationship Id="rId17" Type="http://schemas.openxmlformats.org/officeDocument/2006/relationships/image" Target="../media/image17.png"/><Relationship Id="rId18" Type="http://schemas.openxmlformats.org/officeDocument/2006/relationships/image" Target="../media/image17.png"/><Relationship Id="rId19" Type="http://schemas.openxmlformats.org/officeDocument/2006/relationships/image" Target="../media/image17.png"/><Relationship Id="rId20" Type="http://schemas.openxmlformats.org/officeDocument/2006/relationships/image" Target="../media/image51.png"/><Relationship Id="rId21" Type="http://schemas.openxmlformats.org/officeDocument/2006/relationships/slideLayout" Target="../slideLayouts/slideLayout1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52.png"/><Relationship Id="rId3" Type="http://schemas.openxmlformats.org/officeDocument/2006/relationships/slideLayout" Target="../slideLayouts/slideLayout10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53.png"/><Relationship Id="rId3" Type="http://schemas.openxmlformats.org/officeDocument/2006/relationships/image" Target="../media/image54.png"/><Relationship Id="rId4" Type="http://schemas.openxmlformats.org/officeDocument/2006/relationships/slideLayout" Target="../slideLayouts/slideLayout10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0.png"/><Relationship Id="rId6" Type="http://schemas.openxmlformats.org/officeDocument/2006/relationships/image" Target="../media/image30.png"/><Relationship Id="rId7" Type="http://schemas.openxmlformats.org/officeDocument/2006/relationships/image" Target="../media/image30.png"/><Relationship Id="rId8" Type="http://schemas.openxmlformats.org/officeDocument/2006/relationships/slideLayout" Target="../slideLayouts/slideLayout10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55.png"/><Relationship Id="rId3" Type="http://schemas.openxmlformats.org/officeDocument/2006/relationships/slideLayout" Target="../slideLayouts/slideLayout10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56.png"/><Relationship Id="rId2" Type="http://schemas.openxmlformats.org/officeDocument/2006/relationships/slideLayout" Target="../slideLayouts/slideLayout10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8" name="Group 110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191400" cy="6857280"/>
            <a:chOff x="0" y="0"/>
            <a:chExt cx="12191400" cy="6857280"/>
          </a:xfrm>
        </p:grpSpPr>
        <p:sp useBgFill="1">
          <p:nvSpPr>
            <p:cNvPr id="829" name="Rectangle 110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12191400" cy="685728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4572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Tw Cen MT"/>
              </a:endParaRPr>
            </a:p>
          </p:txBody>
        </p:sp>
        <p:pic>
          <p:nvPicPr>
            <p:cNvPr id="830" name="Picture 2" descr="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/>
            <p:nvPr/>
          </p:nvPicPr>
          <p:blipFill>
            <a:blip r:embed="rId2">
              <a:alphaModFix amt="30000"/>
            </a:blip>
            <a:stretch/>
          </p:blipFill>
          <p:spPr>
            <a:xfrm>
              <a:off x="0" y="0"/>
              <a:ext cx="12191400" cy="685728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831" name="PlaceHolder 1"/>
          <p:cNvSpPr>
            <a:spLocks noGrp="1"/>
          </p:cNvSpPr>
          <p:nvPr>
            <p:ph type="title"/>
          </p:nvPr>
        </p:nvSpPr>
        <p:spPr>
          <a:xfrm>
            <a:off x="7914960" y="1122480"/>
            <a:ext cx="3743280" cy="238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3400" spc="-1" strike="noStrike" cap="all">
                <a:solidFill>
                  <a:schemeClr val="dk1"/>
                </a:solidFill>
                <a:latin typeface="Calibri Light"/>
              </a:rPr>
              <a:t>CARMAgeDDoN</a:t>
            </a:r>
            <a:endParaRPr b="0" lang="en-US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2" name="PlaceHolder 2"/>
          <p:cNvSpPr>
            <a:spLocks noGrp="1"/>
          </p:cNvSpPr>
          <p:nvPr>
            <p:ph type="subTitle"/>
          </p:nvPr>
        </p:nvSpPr>
        <p:spPr>
          <a:xfrm>
            <a:off x="7886160" y="3602160"/>
            <a:ext cx="3184200" cy="1654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000" spc="-1" strike="noStrike" cap="all">
                <a:solidFill>
                  <a:schemeClr val="dk2"/>
                </a:solidFill>
                <a:latin typeface="Tw Cen MT"/>
              </a:rPr>
              <a:t>Computer Vision and Machine Learning project</a:t>
            </a:r>
            <a:br>
              <a:rPr sz="2000"/>
            </a:b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33" name="Picture 2" descr="The back of a car with lights on&#10;&#10;Description automatically generated"/>
          <p:cNvPicPr/>
          <p:nvPr/>
        </p:nvPicPr>
        <p:blipFill>
          <a:blip r:embed="rId3"/>
          <a:srcRect l="13501" t="0" r="12921" b="0"/>
          <a:stretch/>
        </p:blipFill>
        <p:spPr>
          <a:xfrm>
            <a:off x="-5760" y="0"/>
            <a:ext cx="7557840" cy="6857280"/>
          </a:xfrm>
          <a:prstGeom prst="rect">
            <a:avLst/>
          </a:prstGeom>
          <a:ln w="0">
            <a:noFill/>
          </a:ln>
        </p:spPr>
      </p:pic>
      <p:grpSp>
        <p:nvGrpSpPr>
          <p:cNvPr id="834" name="Group 110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2304360" cy="6857280"/>
            <a:chOff x="0" y="0"/>
            <a:chExt cx="2304360" cy="6857280"/>
          </a:xfrm>
        </p:grpSpPr>
        <p:sp>
          <p:nvSpPr>
            <p:cNvPr id="835" name="Rectangle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209600" y="4680"/>
              <a:ext cx="23040" cy="2180520"/>
            </a:xfrm>
            <a:prstGeom prst="rect">
              <a:avLst/>
            </a:prstGeom>
            <a:solidFill>
              <a:schemeClr val="tx1">
                <a:alpha val="7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836" name="Freeform 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28600" y="217656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solidFill>
              <a:schemeClr val="tx1">
                <a:alpha val="7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837" name="Freeform 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23920" y="4021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1">
                <a:alpha val="7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838" name="Rectangle 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14360" y="9360"/>
              <a:ext cx="27720" cy="4480920"/>
            </a:xfrm>
            <a:prstGeom prst="rect">
              <a:avLst/>
            </a:prstGeom>
            <a:solidFill>
              <a:schemeClr val="tx1">
                <a:alpha val="7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839" name="Freeform 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33360" y="4481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1">
                <a:alpha val="7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840" name="Freeform 1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90440" y="9360"/>
              <a:ext cx="151560" cy="90720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07200"/>
                <a:gd name="textAreaBottom" fmla="*/ 907920 h 907200"/>
              </a:gdLst>
              <a:ahLst/>
              <a:rect l="textAreaLeft" t="textAreaTop" r="textAreaRight" b="textAreaBottom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solidFill>
              <a:schemeClr val="tx1">
                <a:alpha val="7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841" name="Freeform 1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290600" y="14400"/>
              <a:ext cx="375480" cy="1801080"/>
            </a:xfrm>
            <a:custGeom>
              <a:avLst/>
              <a:gdLst>
                <a:gd name="textAreaLeft" fmla="*/ 0 w 375480"/>
                <a:gd name="textAreaRight" fmla="*/ 376200 w 375480"/>
                <a:gd name="textAreaTop" fmla="*/ 0 h 1801080"/>
                <a:gd name="textAreaBottom" fmla="*/ 1801800 h 1801080"/>
              </a:gdLst>
              <a:ahLst/>
              <a:rect l="textAreaLeft" t="textAreaTop" r="textAreaRight" b="textAreaBottom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solidFill>
              <a:schemeClr val="tx1">
                <a:alpha val="7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842" name="Freeform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600200" y="18018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solidFill>
              <a:schemeClr val="tx1">
                <a:alpha val="7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843" name="Freeform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380960" y="9360"/>
              <a:ext cx="370800" cy="1424880"/>
            </a:xfrm>
            <a:custGeom>
              <a:avLst/>
              <a:gdLst>
                <a:gd name="textAreaLeft" fmla="*/ 0 w 370800"/>
                <a:gd name="textAreaRight" fmla="*/ 371520 w 370800"/>
                <a:gd name="textAreaTop" fmla="*/ 0 h 1424880"/>
                <a:gd name="textAreaBottom" fmla="*/ 1425600 h 1424880"/>
              </a:gdLst>
              <a:ahLst/>
              <a:rect l="textAreaLeft" t="textAreaTop" r="textAreaRight" b="textAreaBottom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solidFill>
              <a:schemeClr val="tx1">
                <a:alpha val="7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844" name="Freeform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643040" y="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rect l="textAreaLeft" t="textAreaTop" r="textAreaRight" b="textAreaBottom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solidFill>
              <a:schemeClr val="tx1">
                <a:alpha val="7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845" name="Freeform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685880" y="14209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1">
                <a:alpha val="7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846" name="Freeform 1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685880" y="9032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1">
                <a:alpha val="7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847" name="Freeform 1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743120" y="4680"/>
              <a:ext cx="418320" cy="521640"/>
            </a:xfrm>
            <a:custGeom>
              <a:avLst/>
              <a:gdLst>
                <a:gd name="textAreaLeft" fmla="*/ 0 w 418320"/>
                <a:gd name="textAreaRight" fmla="*/ 419040 w 418320"/>
                <a:gd name="textAreaTop" fmla="*/ 0 h 521640"/>
                <a:gd name="textAreaBottom" fmla="*/ 522360 h 521640"/>
              </a:gdLst>
              <a:ahLst/>
              <a:rect l="textAreaLeft" t="textAreaTop" r="textAreaRight" b="textAreaBottom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solidFill>
              <a:schemeClr val="tx1">
                <a:alpha val="7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848" name="Freeform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19320" y="488880"/>
              <a:ext cx="161280" cy="146880"/>
            </a:xfrm>
            <a:custGeom>
              <a:avLst/>
              <a:gdLst>
                <a:gd name="textAreaLeft" fmla="*/ 0 w 161280"/>
                <a:gd name="textAreaRight" fmla="*/ 162000 w 161280"/>
                <a:gd name="textAreaTop" fmla="*/ 0 h 146880"/>
                <a:gd name="textAreaBottom" fmla="*/ 147600 h 146880"/>
              </a:gdLst>
              <a:ahLst/>
              <a:rect l="textAreaLeft" t="textAreaTop" r="textAreaRight" b="textAreaBottom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1">
                <a:alpha val="7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849" name="Freeform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52560" y="4680"/>
              <a:ext cx="151560" cy="90720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07200"/>
                <a:gd name="textAreaBottom" fmla="*/ 907920 h 907200"/>
              </a:gdLst>
              <a:ahLst/>
              <a:rect l="textAreaLeft" t="textAreaTop" r="textAreaRight" b="textAreaBottom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solidFill>
              <a:schemeClr val="tx1">
                <a:alpha val="7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850" name="Freeform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66880" y="9032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1">
                <a:alpha val="7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851" name="Freeform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90640" y="15541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1">
                <a:alpha val="7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852" name="Freeform 2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38360" y="5622840"/>
              <a:ext cx="337320" cy="1215360"/>
            </a:xfrm>
            <a:custGeom>
              <a:avLst/>
              <a:gdLst>
                <a:gd name="textAreaLeft" fmla="*/ 0 w 337320"/>
                <a:gd name="textAreaRight" fmla="*/ 338040 w 337320"/>
                <a:gd name="textAreaTop" fmla="*/ 0 h 1215360"/>
                <a:gd name="textAreaBottom" fmla="*/ 1216080 h 1215360"/>
              </a:gdLst>
              <a:ahLst/>
              <a:rect l="textAreaLeft" t="textAreaTop" r="textAreaRight" b="textAreaBottom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solidFill>
              <a:schemeClr val="tx1">
                <a:alpha val="7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853" name="Freeform 2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47640" y="5479920"/>
              <a:ext cx="156600" cy="15660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6600"/>
                <a:gd name="textAreaBottom" fmla="*/ 157320 h 156600"/>
              </a:gdLst>
              <a:ahLst/>
              <a:rect l="textAreaLeft" t="textAreaTop" r="textAreaRight" b="textAreaBottom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1">
                <a:alpha val="7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854" name="Freeform 2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6600" y="9032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1">
                <a:alpha val="7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855" name="Freeform 2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3897360"/>
              <a:ext cx="132480" cy="266040"/>
            </a:xfrm>
            <a:custGeom>
              <a:avLst/>
              <a:gdLst>
                <a:gd name="textAreaLeft" fmla="*/ 0 w 132480"/>
                <a:gd name="textAreaRight" fmla="*/ 133200 w 132480"/>
                <a:gd name="textAreaTop" fmla="*/ 0 h 266040"/>
                <a:gd name="textAreaBottom" fmla="*/ 266760 h 266040"/>
              </a:gdLst>
              <a:ahLst/>
              <a:rect l="textAreaLeft" t="textAreaTop" r="textAreaRight" b="textAreaBottom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solidFill>
              <a:schemeClr val="tx1">
                <a:alpha val="7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856" name="Freeform 2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6600" y="414972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1">
                <a:alpha val="7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857" name="Freeform 2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1644480"/>
              <a:ext cx="132480" cy="269280"/>
            </a:xfrm>
            <a:custGeom>
              <a:avLst/>
              <a:gdLst>
                <a:gd name="textAreaLeft" fmla="*/ 0 w 132480"/>
                <a:gd name="textAreaRight" fmla="*/ 133200 w 132480"/>
                <a:gd name="textAreaTop" fmla="*/ 0 h 269280"/>
                <a:gd name="textAreaBottom" fmla="*/ 270000 h 269280"/>
              </a:gdLst>
              <a:ahLst/>
              <a:rect l="textAreaLeft" t="textAreaTop" r="textAreaRight" b="textAreaBottom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solidFill>
              <a:schemeClr val="tx1">
                <a:alpha val="7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858" name="Freeform 2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6600" y="14684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1">
                <a:alpha val="7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859" name="Freeform 2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95160" y="4680"/>
              <a:ext cx="308880" cy="1558080"/>
            </a:xfrm>
            <a:custGeom>
              <a:avLst/>
              <a:gdLst>
                <a:gd name="textAreaLeft" fmla="*/ 0 w 308880"/>
                <a:gd name="textAreaRight" fmla="*/ 309600 w 308880"/>
                <a:gd name="textAreaTop" fmla="*/ 0 h 1558080"/>
                <a:gd name="textAreaBottom" fmla="*/ 1558800 h 1558080"/>
              </a:gdLst>
              <a:ahLst/>
              <a:rect l="textAreaLeft" t="textAreaTop" r="textAreaRight" b="textAreaBottom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solidFill>
              <a:schemeClr val="tx1">
                <a:alpha val="7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860" name="Freeform 3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7240" y="48816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1">
                <a:alpha val="7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861" name="Freeform 3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38240" y="5060880"/>
              <a:ext cx="304200" cy="177732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777320"/>
                <a:gd name="textAreaBottom" fmla="*/ 1778040 h 1777320"/>
              </a:gdLst>
              <a:ahLst/>
              <a:rect l="textAreaLeft" t="textAreaTop" r="textAreaRight" b="textAreaBottom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solidFill>
              <a:schemeClr val="tx1">
                <a:alpha val="7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862" name="Freeform 3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61960" y="643104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1">
                <a:alpha val="7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863" name="Rectangle 3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42960" y="6610320"/>
              <a:ext cx="23040" cy="242280"/>
            </a:xfrm>
            <a:prstGeom prst="rect">
              <a:avLst/>
            </a:prstGeom>
            <a:solidFill>
              <a:schemeClr val="tx1">
                <a:alpha val="7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864" name="Freeform 3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6320" y="643104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1">
                <a:alpha val="7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865" name="Freeform 3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5978520"/>
              <a:ext cx="189720" cy="46116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461160"/>
                <a:gd name="textAreaBottom" fmla="*/ 461880 h 461160"/>
              </a:gdLst>
              <a:ahLst/>
              <a:rect l="textAreaLeft" t="textAreaTop" r="textAreaRight" b="textAreaBottom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solidFill>
              <a:schemeClr val="tx1">
                <a:alpha val="7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866" name="Freeform 3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14480" y="1801800"/>
              <a:ext cx="213480" cy="754920"/>
            </a:xfrm>
            <a:custGeom>
              <a:avLst/>
              <a:gdLst>
                <a:gd name="textAreaLeft" fmla="*/ 0 w 213480"/>
                <a:gd name="textAreaRight" fmla="*/ 214200 w 213480"/>
                <a:gd name="textAreaTop" fmla="*/ 0 h 754920"/>
                <a:gd name="textAreaBottom" fmla="*/ 755640 h 754920"/>
              </a:gdLst>
              <a:ahLst/>
              <a:rect l="textAreaLeft" t="textAreaTop" r="textAreaRight" b="textAreaBottom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solidFill>
              <a:schemeClr val="tx1">
                <a:alpha val="7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867" name="Freeform 3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38160" y="2548080"/>
              <a:ext cx="165960" cy="159480"/>
            </a:xfrm>
            <a:custGeom>
              <a:avLst/>
              <a:gdLst>
                <a:gd name="textAreaLeft" fmla="*/ 0 w 165960"/>
                <a:gd name="textAreaRight" fmla="*/ 166680 w 165960"/>
                <a:gd name="textAreaTop" fmla="*/ 0 h 159480"/>
                <a:gd name="textAreaBottom" fmla="*/ 160200 h 159480"/>
              </a:gdLst>
              <a:ahLst/>
              <a:rect l="textAreaLeft" t="textAreaTop" r="textAreaRight" b="textAreaBottom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solidFill>
              <a:schemeClr val="tx1">
                <a:alpha val="7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868" name="Freeform 3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95440" y="4680"/>
              <a:ext cx="637560" cy="4025160"/>
            </a:xfrm>
            <a:custGeom>
              <a:avLst/>
              <a:gdLst>
                <a:gd name="textAreaLeft" fmla="*/ 0 w 637560"/>
                <a:gd name="textAreaRight" fmla="*/ 638280 w 637560"/>
                <a:gd name="textAreaTop" fmla="*/ 0 h 4025160"/>
                <a:gd name="textAreaBottom" fmla="*/ 4025880 h 4025160"/>
              </a:gdLst>
              <a:ahLst/>
              <a:rect l="textAreaLeft" t="textAreaTop" r="textAreaRight" b="textAreaBottom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solidFill>
              <a:schemeClr val="tx1">
                <a:alpha val="7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869" name="Freeform 3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224000" y="1382760"/>
              <a:ext cx="142200" cy="475560"/>
            </a:xfrm>
            <a:custGeom>
              <a:avLst/>
              <a:gdLst>
                <a:gd name="textAreaLeft" fmla="*/ 0 w 142200"/>
                <a:gd name="textAreaRight" fmla="*/ 142920 w 142200"/>
                <a:gd name="textAreaTop" fmla="*/ 0 h 475560"/>
                <a:gd name="textAreaBottom" fmla="*/ 476280 h 475560"/>
              </a:gdLst>
              <a:ahLst/>
              <a:rect l="textAreaLeft" t="textAreaTop" r="textAreaRight" b="textAreaBottom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solidFill>
              <a:schemeClr val="tx1">
                <a:alpha val="7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870" name="Freeform 4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300320" y="1849320"/>
              <a:ext cx="108720" cy="107280"/>
            </a:xfrm>
            <a:custGeom>
              <a:avLst/>
              <a:gdLst>
                <a:gd name="textAreaLeft" fmla="*/ 0 w 108720"/>
                <a:gd name="textAreaRight" fmla="*/ 109440 w 108720"/>
                <a:gd name="textAreaTop" fmla="*/ 0 h 107280"/>
                <a:gd name="textAreaBottom" fmla="*/ 108000 h 107280"/>
              </a:gdLst>
              <a:ahLst/>
              <a:rect l="textAreaLeft" t="textAreaTop" r="textAreaRight" b="textAreaBottom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solidFill>
              <a:schemeClr val="tx1">
                <a:alpha val="7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871" name="Freeform 4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81160" y="3417840"/>
              <a:ext cx="142200" cy="474120"/>
            </a:xfrm>
            <a:custGeom>
              <a:avLst/>
              <a:gdLst>
                <a:gd name="textAreaLeft" fmla="*/ 0 w 142200"/>
                <a:gd name="textAreaRight" fmla="*/ 142920 w 142200"/>
                <a:gd name="textAreaTop" fmla="*/ 0 h 474120"/>
                <a:gd name="textAreaBottom" fmla="*/ 474840 h 474120"/>
              </a:gdLst>
              <a:ahLst/>
              <a:rect l="textAreaLeft" t="textAreaTop" r="textAreaRight" b="textAreaBottom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solidFill>
              <a:schemeClr val="tx1">
                <a:alpha val="7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872" name="Freeform 4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960" y="3882960"/>
              <a:ext cx="108720" cy="108720"/>
            </a:xfrm>
            <a:custGeom>
              <a:avLst/>
              <a:gdLst>
                <a:gd name="textAreaLeft" fmla="*/ 0 w 108720"/>
                <a:gd name="textAreaRight" fmla="*/ 109440 w 108720"/>
                <a:gd name="textAreaTop" fmla="*/ 0 h 108720"/>
                <a:gd name="textAreaBottom" fmla="*/ 109440 h 108720"/>
              </a:gdLst>
              <a:ahLst/>
              <a:rect l="textAreaLeft" t="textAreaTop" r="textAreaRight" b="textAreaBottom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solidFill>
              <a:schemeClr val="tx1">
                <a:alpha val="7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873" name="Freeform 4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680" y="2166840"/>
              <a:ext cx="113760" cy="451800"/>
            </a:xfrm>
            <a:custGeom>
              <a:avLst/>
              <a:gdLst>
                <a:gd name="textAreaLeft" fmla="*/ 0 w 113760"/>
                <a:gd name="textAreaRight" fmla="*/ 114480 w 113760"/>
                <a:gd name="textAreaTop" fmla="*/ 0 h 451800"/>
                <a:gd name="textAreaBottom" fmla="*/ 452520 h 451800"/>
              </a:gdLst>
              <a:ahLst/>
              <a:rect l="textAreaLeft" t="textAreaTop" r="textAreaRight" b="textAreaBottom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solidFill>
              <a:schemeClr val="tx1">
                <a:alpha val="7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874" name="Freeform 4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2560" y="2066760"/>
              <a:ext cx="108720" cy="108720"/>
            </a:xfrm>
            <a:custGeom>
              <a:avLst/>
              <a:gdLst>
                <a:gd name="textAreaLeft" fmla="*/ 0 w 108720"/>
                <a:gd name="textAreaRight" fmla="*/ 109440 w 108720"/>
                <a:gd name="textAreaTop" fmla="*/ 0 h 108720"/>
                <a:gd name="textAreaBottom" fmla="*/ 109440 h 108720"/>
              </a:gdLst>
              <a:ahLst/>
              <a:rect l="textAreaLeft" t="textAreaTop" r="textAreaRight" b="textAreaBottom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solidFill>
              <a:schemeClr val="tx1">
                <a:alpha val="7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875" name="Rectangle 4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228680" y="4662360"/>
              <a:ext cx="23040" cy="2180520"/>
            </a:xfrm>
            <a:prstGeom prst="rect">
              <a:avLst/>
            </a:prstGeom>
            <a:solidFill>
              <a:schemeClr val="tx1">
                <a:alpha val="7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876" name="Freeform 4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319040" y="5041800"/>
              <a:ext cx="370800" cy="1801080"/>
            </a:xfrm>
            <a:custGeom>
              <a:avLst/>
              <a:gdLst>
                <a:gd name="textAreaLeft" fmla="*/ 0 w 370800"/>
                <a:gd name="textAreaRight" fmla="*/ 371520 w 370800"/>
                <a:gd name="textAreaTop" fmla="*/ 0 h 1801080"/>
                <a:gd name="textAreaBottom" fmla="*/ 1801800 h 1801080"/>
              </a:gdLst>
              <a:ahLst/>
              <a:rect l="textAreaLeft" t="textAreaTop" r="textAreaRight" b="textAreaBottom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solidFill>
              <a:schemeClr val="tx1">
                <a:alpha val="7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877" name="Freeform 4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7680" y="4481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solidFill>
              <a:schemeClr val="tx1">
                <a:alpha val="7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878" name="Freeform 4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19000" y="3983040"/>
              <a:ext cx="347040" cy="2859840"/>
            </a:xfrm>
            <a:custGeom>
              <a:avLst/>
              <a:gdLst>
                <a:gd name="textAreaLeft" fmla="*/ 0 w 347040"/>
                <a:gd name="textAreaRight" fmla="*/ 347760 w 347040"/>
                <a:gd name="textAreaTop" fmla="*/ 0 h 2859840"/>
                <a:gd name="textAreaBottom" fmla="*/ 2860560 h 2859840"/>
              </a:gdLst>
              <a:ahLst/>
              <a:rect l="textAreaLeft" t="textAreaTop" r="textAreaRight" b="textAreaBottom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solidFill>
              <a:schemeClr val="tx1">
                <a:alpha val="7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879" name="Freeform 4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28640" y="380700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1">
                <a:alpha val="7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880" name="Freeform 5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623960" y="4867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solidFill>
              <a:schemeClr val="tx1">
                <a:alpha val="7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881" name="Freeform 5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05080" y="5423040"/>
              <a:ext cx="370800" cy="1424880"/>
            </a:xfrm>
            <a:custGeom>
              <a:avLst/>
              <a:gdLst>
                <a:gd name="textAreaLeft" fmla="*/ 0 w 370800"/>
                <a:gd name="textAreaRight" fmla="*/ 371520 w 370800"/>
                <a:gd name="textAreaTop" fmla="*/ 0 h 1424880"/>
                <a:gd name="textAreaBottom" fmla="*/ 1425600 h 1424880"/>
              </a:gdLst>
              <a:ahLst/>
              <a:rect l="textAreaLeft" t="textAreaTop" r="textAreaRight" b="textAreaBottom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solidFill>
              <a:schemeClr val="tx1">
                <a:alpha val="7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882" name="Freeform 5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666800" y="594504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rect l="textAreaLeft" t="textAreaTop" r="textAreaRight" b="textAreaBottom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solidFill>
              <a:schemeClr val="tx1">
                <a:alpha val="7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883" name="Freeform 5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709640" y="5246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1">
                <a:alpha val="7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884" name="Freeform 5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709640" y="57643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1">
                <a:alpha val="7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885" name="Freeform 5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766880" y="6330960"/>
              <a:ext cx="418320" cy="526320"/>
            </a:xfrm>
            <a:custGeom>
              <a:avLst/>
              <a:gdLst>
                <a:gd name="textAreaLeft" fmla="*/ 0 w 418320"/>
                <a:gd name="textAreaRight" fmla="*/ 419040 w 418320"/>
                <a:gd name="textAreaTop" fmla="*/ 0 h 526320"/>
                <a:gd name="textAreaBottom" fmla="*/ 527040 h 526320"/>
              </a:gdLst>
              <a:ahLst/>
              <a:rect l="textAreaLeft" t="textAreaTop" r="textAreaRight" b="textAreaBottom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solidFill>
              <a:schemeClr val="tx1">
                <a:alpha val="7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886" name="Freeform 5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47760" y="6221520"/>
              <a:ext cx="156600" cy="14688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46880"/>
                <a:gd name="textAreaBottom" fmla="*/ 147600 h 146880"/>
              </a:gdLst>
              <a:ahLst/>
              <a:rect l="textAreaLeft" t="textAreaTop" r="textAreaRight" b="textAreaBottom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solidFill>
              <a:schemeClr val="tx1">
                <a:alpha val="7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887" name="Freeform 5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04720" y="9360"/>
              <a:ext cx="232560" cy="5103000"/>
            </a:xfrm>
            <a:custGeom>
              <a:avLst/>
              <a:gdLst>
                <a:gd name="textAreaLeft" fmla="*/ 0 w 232560"/>
                <a:gd name="textAreaRight" fmla="*/ 233280 w 232560"/>
                <a:gd name="textAreaTop" fmla="*/ 0 h 5103000"/>
                <a:gd name="textAreaBottom" fmla="*/ 5103720 h 5103000"/>
              </a:gdLst>
              <a:ahLst/>
              <a:rect l="textAreaLeft" t="textAreaTop" r="textAreaRight" b="textAreaBottom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solidFill>
              <a:schemeClr val="tx1">
                <a:alpha val="7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888" name="Freeform 5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33240" y="5103720"/>
              <a:ext cx="185040" cy="185040"/>
            </a:xfrm>
            <a:custGeom>
              <a:avLst/>
              <a:gdLst>
                <a:gd name="textAreaLeft" fmla="*/ 0 w 185040"/>
                <a:gd name="textAreaRight" fmla="*/ 185760 w 185040"/>
                <a:gd name="textAreaTop" fmla="*/ 0 h 185040"/>
                <a:gd name="textAreaBottom" fmla="*/ 185760 h 185040"/>
              </a:gdLst>
              <a:ahLst/>
              <a:rect l="textAreaLeft" t="textAreaTop" r="textAreaRight" b="textAreaBottom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solidFill>
              <a:schemeClr val="tx1">
                <a:alpha val="7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</p:grpSp>
      <p:grpSp>
        <p:nvGrpSpPr>
          <p:cNvPr id="889" name="Group 115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1364840" y="0"/>
            <a:ext cx="673920" cy="6847920"/>
            <a:chOff x="11364840" y="0"/>
            <a:chExt cx="673920" cy="6847920"/>
          </a:xfrm>
        </p:grpSpPr>
        <p:sp>
          <p:nvSpPr>
            <p:cNvPr id="890" name="Freeform 3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84000" y="0"/>
              <a:ext cx="416880" cy="511920"/>
            </a:xfrm>
            <a:custGeom>
              <a:avLst/>
              <a:gdLst>
                <a:gd name="textAreaLeft" fmla="*/ 0 w 416880"/>
                <a:gd name="textAreaRight" fmla="*/ 417600 w 416880"/>
                <a:gd name="textAreaTop" fmla="*/ 0 h 511920"/>
                <a:gd name="textAreaBottom" fmla="*/ 512640 h 511920"/>
              </a:gdLst>
              <a:ahLst/>
              <a:rect l="textAreaLeft" t="textAreaTop" r="textAreaRight" b="textAreaBottom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adFill rotWithShape="0">
              <a:gsLst>
                <a:gs pos="0">
                  <a:srgbClr val="82ffff">
                    <a:alpha val="80000"/>
                  </a:srgbClr>
                </a:gs>
                <a:gs pos="100000">
                  <a:srgbClr val="3d97de">
                    <a:alpha val="60000"/>
                  </a:srgbClr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891" name="Freeform 3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364840" y="474840"/>
              <a:ext cx="156600" cy="15156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1560"/>
                <a:gd name="textAreaBottom" fmla="*/ 152280 h 151560"/>
              </a:gdLst>
              <a:ahLst/>
              <a:rect l="textAreaLeft" t="textAreaTop" r="textAreaRight" b="textAreaBottom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82ffff">
                    <a:alpha val="80000"/>
                  </a:srgbClr>
                </a:gs>
                <a:gs pos="100000">
                  <a:srgbClr val="3d97de">
                    <a:alpha val="60000"/>
                  </a:srgbClr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892" name="Freeform 3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31600" y="1539720"/>
              <a:ext cx="188280" cy="189720"/>
            </a:xfrm>
            <a:custGeom>
              <a:avLst/>
              <a:gdLst>
                <a:gd name="textAreaLeft" fmla="*/ 0 w 188280"/>
                <a:gd name="textAreaRight" fmla="*/ 189000 w 18828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82ffff">
                    <a:alpha val="80000"/>
                  </a:srgbClr>
                </a:gs>
                <a:gs pos="100000">
                  <a:srgbClr val="3d97de">
                    <a:alpha val="60000"/>
                  </a:srgbClr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893" name="Freeform 3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531520" y="5694480"/>
              <a:ext cx="297720" cy="1153440"/>
            </a:xfrm>
            <a:custGeom>
              <a:avLst/>
              <a:gdLst>
                <a:gd name="textAreaLeft" fmla="*/ 0 w 297720"/>
                <a:gd name="textAreaRight" fmla="*/ 298440 w 297720"/>
                <a:gd name="textAreaTop" fmla="*/ 0 h 1153440"/>
                <a:gd name="textAreaBottom" fmla="*/ 1154160 h 1153440"/>
              </a:gdLst>
              <a:ahLst/>
              <a:rect l="textAreaLeft" t="textAreaTop" r="textAreaRight" b="textAreaBottom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adFill rotWithShape="0">
              <a:gsLst>
                <a:gs pos="0">
                  <a:srgbClr val="82ffff">
                    <a:alpha val="80000"/>
                  </a:srgbClr>
                </a:gs>
                <a:gs pos="100000">
                  <a:srgbClr val="3d97de">
                    <a:alpha val="60000"/>
                  </a:srgbClr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894" name="Freeform 3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73080" y="5551560"/>
              <a:ext cx="156600" cy="15480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4800"/>
                <a:gd name="textAreaBottom" fmla="*/ 155520 h 154800"/>
              </a:gdLst>
              <a:ahLst/>
              <a:rect l="textAreaLeft" t="textAreaTop" r="textAreaRight" b="textAreaBottom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82ffff">
                    <a:alpha val="80000"/>
                  </a:srgbClr>
                </a:gs>
                <a:gs pos="100000">
                  <a:srgbClr val="3d97de">
                    <a:alpha val="60000"/>
                  </a:srgbClr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895" name="Freeform 3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11160" y="4680"/>
              <a:ext cx="304200" cy="154404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44040"/>
                <a:gd name="textAreaBottom" fmla="*/ 1544760 h 1544040"/>
              </a:gdLst>
              <a:ahLst/>
              <a:rect l="textAreaLeft" t="textAreaTop" r="textAreaRight" b="textAreaBottom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adFill rotWithShape="0">
              <a:gsLst>
                <a:gs pos="0">
                  <a:srgbClr val="82ffff">
                    <a:alpha val="80000"/>
                  </a:srgbClr>
                </a:gs>
                <a:gs pos="100000">
                  <a:srgbClr val="3d97de">
                    <a:alpha val="60000"/>
                  </a:srgbClr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896" name="Freeform 3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36280" y="4867200"/>
              <a:ext cx="188280" cy="188280"/>
            </a:xfrm>
            <a:custGeom>
              <a:avLst/>
              <a:gdLst>
                <a:gd name="textAreaLeft" fmla="*/ 0 w 188280"/>
                <a:gd name="textAreaRight" fmla="*/ 189000 w 18828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82ffff">
                    <a:alpha val="80000"/>
                  </a:srgbClr>
                </a:gs>
                <a:gs pos="100000">
                  <a:srgbClr val="3d97de">
                    <a:alpha val="60000"/>
                  </a:srgbClr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897" name="Freeform 3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41160" y="5046840"/>
              <a:ext cx="307080" cy="1801080"/>
            </a:xfrm>
            <a:custGeom>
              <a:avLst/>
              <a:gdLst>
                <a:gd name="textAreaLeft" fmla="*/ 0 w 307080"/>
                <a:gd name="textAreaRight" fmla="*/ 307800 w 307080"/>
                <a:gd name="textAreaTop" fmla="*/ 0 h 1801080"/>
                <a:gd name="textAreaBottom" fmla="*/ 1801800 h 1801080"/>
              </a:gdLst>
              <a:ahLst/>
              <a:rect l="textAreaLeft" t="textAreaTop" r="textAreaRight" b="textAreaBottom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adFill rotWithShape="0">
              <a:gsLst>
                <a:gs pos="0">
                  <a:srgbClr val="82ffff">
                    <a:alpha val="80000"/>
                  </a:srgbClr>
                </a:gs>
                <a:gs pos="100000">
                  <a:srgbClr val="3d97de">
                    <a:alpha val="60000"/>
                  </a:srgbClr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898" name="Freeform 4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849040" y="641664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82ffff">
                    <a:alpha val="80000"/>
                  </a:srgbClr>
                </a:gs>
                <a:gs pos="100000">
                  <a:srgbClr val="3d97de">
                    <a:alpha val="60000"/>
                  </a:srgbClr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899" name="Rectangle 4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939760" y="6595920"/>
              <a:ext cx="23040" cy="251640"/>
            </a:xfrm>
            <a:prstGeom prst="rect">
              <a:avLst/>
            </a:prstGeom>
            <a:gradFill rotWithShape="0">
              <a:gsLst>
                <a:gs pos="0">
                  <a:srgbClr val="82ffff">
                    <a:alpha val="80000"/>
                  </a:srgbClr>
                </a:gs>
                <a:gs pos="100000">
                  <a:srgbClr val="3d97de">
                    <a:alpha val="60000"/>
                  </a:srgbClr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ffffff"/>
            </a:gs>
            <a:gs pos="100000">
              <a:srgbClr val="a7a7a7"/>
            </a:gs>
          </a:gsLst>
          <a:lin ang="504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00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Tw Cen MT"/>
            </a:endParaRPr>
          </a:p>
        </p:txBody>
      </p:sp>
      <p:pic>
        <p:nvPicPr>
          <p:cNvPr id="901" name="Picture 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1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ln w="0">
            <a:noFill/>
          </a:ln>
        </p:spPr>
      </p:pic>
      <p:grpSp>
        <p:nvGrpSpPr>
          <p:cNvPr id="902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20400" cy="6857280"/>
            <a:chOff x="0" y="0"/>
            <a:chExt cx="1220400" cy="6857280"/>
          </a:xfrm>
        </p:grpSpPr>
        <p:sp>
          <p:nvSpPr>
            <p:cNvPr id="903" name="Rectangle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28520" y="4680"/>
              <a:ext cx="23040" cy="218052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04" name="Freeform 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7520" y="217656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05" name="Freeform 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2840" y="4021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06" name="Freeform 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4200" y="4680"/>
              <a:ext cx="369000" cy="181044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810440"/>
                <a:gd name="textAreaBottom" fmla="*/ 1811160 h 1810440"/>
              </a:gdLst>
              <a:ahLst/>
              <a:rect l="textAreaLeft" t="textAreaTop" r="textAreaRight" b="textAreaBottom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07" name="Freeform 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17680" y="18018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08" name="Freeform 1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99880" y="4680"/>
              <a:ext cx="369000" cy="142956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429560"/>
                <a:gd name="textAreaBottom" fmla="*/ 1430280 h 1429560"/>
              </a:gdLst>
              <a:ahLst/>
              <a:rect l="textAreaLeft" t="textAreaTop" r="textAreaRight" b="textAreaBottom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09" name="Freeform 1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60520" y="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rect l="textAreaLeft" t="textAreaTop" r="textAreaRight" b="textAreaBottom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10" name="Freeform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3360" y="14209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11" name="Freeform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3360" y="9032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12" name="Freeform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55560" y="0"/>
              <a:ext cx="421560" cy="526320"/>
            </a:xfrm>
            <a:custGeom>
              <a:avLst/>
              <a:gdLst>
                <a:gd name="textAreaLeft" fmla="*/ 0 w 421560"/>
                <a:gd name="textAreaRight" fmla="*/ 422280 w 421560"/>
                <a:gd name="textAreaTop" fmla="*/ 0 h 526320"/>
                <a:gd name="textAreaBottom" fmla="*/ 527040 h 526320"/>
              </a:gdLst>
              <a:ahLst/>
              <a:rect l="textAreaLeft" t="textAreaTop" r="textAreaRight" b="textAreaBottom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13" name="Freeform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35000" y="488880"/>
              <a:ext cx="161280" cy="146880"/>
            </a:xfrm>
            <a:custGeom>
              <a:avLst/>
              <a:gdLst>
                <a:gd name="textAreaLeft" fmla="*/ 0 w 161280"/>
                <a:gd name="textAreaRight" fmla="*/ 162000 w 161280"/>
                <a:gd name="textAreaTop" fmla="*/ 0 h 146880"/>
                <a:gd name="textAreaBottom" fmla="*/ 147600 h 146880"/>
              </a:gdLst>
              <a:ahLst/>
              <a:rect l="textAreaLeft" t="textAreaTop" r="textAreaRight" b="textAreaBottom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14" name="Line 1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360" y="9360"/>
              <a:ext cx="360" cy="360"/>
            </a:xfrm>
            <a:prstGeom prst="line">
              <a:avLst/>
            </a:prstGeom>
            <a:ln w="15">
              <a:solidFill>
                <a:srgbClr val="ffffff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640" bIns="-44640" anchor="t">
              <a:noAutofit/>
            </a:bodyPr>
            <a:p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15" name="Freeform 1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60" y="1801800"/>
              <a:ext cx="123120" cy="126360"/>
            </a:xfrm>
            <a:custGeom>
              <a:avLst/>
              <a:gdLst>
                <a:gd name="textAreaLeft" fmla="*/ 0 w 123120"/>
                <a:gd name="textAreaRight" fmla="*/ 123840 w 123120"/>
                <a:gd name="textAreaTop" fmla="*/ 0 h 126360"/>
                <a:gd name="textAreaBottom" fmla="*/ 127080 h 126360"/>
              </a:gdLst>
              <a:ahLst/>
              <a:rect l="textAreaLeft" t="textAreaTop" r="textAreaRight" b="textAreaBottom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16" name="Freeform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680" y="3549600"/>
              <a:ext cx="146880" cy="480240"/>
            </a:xfrm>
            <a:custGeom>
              <a:avLst/>
              <a:gdLst>
                <a:gd name="textAreaLeft" fmla="*/ 0 w 146880"/>
                <a:gd name="textAreaRight" fmla="*/ 147600 w 146880"/>
                <a:gd name="textAreaTop" fmla="*/ 0 h 480240"/>
                <a:gd name="textAreaBottom" fmla="*/ 480960 h 480240"/>
              </a:gdLst>
              <a:ahLst/>
              <a:rect l="textAreaLeft" t="textAreaTop" r="textAreaRight" b="textAreaBottom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17" name="Freeform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2920" y="1382760"/>
              <a:ext cx="142200" cy="475560"/>
            </a:xfrm>
            <a:custGeom>
              <a:avLst/>
              <a:gdLst>
                <a:gd name="textAreaLeft" fmla="*/ 0 w 142200"/>
                <a:gd name="textAreaRight" fmla="*/ 142920 w 142200"/>
                <a:gd name="textAreaTop" fmla="*/ 0 h 475560"/>
                <a:gd name="textAreaBottom" fmla="*/ 476280 h 475560"/>
              </a:gdLst>
              <a:ahLst/>
              <a:rect l="textAreaLeft" t="textAreaTop" r="textAreaRight" b="textAreaBottom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18" name="Freeform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9240" y="1849320"/>
              <a:ext cx="113760" cy="107280"/>
            </a:xfrm>
            <a:custGeom>
              <a:avLst/>
              <a:gdLst>
                <a:gd name="textAreaLeft" fmla="*/ 0 w 113760"/>
                <a:gd name="textAreaRight" fmla="*/ 114480 w 113760"/>
                <a:gd name="textAreaTop" fmla="*/ 0 h 107280"/>
                <a:gd name="textAreaBottom" fmla="*/ 108000 h 107280"/>
              </a:gdLst>
              <a:ahLst/>
              <a:rect l="textAreaLeft" t="textAreaTop" r="textAreaRight" b="textAreaBottom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19" name="Rectangl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7600" y="4662360"/>
              <a:ext cx="23040" cy="218052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20" name="Freeform 2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960" y="5041800"/>
              <a:ext cx="369000" cy="180108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801080"/>
                <a:gd name="textAreaBottom" fmla="*/ 1801800 h 1801080"/>
              </a:gdLst>
              <a:ahLst/>
              <a:rect l="textAreaLeft" t="textAreaTop" r="textAreaRight" b="textAreaBottom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21" name="Freeform 2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6600" y="4481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22" name="Freeform 2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5627520"/>
              <a:ext cx="84960" cy="1215360"/>
            </a:xfrm>
            <a:custGeom>
              <a:avLst/>
              <a:gdLst>
                <a:gd name="textAreaLeft" fmla="*/ 0 w 84960"/>
                <a:gd name="textAreaRight" fmla="*/ 85680 w 84960"/>
                <a:gd name="textAreaTop" fmla="*/ 0 h 1215360"/>
                <a:gd name="textAreaBottom" fmla="*/ 1216080 h 1215360"/>
              </a:gdLst>
              <a:ahLst/>
              <a:rect l="textAreaLeft" t="textAreaTop" r="textAreaRight" b="textAreaBottom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23" name="Freeform 2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1440" y="4867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24" name="Freeform 2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4000" y="5423040"/>
              <a:ext cx="374040" cy="1424880"/>
            </a:xfrm>
            <a:custGeom>
              <a:avLst/>
              <a:gdLst>
                <a:gd name="textAreaLeft" fmla="*/ 0 w 374040"/>
                <a:gd name="textAreaRight" fmla="*/ 374760 w 374040"/>
                <a:gd name="textAreaTop" fmla="*/ 0 h 1424880"/>
                <a:gd name="textAreaBottom" fmla="*/ 1425600 h 1424880"/>
              </a:gdLst>
              <a:ahLst/>
              <a:rect l="textAreaLeft" t="textAreaTop" r="textAreaRight" b="textAreaBottom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25" name="Freeform 2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84280" y="594504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rect l="textAreaLeft" t="textAreaTop" r="textAreaRight" b="textAreaBottom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26" name="Freeform 2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7120" y="5246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27" name="Freeform 2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7120" y="57643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28" name="Freeform 3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84360" y="6330960"/>
              <a:ext cx="416880" cy="516960"/>
            </a:xfrm>
            <a:custGeom>
              <a:avLst/>
              <a:gdLst>
                <a:gd name="textAreaLeft" fmla="*/ 0 w 416880"/>
                <a:gd name="textAreaRight" fmla="*/ 417600 w 416880"/>
                <a:gd name="textAreaTop" fmla="*/ 0 h 516960"/>
                <a:gd name="textAreaBottom" fmla="*/ 517680 h 516960"/>
              </a:gdLst>
              <a:ahLst/>
              <a:rect l="textAreaLeft" t="textAreaTop" r="textAreaRight" b="textAreaBottom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29" name="Freeform 3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63800" y="6221520"/>
              <a:ext cx="156600" cy="14688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46880"/>
                <a:gd name="textAreaBottom" fmla="*/ 147600 h 146880"/>
              </a:gdLst>
              <a:ahLst/>
              <a:rect l="textAreaLeft" t="textAreaTop" r="textAreaRight" b="textAreaBottom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</p:grpSp>
      <p:sp>
        <p:nvSpPr>
          <p:cNvPr id="930" name="PlaceHolder 1"/>
          <p:cNvSpPr>
            <a:spLocks noGrp="1"/>
          </p:cNvSpPr>
          <p:nvPr>
            <p:ph type="title"/>
          </p:nvPr>
        </p:nvSpPr>
        <p:spPr>
          <a:xfrm>
            <a:off x="1141560" y="26280"/>
            <a:ext cx="9905400" cy="1116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800" spc="-1" strike="noStrike" cap="all">
                <a:solidFill>
                  <a:srgbClr val="505050"/>
                </a:solidFill>
                <a:latin typeface="Calibri Light"/>
              </a:rPr>
              <a:t>Project goals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1" name="PlaceHolder 2"/>
          <p:cNvSpPr>
            <a:spLocks noGrp="1"/>
          </p:cNvSpPr>
          <p:nvPr>
            <p:ph/>
          </p:nvPr>
        </p:nvSpPr>
        <p:spPr>
          <a:xfrm>
            <a:off x="1206360" y="1259280"/>
            <a:ext cx="9840240" cy="354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212121"/>
              </a:buClr>
              <a:buSzPct val="125000"/>
              <a:buFont typeface="Arial"/>
              <a:buChar char="•"/>
            </a:pPr>
            <a:r>
              <a:rPr b="0" lang="en-US" sz="2400" spc="-1" strike="noStrike">
                <a:solidFill>
                  <a:srgbClr val="212121"/>
                </a:solidFill>
                <a:latin typeface="Calibri"/>
              </a:rPr>
              <a:t>Brand identification of car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212121"/>
              </a:buClr>
              <a:buSzPct val="125000"/>
              <a:buFont typeface="Arial"/>
              <a:buChar char="•"/>
            </a:pPr>
            <a:r>
              <a:rPr b="0" lang="en-US" sz="2400" spc="-1" strike="noStrike">
                <a:solidFill>
                  <a:srgbClr val="212121"/>
                </a:solidFill>
                <a:latin typeface="Calibri"/>
              </a:rPr>
              <a:t>Non-cleaned, high variability datasets (&lt;-&gt; Stanford Cars; VMMRdb; …)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Tw Cen MT"/>
              </a:rPr>
              <a:t>Support goals: 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Tw Cen MT"/>
              </a:rPr>
              <a:t>Usability of image (scoring)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Tw Cen MT"/>
              </a:rPr>
              <a:t>Angle of image (scoring)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Tw Cen MT"/>
              </a:rPr>
              <a:t>Effect of cropping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932" name="Group 4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1364840" y="0"/>
            <a:ext cx="673920" cy="6847920"/>
            <a:chOff x="11364840" y="0"/>
            <a:chExt cx="673920" cy="6847920"/>
          </a:xfrm>
        </p:grpSpPr>
        <p:sp>
          <p:nvSpPr>
            <p:cNvPr id="933" name="Freeform 3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84000" y="0"/>
              <a:ext cx="416880" cy="511920"/>
            </a:xfrm>
            <a:custGeom>
              <a:avLst/>
              <a:gdLst>
                <a:gd name="textAreaLeft" fmla="*/ 0 w 416880"/>
                <a:gd name="textAreaRight" fmla="*/ 417600 w 416880"/>
                <a:gd name="textAreaTop" fmla="*/ 0 h 511920"/>
                <a:gd name="textAreaBottom" fmla="*/ 512640 h 511920"/>
              </a:gdLst>
              <a:ahLst/>
              <a:rect l="textAreaLeft" t="textAreaTop" r="textAreaRight" b="textAreaBottom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34" name="Freeform 3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364840" y="474840"/>
              <a:ext cx="156600" cy="15156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1560"/>
                <a:gd name="textAreaBottom" fmla="*/ 152280 h 151560"/>
              </a:gdLst>
              <a:ahLst/>
              <a:rect l="textAreaLeft" t="textAreaTop" r="textAreaRight" b="textAreaBottom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35" name="Freeform 3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31600" y="1539720"/>
              <a:ext cx="188280" cy="189720"/>
            </a:xfrm>
            <a:custGeom>
              <a:avLst/>
              <a:gdLst>
                <a:gd name="textAreaLeft" fmla="*/ 0 w 188280"/>
                <a:gd name="textAreaRight" fmla="*/ 189000 w 18828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36" name="Freeform 3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531520" y="5694480"/>
              <a:ext cx="297720" cy="1153440"/>
            </a:xfrm>
            <a:custGeom>
              <a:avLst/>
              <a:gdLst>
                <a:gd name="textAreaLeft" fmla="*/ 0 w 297720"/>
                <a:gd name="textAreaRight" fmla="*/ 298440 w 297720"/>
                <a:gd name="textAreaTop" fmla="*/ 0 h 1153440"/>
                <a:gd name="textAreaBottom" fmla="*/ 1154160 h 1153440"/>
              </a:gdLst>
              <a:ahLst/>
              <a:rect l="textAreaLeft" t="textAreaTop" r="textAreaRight" b="textAreaBottom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37" name="Freeform 3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73080" y="5551560"/>
              <a:ext cx="156600" cy="15480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4800"/>
                <a:gd name="textAreaBottom" fmla="*/ 155520 h 154800"/>
              </a:gdLst>
              <a:ahLst/>
              <a:rect l="textAreaLeft" t="textAreaTop" r="textAreaRight" b="textAreaBottom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38" name="Freeform 3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11160" y="4680"/>
              <a:ext cx="304200" cy="154404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44040"/>
                <a:gd name="textAreaBottom" fmla="*/ 1544760 h 1544040"/>
              </a:gdLst>
              <a:ahLst/>
              <a:rect l="textAreaLeft" t="textAreaTop" r="textAreaRight" b="textAreaBottom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39" name="Freeform 3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36280" y="4867200"/>
              <a:ext cx="188280" cy="188280"/>
            </a:xfrm>
            <a:custGeom>
              <a:avLst/>
              <a:gdLst>
                <a:gd name="textAreaLeft" fmla="*/ 0 w 188280"/>
                <a:gd name="textAreaRight" fmla="*/ 189000 w 18828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40" name="Freeform 3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41160" y="5046840"/>
              <a:ext cx="307080" cy="1801080"/>
            </a:xfrm>
            <a:custGeom>
              <a:avLst/>
              <a:gdLst>
                <a:gd name="textAreaLeft" fmla="*/ 0 w 307080"/>
                <a:gd name="textAreaRight" fmla="*/ 307800 w 307080"/>
                <a:gd name="textAreaTop" fmla="*/ 0 h 1801080"/>
                <a:gd name="textAreaBottom" fmla="*/ 1801800 h 1801080"/>
              </a:gdLst>
              <a:ahLst/>
              <a:rect l="textAreaLeft" t="textAreaTop" r="textAreaRight" b="textAreaBottom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41" name="Freeform 4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849040" y="641664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42" name="Rectangle 4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939760" y="6595920"/>
              <a:ext cx="23040" cy="25164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ffffff"/>
            </a:gs>
            <a:gs pos="100000">
              <a:srgbClr val="a7a7a7"/>
            </a:gs>
          </a:gsLst>
          <a:lin ang="504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43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Tw Cen MT"/>
            </a:endParaRPr>
          </a:p>
        </p:txBody>
      </p:sp>
      <p:pic>
        <p:nvPicPr>
          <p:cNvPr id="944" name="Picture 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1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ln w="0">
            <a:noFill/>
          </a:ln>
        </p:spPr>
      </p:pic>
      <p:grpSp>
        <p:nvGrpSpPr>
          <p:cNvPr id="945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20400" cy="6857280"/>
            <a:chOff x="0" y="0"/>
            <a:chExt cx="1220400" cy="6857280"/>
          </a:xfrm>
        </p:grpSpPr>
        <p:sp>
          <p:nvSpPr>
            <p:cNvPr id="946" name="Rectangle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28520" y="4680"/>
              <a:ext cx="23040" cy="218052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47" name="Freeform 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7520" y="217656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48" name="Freeform 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2840" y="4021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49" name="Freeform 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4200" y="4680"/>
              <a:ext cx="369000" cy="181044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810440"/>
                <a:gd name="textAreaBottom" fmla="*/ 1811160 h 1810440"/>
              </a:gdLst>
              <a:ahLst/>
              <a:rect l="textAreaLeft" t="textAreaTop" r="textAreaRight" b="textAreaBottom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50" name="Freeform 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17680" y="18018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51" name="Freeform 1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99880" y="4680"/>
              <a:ext cx="369000" cy="142956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429560"/>
                <a:gd name="textAreaBottom" fmla="*/ 1430280 h 1429560"/>
              </a:gdLst>
              <a:ahLst/>
              <a:rect l="textAreaLeft" t="textAreaTop" r="textAreaRight" b="textAreaBottom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52" name="Freeform 1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60520" y="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rect l="textAreaLeft" t="textAreaTop" r="textAreaRight" b="textAreaBottom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53" name="Freeform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3360" y="14209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54" name="Freeform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3360" y="9032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55" name="Freeform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55560" y="0"/>
              <a:ext cx="421560" cy="526320"/>
            </a:xfrm>
            <a:custGeom>
              <a:avLst/>
              <a:gdLst>
                <a:gd name="textAreaLeft" fmla="*/ 0 w 421560"/>
                <a:gd name="textAreaRight" fmla="*/ 422280 w 421560"/>
                <a:gd name="textAreaTop" fmla="*/ 0 h 526320"/>
                <a:gd name="textAreaBottom" fmla="*/ 527040 h 526320"/>
              </a:gdLst>
              <a:ahLst/>
              <a:rect l="textAreaLeft" t="textAreaTop" r="textAreaRight" b="textAreaBottom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56" name="Freeform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35000" y="488880"/>
              <a:ext cx="161280" cy="146880"/>
            </a:xfrm>
            <a:custGeom>
              <a:avLst/>
              <a:gdLst>
                <a:gd name="textAreaLeft" fmla="*/ 0 w 161280"/>
                <a:gd name="textAreaRight" fmla="*/ 162000 w 161280"/>
                <a:gd name="textAreaTop" fmla="*/ 0 h 146880"/>
                <a:gd name="textAreaBottom" fmla="*/ 147600 h 146880"/>
              </a:gdLst>
              <a:ahLst/>
              <a:rect l="textAreaLeft" t="textAreaTop" r="textAreaRight" b="textAreaBottom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57" name="Line 1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360" y="9360"/>
              <a:ext cx="360" cy="360"/>
            </a:xfrm>
            <a:prstGeom prst="line">
              <a:avLst/>
            </a:prstGeom>
            <a:ln w="15">
              <a:solidFill>
                <a:srgbClr val="ffffff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640" bIns="-44640" anchor="t">
              <a:noAutofit/>
            </a:bodyPr>
            <a:p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58" name="Freeform 1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60" y="1801800"/>
              <a:ext cx="123120" cy="126360"/>
            </a:xfrm>
            <a:custGeom>
              <a:avLst/>
              <a:gdLst>
                <a:gd name="textAreaLeft" fmla="*/ 0 w 123120"/>
                <a:gd name="textAreaRight" fmla="*/ 123840 w 123120"/>
                <a:gd name="textAreaTop" fmla="*/ 0 h 126360"/>
                <a:gd name="textAreaBottom" fmla="*/ 127080 h 126360"/>
              </a:gdLst>
              <a:ahLst/>
              <a:rect l="textAreaLeft" t="textAreaTop" r="textAreaRight" b="textAreaBottom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59" name="Freeform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680" y="3549600"/>
              <a:ext cx="146880" cy="480240"/>
            </a:xfrm>
            <a:custGeom>
              <a:avLst/>
              <a:gdLst>
                <a:gd name="textAreaLeft" fmla="*/ 0 w 146880"/>
                <a:gd name="textAreaRight" fmla="*/ 147600 w 146880"/>
                <a:gd name="textAreaTop" fmla="*/ 0 h 480240"/>
                <a:gd name="textAreaBottom" fmla="*/ 480960 h 480240"/>
              </a:gdLst>
              <a:ahLst/>
              <a:rect l="textAreaLeft" t="textAreaTop" r="textAreaRight" b="textAreaBottom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60" name="Freeform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2920" y="1382760"/>
              <a:ext cx="142200" cy="475560"/>
            </a:xfrm>
            <a:custGeom>
              <a:avLst/>
              <a:gdLst>
                <a:gd name="textAreaLeft" fmla="*/ 0 w 142200"/>
                <a:gd name="textAreaRight" fmla="*/ 142920 w 142200"/>
                <a:gd name="textAreaTop" fmla="*/ 0 h 475560"/>
                <a:gd name="textAreaBottom" fmla="*/ 476280 h 475560"/>
              </a:gdLst>
              <a:ahLst/>
              <a:rect l="textAreaLeft" t="textAreaTop" r="textAreaRight" b="textAreaBottom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61" name="Freeform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9240" y="1849320"/>
              <a:ext cx="113760" cy="107280"/>
            </a:xfrm>
            <a:custGeom>
              <a:avLst/>
              <a:gdLst>
                <a:gd name="textAreaLeft" fmla="*/ 0 w 113760"/>
                <a:gd name="textAreaRight" fmla="*/ 114480 w 113760"/>
                <a:gd name="textAreaTop" fmla="*/ 0 h 107280"/>
                <a:gd name="textAreaBottom" fmla="*/ 108000 h 107280"/>
              </a:gdLst>
              <a:ahLst/>
              <a:rect l="textAreaLeft" t="textAreaTop" r="textAreaRight" b="textAreaBottom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62" name="Rectangl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7600" y="4662360"/>
              <a:ext cx="23040" cy="218052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63" name="Freeform 2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960" y="5041800"/>
              <a:ext cx="369000" cy="180108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801080"/>
                <a:gd name="textAreaBottom" fmla="*/ 1801800 h 1801080"/>
              </a:gdLst>
              <a:ahLst/>
              <a:rect l="textAreaLeft" t="textAreaTop" r="textAreaRight" b="textAreaBottom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64" name="Freeform 2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6600" y="4481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65" name="Freeform 2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5627520"/>
              <a:ext cx="84960" cy="1215360"/>
            </a:xfrm>
            <a:custGeom>
              <a:avLst/>
              <a:gdLst>
                <a:gd name="textAreaLeft" fmla="*/ 0 w 84960"/>
                <a:gd name="textAreaRight" fmla="*/ 85680 w 84960"/>
                <a:gd name="textAreaTop" fmla="*/ 0 h 1215360"/>
                <a:gd name="textAreaBottom" fmla="*/ 1216080 h 1215360"/>
              </a:gdLst>
              <a:ahLst/>
              <a:rect l="textAreaLeft" t="textAreaTop" r="textAreaRight" b="textAreaBottom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66" name="Freeform 2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1440" y="4867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67" name="Freeform 2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4000" y="5423040"/>
              <a:ext cx="374040" cy="1424880"/>
            </a:xfrm>
            <a:custGeom>
              <a:avLst/>
              <a:gdLst>
                <a:gd name="textAreaLeft" fmla="*/ 0 w 374040"/>
                <a:gd name="textAreaRight" fmla="*/ 374760 w 374040"/>
                <a:gd name="textAreaTop" fmla="*/ 0 h 1424880"/>
                <a:gd name="textAreaBottom" fmla="*/ 1425600 h 1424880"/>
              </a:gdLst>
              <a:ahLst/>
              <a:rect l="textAreaLeft" t="textAreaTop" r="textAreaRight" b="textAreaBottom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68" name="Freeform 2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84280" y="594504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rect l="textAreaLeft" t="textAreaTop" r="textAreaRight" b="textAreaBottom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69" name="Freeform 2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7120" y="5246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70" name="Freeform 2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7120" y="57643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71" name="Freeform 3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84360" y="6330960"/>
              <a:ext cx="416880" cy="516960"/>
            </a:xfrm>
            <a:custGeom>
              <a:avLst/>
              <a:gdLst>
                <a:gd name="textAreaLeft" fmla="*/ 0 w 416880"/>
                <a:gd name="textAreaRight" fmla="*/ 417600 w 416880"/>
                <a:gd name="textAreaTop" fmla="*/ 0 h 516960"/>
                <a:gd name="textAreaBottom" fmla="*/ 517680 h 516960"/>
              </a:gdLst>
              <a:ahLst/>
              <a:rect l="textAreaLeft" t="textAreaTop" r="textAreaRight" b="textAreaBottom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72" name="Freeform 3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63800" y="6221520"/>
              <a:ext cx="156600" cy="14688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46880"/>
                <a:gd name="textAreaBottom" fmla="*/ 147600 h 146880"/>
              </a:gdLst>
              <a:ahLst/>
              <a:rect l="textAreaLeft" t="textAreaTop" r="textAreaRight" b="textAreaBottom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</p:grpSp>
      <p:sp>
        <p:nvSpPr>
          <p:cNvPr id="973" name="PlaceHolder 1"/>
          <p:cNvSpPr>
            <a:spLocks noGrp="1"/>
          </p:cNvSpPr>
          <p:nvPr>
            <p:ph type="title"/>
          </p:nvPr>
        </p:nvSpPr>
        <p:spPr>
          <a:xfrm>
            <a:off x="1141560" y="26280"/>
            <a:ext cx="9905400" cy="1116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800" spc="-1" strike="noStrike" cap="all">
                <a:solidFill>
                  <a:srgbClr val="505050"/>
                </a:solidFill>
                <a:latin typeface="Calibri Light"/>
              </a:rPr>
              <a:t>PERSONAL goals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4" name="PlaceHolder 2"/>
          <p:cNvSpPr>
            <a:spLocks noGrp="1"/>
          </p:cNvSpPr>
          <p:nvPr>
            <p:ph/>
          </p:nvPr>
        </p:nvSpPr>
        <p:spPr>
          <a:xfrm>
            <a:off x="1206360" y="1143000"/>
            <a:ext cx="9840240" cy="354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212121"/>
              </a:buClr>
              <a:buSzPct val="125000"/>
              <a:buFont typeface="Arial"/>
              <a:buChar char="•"/>
            </a:pPr>
            <a:r>
              <a:rPr b="0" lang="en-US" sz="2400" spc="-1" strike="noStrike">
                <a:solidFill>
                  <a:srgbClr val="212121"/>
                </a:solidFill>
                <a:latin typeface="Calibri"/>
              </a:rPr>
              <a:t>End-to-end project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212121"/>
              </a:buClr>
              <a:buSzPct val="125000"/>
              <a:buFont typeface="Arial"/>
              <a:buChar char="•"/>
            </a:pPr>
            <a:r>
              <a:rPr b="0" lang="en-US" sz="2400" spc="-1" strike="noStrike">
                <a:solidFill>
                  <a:srgbClr val="212121"/>
                </a:solidFill>
                <a:latin typeface="Calibri"/>
              </a:rPr>
              <a:t>Deep Learning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975" name="Group 4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1364840" y="0"/>
            <a:ext cx="673920" cy="6847920"/>
            <a:chOff x="11364840" y="0"/>
            <a:chExt cx="673920" cy="6847920"/>
          </a:xfrm>
        </p:grpSpPr>
        <p:sp>
          <p:nvSpPr>
            <p:cNvPr id="976" name="Freeform 3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84000" y="0"/>
              <a:ext cx="416880" cy="511920"/>
            </a:xfrm>
            <a:custGeom>
              <a:avLst/>
              <a:gdLst>
                <a:gd name="textAreaLeft" fmla="*/ 0 w 416880"/>
                <a:gd name="textAreaRight" fmla="*/ 417600 w 416880"/>
                <a:gd name="textAreaTop" fmla="*/ 0 h 511920"/>
                <a:gd name="textAreaBottom" fmla="*/ 512640 h 511920"/>
              </a:gdLst>
              <a:ahLst/>
              <a:rect l="textAreaLeft" t="textAreaTop" r="textAreaRight" b="textAreaBottom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77" name="Freeform 3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364840" y="474840"/>
              <a:ext cx="156600" cy="15156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1560"/>
                <a:gd name="textAreaBottom" fmla="*/ 152280 h 151560"/>
              </a:gdLst>
              <a:ahLst/>
              <a:rect l="textAreaLeft" t="textAreaTop" r="textAreaRight" b="textAreaBottom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78" name="Freeform 3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31600" y="1539720"/>
              <a:ext cx="188280" cy="189720"/>
            </a:xfrm>
            <a:custGeom>
              <a:avLst/>
              <a:gdLst>
                <a:gd name="textAreaLeft" fmla="*/ 0 w 188280"/>
                <a:gd name="textAreaRight" fmla="*/ 189000 w 18828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79" name="Freeform 3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531520" y="5694480"/>
              <a:ext cx="297720" cy="1153440"/>
            </a:xfrm>
            <a:custGeom>
              <a:avLst/>
              <a:gdLst>
                <a:gd name="textAreaLeft" fmla="*/ 0 w 297720"/>
                <a:gd name="textAreaRight" fmla="*/ 298440 w 297720"/>
                <a:gd name="textAreaTop" fmla="*/ 0 h 1153440"/>
                <a:gd name="textAreaBottom" fmla="*/ 1154160 h 1153440"/>
              </a:gdLst>
              <a:ahLst/>
              <a:rect l="textAreaLeft" t="textAreaTop" r="textAreaRight" b="textAreaBottom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80" name="Freeform 3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73080" y="5551560"/>
              <a:ext cx="156600" cy="15480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4800"/>
                <a:gd name="textAreaBottom" fmla="*/ 155520 h 154800"/>
              </a:gdLst>
              <a:ahLst/>
              <a:rect l="textAreaLeft" t="textAreaTop" r="textAreaRight" b="textAreaBottom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81" name="Freeform 3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11160" y="4680"/>
              <a:ext cx="304200" cy="154404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44040"/>
                <a:gd name="textAreaBottom" fmla="*/ 1544760 h 1544040"/>
              </a:gdLst>
              <a:ahLst/>
              <a:rect l="textAreaLeft" t="textAreaTop" r="textAreaRight" b="textAreaBottom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82" name="Freeform 3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36280" y="4867200"/>
              <a:ext cx="188280" cy="188280"/>
            </a:xfrm>
            <a:custGeom>
              <a:avLst/>
              <a:gdLst>
                <a:gd name="textAreaLeft" fmla="*/ 0 w 188280"/>
                <a:gd name="textAreaRight" fmla="*/ 189000 w 18828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83" name="Freeform 3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41160" y="5046840"/>
              <a:ext cx="307080" cy="1801080"/>
            </a:xfrm>
            <a:custGeom>
              <a:avLst/>
              <a:gdLst>
                <a:gd name="textAreaLeft" fmla="*/ 0 w 307080"/>
                <a:gd name="textAreaRight" fmla="*/ 307800 w 307080"/>
                <a:gd name="textAreaTop" fmla="*/ 0 h 1801080"/>
                <a:gd name="textAreaBottom" fmla="*/ 1801800 h 1801080"/>
              </a:gdLst>
              <a:ahLst/>
              <a:rect l="textAreaLeft" t="textAreaTop" r="textAreaRight" b="textAreaBottom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84" name="Freeform 4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849040" y="641664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85" name="Rectangle 4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939760" y="6595920"/>
              <a:ext cx="23040" cy="25164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ffffff"/>
            </a:gs>
            <a:gs pos="100000">
              <a:srgbClr val="a7a7a7"/>
            </a:gs>
          </a:gsLst>
          <a:lin ang="504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86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Tw Cen MT"/>
            </a:endParaRPr>
          </a:p>
        </p:txBody>
      </p:sp>
      <p:pic>
        <p:nvPicPr>
          <p:cNvPr id="987" name="Picture 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1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ln w="0">
            <a:noFill/>
          </a:ln>
        </p:spPr>
      </p:pic>
      <p:grpSp>
        <p:nvGrpSpPr>
          <p:cNvPr id="988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20400" cy="6857280"/>
            <a:chOff x="0" y="0"/>
            <a:chExt cx="1220400" cy="6857280"/>
          </a:xfrm>
        </p:grpSpPr>
        <p:sp>
          <p:nvSpPr>
            <p:cNvPr id="989" name="Rectangle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28520" y="4680"/>
              <a:ext cx="23040" cy="218052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90" name="Freeform 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7520" y="217656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91" name="Freeform 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2840" y="4021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92" name="Freeform 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4200" y="4680"/>
              <a:ext cx="369000" cy="181044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810440"/>
                <a:gd name="textAreaBottom" fmla="*/ 1811160 h 1810440"/>
              </a:gdLst>
              <a:ahLst/>
              <a:rect l="textAreaLeft" t="textAreaTop" r="textAreaRight" b="textAreaBottom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93" name="Freeform 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17680" y="18018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94" name="Freeform 1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99880" y="4680"/>
              <a:ext cx="369000" cy="142956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429560"/>
                <a:gd name="textAreaBottom" fmla="*/ 1430280 h 1429560"/>
              </a:gdLst>
              <a:ahLst/>
              <a:rect l="textAreaLeft" t="textAreaTop" r="textAreaRight" b="textAreaBottom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95" name="Freeform 1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60520" y="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rect l="textAreaLeft" t="textAreaTop" r="textAreaRight" b="textAreaBottom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96" name="Freeform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3360" y="14209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97" name="Freeform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3360" y="9032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98" name="Freeform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55560" y="0"/>
              <a:ext cx="421560" cy="526320"/>
            </a:xfrm>
            <a:custGeom>
              <a:avLst/>
              <a:gdLst>
                <a:gd name="textAreaLeft" fmla="*/ 0 w 421560"/>
                <a:gd name="textAreaRight" fmla="*/ 422280 w 421560"/>
                <a:gd name="textAreaTop" fmla="*/ 0 h 526320"/>
                <a:gd name="textAreaBottom" fmla="*/ 527040 h 526320"/>
              </a:gdLst>
              <a:ahLst/>
              <a:rect l="textAreaLeft" t="textAreaTop" r="textAreaRight" b="textAreaBottom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999" name="Freeform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35000" y="488880"/>
              <a:ext cx="161280" cy="146880"/>
            </a:xfrm>
            <a:custGeom>
              <a:avLst/>
              <a:gdLst>
                <a:gd name="textAreaLeft" fmla="*/ 0 w 161280"/>
                <a:gd name="textAreaRight" fmla="*/ 162000 w 161280"/>
                <a:gd name="textAreaTop" fmla="*/ 0 h 146880"/>
                <a:gd name="textAreaBottom" fmla="*/ 147600 h 146880"/>
              </a:gdLst>
              <a:ahLst/>
              <a:rect l="textAreaLeft" t="textAreaTop" r="textAreaRight" b="textAreaBottom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00" name="Line 1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360" y="9360"/>
              <a:ext cx="360" cy="360"/>
            </a:xfrm>
            <a:prstGeom prst="line">
              <a:avLst/>
            </a:prstGeom>
            <a:ln w="15">
              <a:solidFill>
                <a:srgbClr val="ffffff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640" bIns="-44640" anchor="t">
              <a:noAutofit/>
            </a:bodyPr>
            <a:p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01" name="Freeform 1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60" y="1801800"/>
              <a:ext cx="123120" cy="126360"/>
            </a:xfrm>
            <a:custGeom>
              <a:avLst/>
              <a:gdLst>
                <a:gd name="textAreaLeft" fmla="*/ 0 w 123120"/>
                <a:gd name="textAreaRight" fmla="*/ 123840 w 123120"/>
                <a:gd name="textAreaTop" fmla="*/ 0 h 126360"/>
                <a:gd name="textAreaBottom" fmla="*/ 127080 h 126360"/>
              </a:gdLst>
              <a:ahLst/>
              <a:rect l="textAreaLeft" t="textAreaTop" r="textAreaRight" b="textAreaBottom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02" name="Freeform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680" y="3549600"/>
              <a:ext cx="146880" cy="480240"/>
            </a:xfrm>
            <a:custGeom>
              <a:avLst/>
              <a:gdLst>
                <a:gd name="textAreaLeft" fmla="*/ 0 w 146880"/>
                <a:gd name="textAreaRight" fmla="*/ 147600 w 146880"/>
                <a:gd name="textAreaTop" fmla="*/ 0 h 480240"/>
                <a:gd name="textAreaBottom" fmla="*/ 480960 h 480240"/>
              </a:gdLst>
              <a:ahLst/>
              <a:rect l="textAreaLeft" t="textAreaTop" r="textAreaRight" b="textAreaBottom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03" name="Freeform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2920" y="1382760"/>
              <a:ext cx="142200" cy="475560"/>
            </a:xfrm>
            <a:custGeom>
              <a:avLst/>
              <a:gdLst>
                <a:gd name="textAreaLeft" fmla="*/ 0 w 142200"/>
                <a:gd name="textAreaRight" fmla="*/ 142920 w 142200"/>
                <a:gd name="textAreaTop" fmla="*/ 0 h 475560"/>
                <a:gd name="textAreaBottom" fmla="*/ 476280 h 475560"/>
              </a:gdLst>
              <a:ahLst/>
              <a:rect l="textAreaLeft" t="textAreaTop" r="textAreaRight" b="textAreaBottom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04" name="Freeform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9240" y="1849320"/>
              <a:ext cx="113760" cy="107280"/>
            </a:xfrm>
            <a:custGeom>
              <a:avLst/>
              <a:gdLst>
                <a:gd name="textAreaLeft" fmla="*/ 0 w 113760"/>
                <a:gd name="textAreaRight" fmla="*/ 114480 w 113760"/>
                <a:gd name="textAreaTop" fmla="*/ 0 h 107280"/>
                <a:gd name="textAreaBottom" fmla="*/ 108000 h 107280"/>
              </a:gdLst>
              <a:ahLst/>
              <a:rect l="textAreaLeft" t="textAreaTop" r="textAreaRight" b="textAreaBottom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05" name="Rectangl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7600" y="4662360"/>
              <a:ext cx="23040" cy="218052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06" name="Freeform 2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960" y="5041800"/>
              <a:ext cx="369000" cy="180108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801080"/>
                <a:gd name="textAreaBottom" fmla="*/ 1801800 h 1801080"/>
              </a:gdLst>
              <a:ahLst/>
              <a:rect l="textAreaLeft" t="textAreaTop" r="textAreaRight" b="textAreaBottom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07" name="Freeform 2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6600" y="4481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08" name="Freeform 2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5627520"/>
              <a:ext cx="84960" cy="1215360"/>
            </a:xfrm>
            <a:custGeom>
              <a:avLst/>
              <a:gdLst>
                <a:gd name="textAreaLeft" fmla="*/ 0 w 84960"/>
                <a:gd name="textAreaRight" fmla="*/ 85680 w 84960"/>
                <a:gd name="textAreaTop" fmla="*/ 0 h 1215360"/>
                <a:gd name="textAreaBottom" fmla="*/ 1216080 h 1215360"/>
              </a:gdLst>
              <a:ahLst/>
              <a:rect l="textAreaLeft" t="textAreaTop" r="textAreaRight" b="textAreaBottom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09" name="Freeform 2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1440" y="4867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10" name="Freeform 2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4000" y="5423040"/>
              <a:ext cx="374040" cy="1424880"/>
            </a:xfrm>
            <a:custGeom>
              <a:avLst/>
              <a:gdLst>
                <a:gd name="textAreaLeft" fmla="*/ 0 w 374040"/>
                <a:gd name="textAreaRight" fmla="*/ 374760 w 374040"/>
                <a:gd name="textAreaTop" fmla="*/ 0 h 1424880"/>
                <a:gd name="textAreaBottom" fmla="*/ 1425600 h 1424880"/>
              </a:gdLst>
              <a:ahLst/>
              <a:rect l="textAreaLeft" t="textAreaTop" r="textAreaRight" b="textAreaBottom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11" name="Freeform 2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84280" y="594504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rect l="textAreaLeft" t="textAreaTop" r="textAreaRight" b="textAreaBottom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12" name="Freeform 2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7120" y="5246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13" name="Freeform 2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7120" y="57643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14" name="Freeform 3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84360" y="6330960"/>
              <a:ext cx="416880" cy="516960"/>
            </a:xfrm>
            <a:custGeom>
              <a:avLst/>
              <a:gdLst>
                <a:gd name="textAreaLeft" fmla="*/ 0 w 416880"/>
                <a:gd name="textAreaRight" fmla="*/ 417600 w 416880"/>
                <a:gd name="textAreaTop" fmla="*/ 0 h 516960"/>
                <a:gd name="textAreaBottom" fmla="*/ 517680 h 516960"/>
              </a:gdLst>
              <a:ahLst/>
              <a:rect l="textAreaLeft" t="textAreaTop" r="textAreaRight" b="textAreaBottom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15" name="Freeform 3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63800" y="6221520"/>
              <a:ext cx="156600" cy="14688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46880"/>
                <a:gd name="textAreaBottom" fmla="*/ 147600 h 146880"/>
              </a:gdLst>
              <a:ahLst/>
              <a:rect l="textAreaLeft" t="textAreaTop" r="textAreaRight" b="textAreaBottom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</p:grpSp>
      <p:sp>
        <p:nvSpPr>
          <p:cNvPr id="1016" name="PlaceHolder 1"/>
          <p:cNvSpPr>
            <a:spLocks noGrp="1"/>
          </p:cNvSpPr>
          <p:nvPr>
            <p:ph type="title"/>
          </p:nvPr>
        </p:nvSpPr>
        <p:spPr>
          <a:xfrm>
            <a:off x="1141560" y="26280"/>
            <a:ext cx="9905400" cy="1116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800" spc="-1" strike="noStrike" cap="all">
                <a:solidFill>
                  <a:srgbClr val="505050"/>
                </a:solidFill>
                <a:latin typeface="Calibri Light"/>
              </a:rPr>
              <a:t>Impact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7" name="PlaceHolder 2"/>
          <p:cNvSpPr>
            <a:spLocks noGrp="1"/>
          </p:cNvSpPr>
          <p:nvPr>
            <p:ph/>
          </p:nvPr>
        </p:nvSpPr>
        <p:spPr>
          <a:xfrm>
            <a:off x="1206360" y="1030680"/>
            <a:ext cx="9840240" cy="354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Tw Cen MT"/>
              </a:rPr>
              <a:t>License plate fraud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Tw Cen MT"/>
              </a:rPr>
              <a:t>App (ObsIdentify for cars)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Tw Cen MT"/>
              </a:rPr>
              <a:t>Upload validation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Tw Cen MT"/>
              </a:rPr>
              <a:t>…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125000"/>
              <a:buFont typeface="Arial"/>
              <a:buChar char="•"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Tw Cen MT"/>
              </a:rPr>
              <a:t>End-to-end methodology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018" name="Group 4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1364840" y="0"/>
            <a:ext cx="673920" cy="6847920"/>
            <a:chOff x="11364840" y="0"/>
            <a:chExt cx="673920" cy="6847920"/>
          </a:xfrm>
        </p:grpSpPr>
        <p:sp>
          <p:nvSpPr>
            <p:cNvPr id="1019" name="Freeform 3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84000" y="0"/>
              <a:ext cx="416880" cy="511920"/>
            </a:xfrm>
            <a:custGeom>
              <a:avLst/>
              <a:gdLst>
                <a:gd name="textAreaLeft" fmla="*/ 0 w 416880"/>
                <a:gd name="textAreaRight" fmla="*/ 417600 w 416880"/>
                <a:gd name="textAreaTop" fmla="*/ 0 h 511920"/>
                <a:gd name="textAreaBottom" fmla="*/ 512640 h 511920"/>
              </a:gdLst>
              <a:ahLst/>
              <a:rect l="textAreaLeft" t="textAreaTop" r="textAreaRight" b="textAreaBottom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20" name="Freeform 3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364840" y="474840"/>
              <a:ext cx="156600" cy="15156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1560"/>
                <a:gd name="textAreaBottom" fmla="*/ 152280 h 151560"/>
              </a:gdLst>
              <a:ahLst/>
              <a:rect l="textAreaLeft" t="textAreaTop" r="textAreaRight" b="textAreaBottom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21" name="Freeform 3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31600" y="1539720"/>
              <a:ext cx="188280" cy="189720"/>
            </a:xfrm>
            <a:custGeom>
              <a:avLst/>
              <a:gdLst>
                <a:gd name="textAreaLeft" fmla="*/ 0 w 188280"/>
                <a:gd name="textAreaRight" fmla="*/ 189000 w 18828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22" name="Freeform 3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531520" y="5694480"/>
              <a:ext cx="297720" cy="1153440"/>
            </a:xfrm>
            <a:custGeom>
              <a:avLst/>
              <a:gdLst>
                <a:gd name="textAreaLeft" fmla="*/ 0 w 297720"/>
                <a:gd name="textAreaRight" fmla="*/ 298440 w 297720"/>
                <a:gd name="textAreaTop" fmla="*/ 0 h 1153440"/>
                <a:gd name="textAreaBottom" fmla="*/ 1154160 h 1153440"/>
              </a:gdLst>
              <a:ahLst/>
              <a:rect l="textAreaLeft" t="textAreaTop" r="textAreaRight" b="textAreaBottom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23" name="Freeform 3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73080" y="5551560"/>
              <a:ext cx="156600" cy="15480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4800"/>
                <a:gd name="textAreaBottom" fmla="*/ 155520 h 154800"/>
              </a:gdLst>
              <a:ahLst/>
              <a:rect l="textAreaLeft" t="textAreaTop" r="textAreaRight" b="textAreaBottom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24" name="Freeform 3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11160" y="4680"/>
              <a:ext cx="304200" cy="154404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44040"/>
                <a:gd name="textAreaBottom" fmla="*/ 1544760 h 1544040"/>
              </a:gdLst>
              <a:ahLst/>
              <a:rect l="textAreaLeft" t="textAreaTop" r="textAreaRight" b="textAreaBottom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25" name="Freeform 3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36280" y="4867200"/>
              <a:ext cx="188280" cy="188280"/>
            </a:xfrm>
            <a:custGeom>
              <a:avLst/>
              <a:gdLst>
                <a:gd name="textAreaLeft" fmla="*/ 0 w 188280"/>
                <a:gd name="textAreaRight" fmla="*/ 189000 w 18828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26" name="Freeform 3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41160" y="5046840"/>
              <a:ext cx="307080" cy="1801080"/>
            </a:xfrm>
            <a:custGeom>
              <a:avLst/>
              <a:gdLst>
                <a:gd name="textAreaLeft" fmla="*/ 0 w 307080"/>
                <a:gd name="textAreaRight" fmla="*/ 307800 w 307080"/>
                <a:gd name="textAreaTop" fmla="*/ 0 h 1801080"/>
                <a:gd name="textAreaBottom" fmla="*/ 1801800 h 1801080"/>
              </a:gdLst>
              <a:ahLst/>
              <a:rect l="textAreaLeft" t="textAreaTop" r="textAreaRight" b="textAreaBottom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27" name="Freeform 4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849040" y="641664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28" name="Rectangle 4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939760" y="6595920"/>
              <a:ext cx="23040" cy="25164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ffffff"/>
            </a:gs>
            <a:gs pos="100000">
              <a:srgbClr val="a7a7a7"/>
            </a:gs>
          </a:gsLst>
          <a:lin ang="504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29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Tw Cen MT"/>
            </a:endParaRPr>
          </a:p>
        </p:txBody>
      </p:sp>
      <p:pic>
        <p:nvPicPr>
          <p:cNvPr id="1030" name="Picture 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1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ln w="0">
            <a:noFill/>
          </a:ln>
        </p:spPr>
      </p:pic>
      <p:grpSp>
        <p:nvGrpSpPr>
          <p:cNvPr id="1031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20400" cy="6857280"/>
            <a:chOff x="0" y="0"/>
            <a:chExt cx="1220400" cy="6857280"/>
          </a:xfrm>
        </p:grpSpPr>
        <p:sp>
          <p:nvSpPr>
            <p:cNvPr id="1032" name="Rectangle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28520" y="4680"/>
              <a:ext cx="23040" cy="218052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33" name="Freeform 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7520" y="217656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34" name="Freeform 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2840" y="4021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35" name="Freeform 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4200" y="4680"/>
              <a:ext cx="369000" cy="181044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810440"/>
                <a:gd name="textAreaBottom" fmla="*/ 1811160 h 1810440"/>
              </a:gdLst>
              <a:ahLst/>
              <a:rect l="textAreaLeft" t="textAreaTop" r="textAreaRight" b="textAreaBottom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36" name="Freeform 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17680" y="18018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37" name="Freeform 1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99880" y="4680"/>
              <a:ext cx="369000" cy="142956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429560"/>
                <a:gd name="textAreaBottom" fmla="*/ 1430280 h 1429560"/>
              </a:gdLst>
              <a:ahLst/>
              <a:rect l="textAreaLeft" t="textAreaTop" r="textAreaRight" b="textAreaBottom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38" name="Freeform 1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60520" y="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rect l="textAreaLeft" t="textAreaTop" r="textAreaRight" b="textAreaBottom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39" name="Freeform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3360" y="14209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40" name="Freeform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3360" y="9032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41" name="Freeform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55560" y="0"/>
              <a:ext cx="421560" cy="526320"/>
            </a:xfrm>
            <a:custGeom>
              <a:avLst/>
              <a:gdLst>
                <a:gd name="textAreaLeft" fmla="*/ 0 w 421560"/>
                <a:gd name="textAreaRight" fmla="*/ 422280 w 421560"/>
                <a:gd name="textAreaTop" fmla="*/ 0 h 526320"/>
                <a:gd name="textAreaBottom" fmla="*/ 527040 h 526320"/>
              </a:gdLst>
              <a:ahLst/>
              <a:rect l="textAreaLeft" t="textAreaTop" r="textAreaRight" b="textAreaBottom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42" name="Freeform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35000" y="488880"/>
              <a:ext cx="161280" cy="146880"/>
            </a:xfrm>
            <a:custGeom>
              <a:avLst/>
              <a:gdLst>
                <a:gd name="textAreaLeft" fmla="*/ 0 w 161280"/>
                <a:gd name="textAreaRight" fmla="*/ 162000 w 161280"/>
                <a:gd name="textAreaTop" fmla="*/ 0 h 146880"/>
                <a:gd name="textAreaBottom" fmla="*/ 147600 h 146880"/>
              </a:gdLst>
              <a:ahLst/>
              <a:rect l="textAreaLeft" t="textAreaTop" r="textAreaRight" b="textAreaBottom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43" name="Line 1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360" y="9360"/>
              <a:ext cx="360" cy="360"/>
            </a:xfrm>
            <a:prstGeom prst="line">
              <a:avLst/>
            </a:prstGeom>
            <a:ln w="15">
              <a:solidFill>
                <a:srgbClr val="ffffff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640" bIns="-44640" anchor="t">
              <a:noAutofit/>
            </a:bodyPr>
            <a:p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44" name="Freeform 1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60" y="1801800"/>
              <a:ext cx="123120" cy="126360"/>
            </a:xfrm>
            <a:custGeom>
              <a:avLst/>
              <a:gdLst>
                <a:gd name="textAreaLeft" fmla="*/ 0 w 123120"/>
                <a:gd name="textAreaRight" fmla="*/ 123840 w 123120"/>
                <a:gd name="textAreaTop" fmla="*/ 0 h 126360"/>
                <a:gd name="textAreaBottom" fmla="*/ 127080 h 126360"/>
              </a:gdLst>
              <a:ahLst/>
              <a:rect l="textAreaLeft" t="textAreaTop" r="textAreaRight" b="textAreaBottom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45" name="Freeform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680" y="3549600"/>
              <a:ext cx="146880" cy="480240"/>
            </a:xfrm>
            <a:custGeom>
              <a:avLst/>
              <a:gdLst>
                <a:gd name="textAreaLeft" fmla="*/ 0 w 146880"/>
                <a:gd name="textAreaRight" fmla="*/ 147600 w 146880"/>
                <a:gd name="textAreaTop" fmla="*/ 0 h 480240"/>
                <a:gd name="textAreaBottom" fmla="*/ 480960 h 480240"/>
              </a:gdLst>
              <a:ahLst/>
              <a:rect l="textAreaLeft" t="textAreaTop" r="textAreaRight" b="textAreaBottom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46" name="Freeform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2920" y="1382760"/>
              <a:ext cx="142200" cy="475560"/>
            </a:xfrm>
            <a:custGeom>
              <a:avLst/>
              <a:gdLst>
                <a:gd name="textAreaLeft" fmla="*/ 0 w 142200"/>
                <a:gd name="textAreaRight" fmla="*/ 142920 w 142200"/>
                <a:gd name="textAreaTop" fmla="*/ 0 h 475560"/>
                <a:gd name="textAreaBottom" fmla="*/ 476280 h 475560"/>
              </a:gdLst>
              <a:ahLst/>
              <a:rect l="textAreaLeft" t="textAreaTop" r="textAreaRight" b="textAreaBottom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47" name="Freeform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9240" y="1849320"/>
              <a:ext cx="113760" cy="107280"/>
            </a:xfrm>
            <a:custGeom>
              <a:avLst/>
              <a:gdLst>
                <a:gd name="textAreaLeft" fmla="*/ 0 w 113760"/>
                <a:gd name="textAreaRight" fmla="*/ 114480 w 113760"/>
                <a:gd name="textAreaTop" fmla="*/ 0 h 107280"/>
                <a:gd name="textAreaBottom" fmla="*/ 108000 h 107280"/>
              </a:gdLst>
              <a:ahLst/>
              <a:rect l="textAreaLeft" t="textAreaTop" r="textAreaRight" b="textAreaBottom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48" name="Rectangl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7600" y="4662360"/>
              <a:ext cx="23040" cy="218052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49" name="Freeform 2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960" y="5041800"/>
              <a:ext cx="369000" cy="180108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801080"/>
                <a:gd name="textAreaBottom" fmla="*/ 1801800 h 1801080"/>
              </a:gdLst>
              <a:ahLst/>
              <a:rect l="textAreaLeft" t="textAreaTop" r="textAreaRight" b="textAreaBottom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50" name="Freeform 2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6600" y="4481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51" name="Freeform 2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5627520"/>
              <a:ext cx="84960" cy="1215360"/>
            </a:xfrm>
            <a:custGeom>
              <a:avLst/>
              <a:gdLst>
                <a:gd name="textAreaLeft" fmla="*/ 0 w 84960"/>
                <a:gd name="textAreaRight" fmla="*/ 85680 w 84960"/>
                <a:gd name="textAreaTop" fmla="*/ 0 h 1215360"/>
                <a:gd name="textAreaBottom" fmla="*/ 1216080 h 1215360"/>
              </a:gdLst>
              <a:ahLst/>
              <a:rect l="textAreaLeft" t="textAreaTop" r="textAreaRight" b="textAreaBottom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52" name="Freeform 2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1440" y="4867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53" name="Freeform 2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4000" y="5423040"/>
              <a:ext cx="374040" cy="1424880"/>
            </a:xfrm>
            <a:custGeom>
              <a:avLst/>
              <a:gdLst>
                <a:gd name="textAreaLeft" fmla="*/ 0 w 374040"/>
                <a:gd name="textAreaRight" fmla="*/ 374760 w 374040"/>
                <a:gd name="textAreaTop" fmla="*/ 0 h 1424880"/>
                <a:gd name="textAreaBottom" fmla="*/ 1425600 h 1424880"/>
              </a:gdLst>
              <a:ahLst/>
              <a:rect l="textAreaLeft" t="textAreaTop" r="textAreaRight" b="textAreaBottom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54" name="Freeform 2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84280" y="594504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rect l="textAreaLeft" t="textAreaTop" r="textAreaRight" b="textAreaBottom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55" name="Freeform 2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7120" y="5246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56" name="Freeform 2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7120" y="57643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57" name="Freeform 3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84360" y="6330960"/>
              <a:ext cx="416880" cy="516960"/>
            </a:xfrm>
            <a:custGeom>
              <a:avLst/>
              <a:gdLst>
                <a:gd name="textAreaLeft" fmla="*/ 0 w 416880"/>
                <a:gd name="textAreaRight" fmla="*/ 417600 w 416880"/>
                <a:gd name="textAreaTop" fmla="*/ 0 h 516960"/>
                <a:gd name="textAreaBottom" fmla="*/ 517680 h 516960"/>
              </a:gdLst>
              <a:ahLst/>
              <a:rect l="textAreaLeft" t="textAreaTop" r="textAreaRight" b="textAreaBottom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58" name="Freeform 3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63800" y="6221520"/>
              <a:ext cx="156600" cy="14688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46880"/>
                <a:gd name="textAreaBottom" fmla="*/ 147600 h 146880"/>
              </a:gdLst>
              <a:ahLst/>
              <a:rect l="textAreaLeft" t="textAreaTop" r="textAreaRight" b="textAreaBottom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</p:grpSp>
      <p:sp>
        <p:nvSpPr>
          <p:cNvPr id="1059" name="PlaceHolder 1"/>
          <p:cNvSpPr>
            <a:spLocks noGrp="1"/>
          </p:cNvSpPr>
          <p:nvPr>
            <p:ph type="title"/>
          </p:nvPr>
        </p:nvSpPr>
        <p:spPr>
          <a:xfrm>
            <a:off x="1141560" y="26280"/>
            <a:ext cx="9905400" cy="1116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800" spc="-1" strike="noStrike" cap="all">
                <a:solidFill>
                  <a:srgbClr val="505050"/>
                </a:solidFill>
                <a:latin typeface="Calibri Light"/>
              </a:rPr>
              <a:t>DATA (sourcing)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0" name="PlaceHolder 2"/>
          <p:cNvSpPr>
            <a:spLocks noGrp="1"/>
          </p:cNvSpPr>
          <p:nvPr>
            <p:ph/>
          </p:nvPr>
        </p:nvSpPr>
        <p:spPr>
          <a:xfrm>
            <a:off x="1206360" y="1038600"/>
            <a:ext cx="9840240" cy="4904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212121"/>
              </a:buClr>
              <a:buSzPct val="125000"/>
              <a:buFont typeface="Arial"/>
              <a:buChar char="•"/>
            </a:pPr>
            <a:r>
              <a:rPr b="0" lang="en-US" sz="2600" spc="-1" strike="noStrike">
                <a:solidFill>
                  <a:srgbClr val="212121"/>
                </a:solidFill>
                <a:latin typeface="Calibri"/>
              </a:rPr>
              <a:t>Autoscout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20000"/>
              </a:lnSpc>
              <a:spcBef>
                <a:spcPts val="499"/>
              </a:spcBef>
              <a:buClr>
                <a:srgbClr val="212121"/>
              </a:buClr>
              <a:buSzPct val="125000"/>
              <a:buFont typeface="Arial"/>
              <a:buChar char="•"/>
            </a:pPr>
            <a:r>
              <a:rPr b="0" lang="en-US" sz="2200" spc="-1" strike="noStrike">
                <a:solidFill>
                  <a:srgbClr val="212121"/>
                </a:solidFill>
                <a:latin typeface="Calibri"/>
              </a:rPr>
              <a:t>Listings</a:t>
            </a:r>
            <a:r>
              <a:rPr b="0" lang="en-US" sz="2000" spc="-1" strike="noStrike">
                <a:solidFill>
                  <a:srgbClr val="212121"/>
                </a:solidFill>
                <a:latin typeface="Calibri"/>
              </a:rPr>
              <a:t>: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2" marL="1143000" indent="-228600" defTabSz="914400">
              <a:lnSpc>
                <a:spcPct val="120000"/>
              </a:lnSpc>
              <a:spcBef>
                <a:spcPts val="499"/>
              </a:spcBef>
              <a:buClr>
                <a:srgbClr val="212121"/>
              </a:buClr>
              <a:buSzPct val="125000"/>
              <a:buFont typeface="Arial"/>
              <a:buChar char="•"/>
            </a:pPr>
            <a:r>
              <a:rPr b="0" lang="en-US" sz="1900" spc="-1" strike="noStrike">
                <a:solidFill>
                  <a:srgbClr val="212121"/>
                </a:solidFill>
                <a:latin typeface="Calibri"/>
              </a:rPr>
              <a:t>Images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 lvl="2" marL="1143000" indent="-228600" defTabSz="914400">
              <a:lnSpc>
                <a:spcPct val="120000"/>
              </a:lnSpc>
              <a:spcBef>
                <a:spcPts val="499"/>
              </a:spcBef>
              <a:buClr>
                <a:srgbClr val="212121"/>
              </a:buClr>
              <a:buSzPct val="125000"/>
              <a:buFont typeface="Arial"/>
              <a:buChar char="•"/>
            </a:pPr>
            <a:r>
              <a:rPr b="0" lang="en-US" sz="1900" spc="-1" strike="noStrike">
                <a:solidFill>
                  <a:srgbClr val="212121"/>
                </a:solidFill>
                <a:latin typeface="Calibri"/>
              </a:rPr>
              <a:t>Brand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 lvl="2" marL="1143000" indent="-228600" defTabSz="914400">
              <a:lnSpc>
                <a:spcPct val="120000"/>
              </a:lnSpc>
              <a:spcBef>
                <a:spcPts val="499"/>
              </a:spcBef>
              <a:buClr>
                <a:srgbClr val="212121"/>
              </a:buClr>
              <a:buSzPct val="125000"/>
              <a:buFont typeface="Arial"/>
              <a:buChar char="•"/>
            </a:pPr>
            <a:r>
              <a:rPr b="0" lang="en-US" sz="1900" spc="-1" strike="noStrike">
                <a:solidFill>
                  <a:srgbClr val="212121"/>
                </a:solidFill>
                <a:latin typeface="Calibri"/>
              </a:rPr>
              <a:t>Model / model ID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 lvl="2" marL="1143000" indent="-228600" defTabSz="914400">
              <a:lnSpc>
                <a:spcPct val="120000"/>
              </a:lnSpc>
              <a:spcBef>
                <a:spcPts val="499"/>
              </a:spcBef>
              <a:buClr>
                <a:srgbClr val="212121"/>
              </a:buClr>
              <a:buSzPct val="125000"/>
              <a:buFont typeface="Arial"/>
              <a:buChar char="•"/>
            </a:pPr>
            <a:r>
              <a:rPr b="0" lang="en-US" sz="1900" spc="-1" strike="noStrike">
                <a:solidFill>
                  <a:srgbClr val="212121"/>
                </a:solidFill>
                <a:latin typeface="Calibri"/>
              </a:rPr>
              <a:t>Support features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212121"/>
              </a:buClr>
              <a:buSzPct val="125000"/>
              <a:buFont typeface="Arial"/>
              <a:buChar char="•"/>
            </a:pPr>
            <a:r>
              <a:rPr b="0" lang="en-US" sz="2600" spc="-1" strike="noStrike">
                <a:solidFill>
                  <a:srgbClr val="212121"/>
                </a:solidFill>
                <a:latin typeface="Calibri"/>
              </a:rPr>
              <a:t>Autodoc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 defTabSz="914400">
              <a:lnSpc>
                <a:spcPct val="120000"/>
              </a:lnSpc>
              <a:spcBef>
                <a:spcPts val="499"/>
              </a:spcBef>
              <a:buClr>
                <a:srgbClr val="212121"/>
              </a:buClr>
              <a:buSzPct val="125000"/>
              <a:buFont typeface="Arial"/>
              <a:buChar char="•"/>
            </a:pPr>
            <a:r>
              <a:rPr b="0" lang="en-US" sz="2200" spc="-1" strike="noStrike">
                <a:solidFill>
                  <a:srgbClr val="212121"/>
                </a:solidFill>
                <a:latin typeface="Calibri"/>
              </a:rPr>
              <a:t>Chassis</a:t>
            </a:r>
            <a:r>
              <a:rPr b="0" lang="en-US" sz="2000" spc="-1" strike="noStrike">
                <a:solidFill>
                  <a:srgbClr val="212121"/>
                </a:solidFill>
                <a:latin typeface="Calibri"/>
              </a:rPr>
              <a:t> codes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212121"/>
              </a:buClr>
              <a:buSzPct val="125000"/>
              <a:buFont typeface="Arial"/>
              <a:buChar char="•"/>
            </a:pPr>
            <a:r>
              <a:rPr b="0" lang="en-US" sz="2600" spc="-1" strike="noStrike">
                <a:solidFill>
                  <a:srgbClr val="212121"/>
                </a:solidFill>
                <a:latin typeface="Calibri"/>
              </a:rPr>
              <a:t>There be dragons: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 defTabSz="914400">
              <a:lnSpc>
                <a:spcPct val="120000"/>
              </a:lnSpc>
              <a:spcBef>
                <a:spcPts val="499"/>
              </a:spcBef>
              <a:buClr>
                <a:srgbClr val="212121"/>
              </a:buClr>
              <a:buSzPct val="125000"/>
              <a:buFont typeface="Arial"/>
              <a:buChar char="•"/>
            </a:pPr>
            <a:r>
              <a:rPr b="0" lang="en-US" sz="2200" spc="-1" strike="noStrike">
                <a:solidFill>
                  <a:srgbClr val="212121"/>
                </a:solidFill>
                <a:latin typeface="Calibri"/>
              </a:rPr>
              <a:t>Data</a:t>
            </a:r>
            <a:r>
              <a:rPr b="0" lang="en-US" sz="2000" spc="-1" strike="noStrike">
                <a:solidFill>
                  <a:srgbClr val="212121"/>
                </a:solidFill>
                <a:latin typeface="Calibri"/>
              </a:rPr>
              <a:t> linking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061" name="Group 4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1364840" y="0"/>
            <a:ext cx="673920" cy="6847920"/>
            <a:chOff x="11364840" y="0"/>
            <a:chExt cx="673920" cy="6847920"/>
          </a:xfrm>
        </p:grpSpPr>
        <p:sp>
          <p:nvSpPr>
            <p:cNvPr id="1062" name="Freeform 3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84000" y="0"/>
              <a:ext cx="416880" cy="511920"/>
            </a:xfrm>
            <a:custGeom>
              <a:avLst/>
              <a:gdLst>
                <a:gd name="textAreaLeft" fmla="*/ 0 w 416880"/>
                <a:gd name="textAreaRight" fmla="*/ 417600 w 416880"/>
                <a:gd name="textAreaTop" fmla="*/ 0 h 511920"/>
                <a:gd name="textAreaBottom" fmla="*/ 512640 h 511920"/>
              </a:gdLst>
              <a:ahLst/>
              <a:rect l="textAreaLeft" t="textAreaTop" r="textAreaRight" b="textAreaBottom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63" name="Freeform 3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364840" y="474840"/>
              <a:ext cx="156600" cy="15156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1560"/>
                <a:gd name="textAreaBottom" fmla="*/ 152280 h 151560"/>
              </a:gdLst>
              <a:ahLst/>
              <a:rect l="textAreaLeft" t="textAreaTop" r="textAreaRight" b="textAreaBottom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64" name="Freeform 3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31600" y="1539720"/>
              <a:ext cx="188280" cy="189720"/>
            </a:xfrm>
            <a:custGeom>
              <a:avLst/>
              <a:gdLst>
                <a:gd name="textAreaLeft" fmla="*/ 0 w 188280"/>
                <a:gd name="textAreaRight" fmla="*/ 189000 w 18828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65" name="Freeform 3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531520" y="5694480"/>
              <a:ext cx="297720" cy="1153440"/>
            </a:xfrm>
            <a:custGeom>
              <a:avLst/>
              <a:gdLst>
                <a:gd name="textAreaLeft" fmla="*/ 0 w 297720"/>
                <a:gd name="textAreaRight" fmla="*/ 298440 w 297720"/>
                <a:gd name="textAreaTop" fmla="*/ 0 h 1153440"/>
                <a:gd name="textAreaBottom" fmla="*/ 1154160 h 1153440"/>
              </a:gdLst>
              <a:ahLst/>
              <a:rect l="textAreaLeft" t="textAreaTop" r="textAreaRight" b="textAreaBottom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66" name="Freeform 3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73080" y="5551560"/>
              <a:ext cx="156600" cy="15480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4800"/>
                <a:gd name="textAreaBottom" fmla="*/ 155520 h 154800"/>
              </a:gdLst>
              <a:ahLst/>
              <a:rect l="textAreaLeft" t="textAreaTop" r="textAreaRight" b="textAreaBottom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67" name="Freeform 3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11160" y="4680"/>
              <a:ext cx="304200" cy="154404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44040"/>
                <a:gd name="textAreaBottom" fmla="*/ 1544760 h 1544040"/>
              </a:gdLst>
              <a:ahLst/>
              <a:rect l="textAreaLeft" t="textAreaTop" r="textAreaRight" b="textAreaBottom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68" name="Freeform 3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36280" y="4867200"/>
              <a:ext cx="188280" cy="188280"/>
            </a:xfrm>
            <a:custGeom>
              <a:avLst/>
              <a:gdLst>
                <a:gd name="textAreaLeft" fmla="*/ 0 w 188280"/>
                <a:gd name="textAreaRight" fmla="*/ 189000 w 18828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69" name="Freeform 3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41160" y="5046840"/>
              <a:ext cx="307080" cy="1801080"/>
            </a:xfrm>
            <a:custGeom>
              <a:avLst/>
              <a:gdLst>
                <a:gd name="textAreaLeft" fmla="*/ 0 w 307080"/>
                <a:gd name="textAreaRight" fmla="*/ 307800 w 307080"/>
                <a:gd name="textAreaTop" fmla="*/ 0 h 1801080"/>
                <a:gd name="textAreaBottom" fmla="*/ 1801800 h 1801080"/>
              </a:gdLst>
              <a:ahLst/>
              <a:rect l="textAreaLeft" t="textAreaTop" r="textAreaRight" b="textAreaBottom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70" name="Freeform 4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849040" y="641664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71" name="Rectangle 4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939760" y="6595920"/>
              <a:ext cx="23040" cy="25164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2" name="PlaceHolder 1"/>
          <p:cNvSpPr>
            <a:spLocks noGrp="1"/>
          </p:cNvSpPr>
          <p:nvPr>
            <p:ph type="title"/>
          </p:nvPr>
        </p:nvSpPr>
        <p:spPr>
          <a:xfrm>
            <a:off x="1143000" y="2865240"/>
            <a:ext cx="9905400" cy="1477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8400" spc="-1" strike="noStrike" cap="all">
                <a:solidFill>
                  <a:schemeClr val="dk1"/>
                </a:solidFill>
                <a:latin typeface="Tw Cen MT"/>
              </a:rPr>
              <a:t>Data </a:t>
            </a:r>
            <a:br>
              <a:rPr sz="8400"/>
            </a:br>
            <a:r>
              <a:rPr b="0" lang="en-US" sz="8400" spc="-1" strike="noStrike" cap="all">
                <a:solidFill>
                  <a:schemeClr val="dk1"/>
                </a:solidFill>
                <a:latin typeface="Tw Cen MT"/>
              </a:rPr>
              <a:t>description</a:t>
            </a:r>
            <a:br>
              <a:rPr sz="8400"/>
            </a:br>
            <a:r>
              <a:rPr b="0" lang="en-US" sz="8400" spc="-1" strike="noStrike" cap="all">
                <a:solidFill>
                  <a:schemeClr val="dk1"/>
                </a:solidFill>
                <a:latin typeface="Tw Cen MT"/>
              </a:rPr>
              <a:t>&amp; EDA</a:t>
            </a:r>
            <a:endParaRPr b="0" lang="en-US" sz="8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ffffff"/>
            </a:gs>
            <a:gs pos="100000">
              <a:srgbClr val="a7a7a7"/>
            </a:gs>
          </a:gsLst>
          <a:lin ang="504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73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Tw Cen MT"/>
            </a:endParaRPr>
          </a:p>
        </p:txBody>
      </p:sp>
      <p:pic>
        <p:nvPicPr>
          <p:cNvPr id="1074" name="Picture 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1">
            <a:alphaModFix amt="30000"/>
          </a:blip>
          <a:stretch/>
        </p:blipFill>
        <p:spPr>
          <a:xfrm>
            <a:off x="838440" y="-1371240"/>
            <a:ext cx="12191400" cy="6857280"/>
          </a:xfrm>
          <a:prstGeom prst="rect">
            <a:avLst/>
          </a:prstGeom>
          <a:ln w="0">
            <a:noFill/>
          </a:ln>
        </p:spPr>
      </p:pic>
      <p:grpSp>
        <p:nvGrpSpPr>
          <p:cNvPr id="1075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20400" cy="6857280"/>
            <a:chOff x="0" y="0"/>
            <a:chExt cx="1220400" cy="6857280"/>
          </a:xfrm>
        </p:grpSpPr>
        <p:sp>
          <p:nvSpPr>
            <p:cNvPr id="1076" name="Rectangle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28520" y="4680"/>
              <a:ext cx="23040" cy="218052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77" name="Freeform 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7520" y="217656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78" name="Freeform 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2840" y="4021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79" name="Freeform 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4200" y="4680"/>
              <a:ext cx="369000" cy="181044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810440"/>
                <a:gd name="textAreaBottom" fmla="*/ 1811160 h 1810440"/>
              </a:gdLst>
              <a:ahLst/>
              <a:rect l="textAreaLeft" t="textAreaTop" r="textAreaRight" b="textAreaBottom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80" name="Freeform 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17680" y="18018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81" name="Freeform 1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99880" y="4680"/>
              <a:ext cx="369000" cy="142956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429560"/>
                <a:gd name="textAreaBottom" fmla="*/ 1430280 h 1429560"/>
              </a:gdLst>
              <a:ahLst/>
              <a:rect l="textAreaLeft" t="textAreaTop" r="textAreaRight" b="textAreaBottom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82" name="Freeform 1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60520" y="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rect l="textAreaLeft" t="textAreaTop" r="textAreaRight" b="textAreaBottom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83" name="Freeform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3360" y="14209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84" name="Freeform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3360" y="9032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85" name="Freeform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55560" y="0"/>
              <a:ext cx="421560" cy="526320"/>
            </a:xfrm>
            <a:custGeom>
              <a:avLst/>
              <a:gdLst>
                <a:gd name="textAreaLeft" fmla="*/ 0 w 421560"/>
                <a:gd name="textAreaRight" fmla="*/ 422280 w 421560"/>
                <a:gd name="textAreaTop" fmla="*/ 0 h 526320"/>
                <a:gd name="textAreaBottom" fmla="*/ 527040 h 526320"/>
              </a:gdLst>
              <a:ahLst/>
              <a:rect l="textAreaLeft" t="textAreaTop" r="textAreaRight" b="textAreaBottom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86" name="Freeform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35000" y="488880"/>
              <a:ext cx="161280" cy="146880"/>
            </a:xfrm>
            <a:custGeom>
              <a:avLst/>
              <a:gdLst>
                <a:gd name="textAreaLeft" fmla="*/ 0 w 161280"/>
                <a:gd name="textAreaRight" fmla="*/ 162000 w 161280"/>
                <a:gd name="textAreaTop" fmla="*/ 0 h 146880"/>
                <a:gd name="textAreaBottom" fmla="*/ 147600 h 146880"/>
              </a:gdLst>
              <a:ahLst/>
              <a:rect l="textAreaLeft" t="textAreaTop" r="textAreaRight" b="textAreaBottom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87" name="Line 1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360" y="9360"/>
              <a:ext cx="360" cy="360"/>
            </a:xfrm>
            <a:prstGeom prst="line">
              <a:avLst/>
            </a:prstGeom>
            <a:ln w="15">
              <a:solidFill>
                <a:srgbClr val="ffffff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640" bIns="-44640" anchor="t">
              <a:noAutofit/>
            </a:bodyPr>
            <a:p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88" name="Freeform 1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60" y="1801800"/>
              <a:ext cx="123120" cy="126360"/>
            </a:xfrm>
            <a:custGeom>
              <a:avLst/>
              <a:gdLst>
                <a:gd name="textAreaLeft" fmla="*/ 0 w 123120"/>
                <a:gd name="textAreaRight" fmla="*/ 123840 w 123120"/>
                <a:gd name="textAreaTop" fmla="*/ 0 h 126360"/>
                <a:gd name="textAreaBottom" fmla="*/ 127080 h 126360"/>
              </a:gdLst>
              <a:ahLst/>
              <a:rect l="textAreaLeft" t="textAreaTop" r="textAreaRight" b="textAreaBottom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89" name="Freeform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680" y="3549600"/>
              <a:ext cx="146880" cy="480240"/>
            </a:xfrm>
            <a:custGeom>
              <a:avLst/>
              <a:gdLst>
                <a:gd name="textAreaLeft" fmla="*/ 0 w 146880"/>
                <a:gd name="textAreaRight" fmla="*/ 147600 w 146880"/>
                <a:gd name="textAreaTop" fmla="*/ 0 h 480240"/>
                <a:gd name="textAreaBottom" fmla="*/ 480960 h 480240"/>
              </a:gdLst>
              <a:ahLst/>
              <a:rect l="textAreaLeft" t="textAreaTop" r="textAreaRight" b="textAreaBottom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90" name="Freeform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2920" y="1382760"/>
              <a:ext cx="142200" cy="475560"/>
            </a:xfrm>
            <a:custGeom>
              <a:avLst/>
              <a:gdLst>
                <a:gd name="textAreaLeft" fmla="*/ 0 w 142200"/>
                <a:gd name="textAreaRight" fmla="*/ 142920 w 142200"/>
                <a:gd name="textAreaTop" fmla="*/ 0 h 475560"/>
                <a:gd name="textAreaBottom" fmla="*/ 476280 h 475560"/>
              </a:gdLst>
              <a:ahLst/>
              <a:rect l="textAreaLeft" t="textAreaTop" r="textAreaRight" b="textAreaBottom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91" name="Freeform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9240" y="1849320"/>
              <a:ext cx="113760" cy="107280"/>
            </a:xfrm>
            <a:custGeom>
              <a:avLst/>
              <a:gdLst>
                <a:gd name="textAreaLeft" fmla="*/ 0 w 113760"/>
                <a:gd name="textAreaRight" fmla="*/ 114480 w 113760"/>
                <a:gd name="textAreaTop" fmla="*/ 0 h 107280"/>
                <a:gd name="textAreaBottom" fmla="*/ 108000 h 107280"/>
              </a:gdLst>
              <a:ahLst/>
              <a:rect l="textAreaLeft" t="textAreaTop" r="textAreaRight" b="textAreaBottom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92" name="Rectangl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7600" y="4662360"/>
              <a:ext cx="23040" cy="218052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93" name="Freeform 2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960" y="5041800"/>
              <a:ext cx="369000" cy="180108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801080"/>
                <a:gd name="textAreaBottom" fmla="*/ 1801800 h 1801080"/>
              </a:gdLst>
              <a:ahLst/>
              <a:rect l="textAreaLeft" t="textAreaTop" r="textAreaRight" b="textAreaBottom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94" name="Freeform 2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6600" y="4481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95" name="Freeform 2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5627520"/>
              <a:ext cx="84960" cy="1215360"/>
            </a:xfrm>
            <a:custGeom>
              <a:avLst/>
              <a:gdLst>
                <a:gd name="textAreaLeft" fmla="*/ 0 w 84960"/>
                <a:gd name="textAreaRight" fmla="*/ 85680 w 84960"/>
                <a:gd name="textAreaTop" fmla="*/ 0 h 1215360"/>
                <a:gd name="textAreaBottom" fmla="*/ 1216080 h 1215360"/>
              </a:gdLst>
              <a:ahLst/>
              <a:rect l="textAreaLeft" t="textAreaTop" r="textAreaRight" b="textAreaBottom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96" name="Freeform 2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1440" y="4867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97" name="Freeform 2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4000" y="5423040"/>
              <a:ext cx="374040" cy="1424880"/>
            </a:xfrm>
            <a:custGeom>
              <a:avLst/>
              <a:gdLst>
                <a:gd name="textAreaLeft" fmla="*/ 0 w 374040"/>
                <a:gd name="textAreaRight" fmla="*/ 374760 w 374040"/>
                <a:gd name="textAreaTop" fmla="*/ 0 h 1424880"/>
                <a:gd name="textAreaBottom" fmla="*/ 1425600 h 1424880"/>
              </a:gdLst>
              <a:ahLst/>
              <a:rect l="textAreaLeft" t="textAreaTop" r="textAreaRight" b="textAreaBottom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98" name="Freeform 2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84280" y="594504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rect l="textAreaLeft" t="textAreaTop" r="textAreaRight" b="textAreaBottom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099" name="Freeform 2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7120" y="5246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00" name="Freeform 2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7120" y="57643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01" name="Freeform 3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84360" y="6330960"/>
              <a:ext cx="416880" cy="516960"/>
            </a:xfrm>
            <a:custGeom>
              <a:avLst/>
              <a:gdLst>
                <a:gd name="textAreaLeft" fmla="*/ 0 w 416880"/>
                <a:gd name="textAreaRight" fmla="*/ 417600 w 416880"/>
                <a:gd name="textAreaTop" fmla="*/ 0 h 516960"/>
                <a:gd name="textAreaBottom" fmla="*/ 517680 h 516960"/>
              </a:gdLst>
              <a:ahLst/>
              <a:rect l="textAreaLeft" t="textAreaTop" r="textAreaRight" b="textAreaBottom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02" name="Freeform 3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63800" y="6221520"/>
              <a:ext cx="156600" cy="14688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46880"/>
                <a:gd name="textAreaBottom" fmla="*/ 147600 h 146880"/>
              </a:gdLst>
              <a:ahLst/>
              <a:rect l="textAreaLeft" t="textAreaTop" r="textAreaRight" b="textAreaBottom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</p:grpSp>
      <p:grpSp>
        <p:nvGrpSpPr>
          <p:cNvPr id="1103" name="Group 4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1364840" y="0"/>
            <a:ext cx="673920" cy="6847920"/>
            <a:chOff x="11364840" y="0"/>
            <a:chExt cx="673920" cy="6847920"/>
          </a:xfrm>
        </p:grpSpPr>
        <p:sp>
          <p:nvSpPr>
            <p:cNvPr id="1104" name="Freeform 3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84000" y="0"/>
              <a:ext cx="416880" cy="511920"/>
            </a:xfrm>
            <a:custGeom>
              <a:avLst/>
              <a:gdLst>
                <a:gd name="textAreaLeft" fmla="*/ 0 w 416880"/>
                <a:gd name="textAreaRight" fmla="*/ 417600 w 416880"/>
                <a:gd name="textAreaTop" fmla="*/ 0 h 511920"/>
                <a:gd name="textAreaBottom" fmla="*/ 512640 h 511920"/>
              </a:gdLst>
              <a:ahLst/>
              <a:rect l="textAreaLeft" t="textAreaTop" r="textAreaRight" b="textAreaBottom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05" name="Freeform 3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364840" y="474840"/>
              <a:ext cx="156600" cy="15156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1560"/>
                <a:gd name="textAreaBottom" fmla="*/ 152280 h 151560"/>
              </a:gdLst>
              <a:ahLst/>
              <a:rect l="textAreaLeft" t="textAreaTop" r="textAreaRight" b="textAreaBottom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06" name="Freeform 3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31600" y="1539720"/>
              <a:ext cx="188280" cy="189720"/>
            </a:xfrm>
            <a:custGeom>
              <a:avLst/>
              <a:gdLst>
                <a:gd name="textAreaLeft" fmla="*/ 0 w 188280"/>
                <a:gd name="textAreaRight" fmla="*/ 189000 w 18828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07" name="Freeform 3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531520" y="5694480"/>
              <a:ext cx="297720" cy="1153440"/>
            </a:xfrm>
            <a:custGeom>
              <a:avLst/>
              <a:gdLst>
                <a:gd name="textAreaLeft" fmla="*/ 0 w 297720"/>
                <a:gd name="textAreaRight" fmla="*/ 298440 w 297720"/>
                <a:gd name="textAreaTop" fmla="*/ 0 h 1153440"/>
                <a:gd name="textAreaBottom" fmla="*/ 1154160 h 1153440"/>
              </a:gdLst>
              <a:ahLst/>
              <a:rect l="textAreaLeft" t="textAreaTop" r="textAreaRight" b="textAreaBottom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08" name="Freeform 3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73080" y="5551560"/>
              <a:ext cx="156600" cy="15480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4800"/>
                <a:gd name="textAreaBottom" fmla="*/ 155520 h 154800"/>
              </a:gdLst>
              <a:ahLst/>
              <a:rect l="textAreaLeft" t="textAreaTop" r="textAreaRight" b="textAreaBottom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09" name="Freeform 3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11160" y="4680"/>
              <a:ext cx="304200" cy="154404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44040"/>
                <a:gd name="textAreaBottom" fmla="*/ 1544760 h 1544040"/>
              </a:gdLst>
              <a:ahLst/>
              <a:rect l="textAreaLeft" t="textAreaTop" r="textAreaRight" b="textAreaBottom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10" name="Freeform 3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36280" y="4867200"/>
              <a:ext cx="188280" cy="188280"/>
            </a:xfrm>
            <a:custGeom>
              <a:avLst/>
              <a:gdLst>
                <a:gd name="textAreaLeft" fmla="*/ 0 w 188280"/>
                <a:gd name="textAreaRight" fmla="*/ 189000 w 18828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11" name="Freeform 3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41160" y="5046840"/>
              <a:ext cx="307080" cy="1801080"/>
            </a:xfrm>
            <a:custGeom>
              <a:avLst/>
              <a:gdLst>
                <a:gd name="textAreaLeft" fmla="*/ 0 w 307080"/>
                <a:gd name="textAreaRight" fmla="*/ 307800 w 307080"/>
                <a:gd name="textAreaTop" fmla="*/ 0 h 1801080"/>
                <a:gd name="textAreaBottom" fmla="*/ 1801800 h 1801080"/>
              </a:gdLst>
              <a:ahLst/>
              <a:rect l="textAreaLeft" t="textAreaTop" r="textAreaRight" b="textAreaBottom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12" name="Freeform 4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849040" y="641664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13" name="Rectangle 4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939760" y="6595920"/>
              <a:ext cx="23040" cy="25164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</p:grpSp>
      <p:sp>
        <p:nvSpPr>
          <p:cNvPr id="1114" name="TextBox 8"/>
          <p:cNvSpPr/>
          <p:nvPr/>
        </p:nvSpPr>
        <p:spPr>
          <a:xfrm>
            <a:off x="4210920" y="1371600"/>
            <a:ext cx="676152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400" spc="-1" strike="noStrike">
                <a:solidFill>
                  <a:schemeClr val="dk1"/>
                </a:solidFill>
                <a:latin typeface="Tw Cen MT"/>
              </a:rPr>
              <a:t>15,6 million images (839GB)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2400" spc="-1" strike="noStrike">
                <a:solidFill>
                  <a:schemeClr val="dk1"/>
                </a:solidFill>
                <a:latin typeface="Tw Cen MT"/>
              </a:rPr>
              <a:t>829 thousand listings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15" name="Picture 2" descr="MySQL - LiveAgent"/>
          <p:cNvPicPr/>
          <p:nvPr/>
        </p:nvPicPr>
        <p:blipFill>
          <a:blip r:embed="rId2"/>
          <a:stretch/>
        </p:blipFill>
        <p:spPr>
          <a:xfrm>
            <a:off x="8075880" y="2514600"/>
            <a:ext cx="3125160" cy="2082960"/>
          </a:xfrm>
          <a:prstGeom prst="rect">
            <a:avLst/>
          </a:prstGeom>
          <a:ln w="0">
            <a:noFill/>
          </a:ln>
        </p:spPr>
      </p:pic>
      <p:pic>
        <p:nvPicPr>
          <p:cNvPr id="1116" name="Picture 12" descr=""/>
          <p:cNvPicPr/>
          <p:nvPr/>
        </p:nvPicPr>
        <p:blipFill>
          <a:blip r:embed="rId3"/>
          <a:stretch/>
        </p:blipFill>
        <p:spPr>
          <a:xfrm>
            <a:off x="5537520" y="2337120"/>
            <a:ext cx="2463120" cy="2463120"/>
          </a:xfrm>
          <a:prstGeom prst="rect">
            <a:avLst/>
          </a:prstGeom>
          <a:ln w="0">
            <a:noFill/>
          </a:ln>
        </p:spPr>
      </p:pic>
      <p:graphicFrame>
        <p:nvGraphicFramePr>
          <p:cNvPr id="1117" name=""/>
          <p:cNvGraphicFramePr/>
          <p:nvPr/>
        </p:nvGraphicFramePr>
        <p:xfrm>
          <a:off x="505080" y="2301840"/>
          <a:ext cx="5075280" cy="2196720"/>
        </p:xfrm>
        <a:graphic>
          <a:graphicData uri="http://schemas.openxmlformats.org/drawingml/2006/table">
            <a:tbl>
              <a:tblPr/>
              <a:tblGrid>
                <a:gridCol w="2537640"/>
                <a:gridCol w="2538000"/>
              </a:tblGrid>
              <a:tr h="364680"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Table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50938a"/>
                    </a:solidFill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Records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50938a"/>
                    </a:solidFill>
                  </a:tcPr>
                </a:tc>
              </a:tr>
              <a:tr h="36468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angletag_predicts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b3cac7"/>
                    </a:solidFill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15.647.260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b3cac7"/>
                    </a:solidFill>
                  </a:tcPr>
                </a:tc>
              </a:tr>
              <a:tr h="36468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angletags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7e5"/>
                    </a:solidFill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20.000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7e5"/>
                    </a:solidFill>
                  </a:tcPr>
                </a:tc>
              </a:tr>
              <a:tr h="36468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bintag_predicts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b3cac7"/>
                    </a:solidFill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15.647.260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b3cac7"/>
                    </a:solidFill>
                  </a:tcPr>
                </a:tc>
              </a:tr>
              <a:tr h="36468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images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7e5"/>
                    </a:solidFill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15.647.260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7e5"/>
                    </a:solidFill>
                  </a:tcPr>
                </a:tc>
              </a:tr>
              <a:tr h="36468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listings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b3cac7"/>
                    </a:solidFill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829.374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b3cac7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ffffff"/>
            </a:gs>
            <a:gs pos="100000">
              <a:srgbClr val="a7a7a7"/>
            </a:gs>
          </a:gsLst>
          <a:lin ang="504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18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Tw Cen MT"/>
            </a:endParaRPr>
          </a:p>
        </p:txBody>
      </p:sp>
      <p:pic>
        <p:nvPicPr>
          <p:cNvPr id="1119" name="Picture 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1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ln w="0">
            <a:noFill/>
          </a:ln>
        </p:spPr>
      </p:pic>
      <p:grpSp>
        <p:nvGrpSpPr>
          <p:cNvPr id="1120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20400" cy="6857280"/>
            <a:chOff x="0" y="0"/>
            <a:chExt cx="1220400" cy="6857280"/>
          </a:xfrm>
        </p:grpSpPr>
        <p:sp>
          <p:nvSpPr>
            <p:cNvPr id="1121" name="Rectangle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28520" y="4680"/>
              <a:ext cx="23040" cy="218052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22" name="Freeform 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7520" y="217656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23" name="Freeform 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2840" y="4021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24" name="Freeform 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4200" y="4680"/>
              <a:ext cx="369000" cy="181044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810440"/>
                <a:gd name="textAreaBottom" fmla="*/ 1811160 h 1810440"/>
              </a:gdLst>
              <a:ahLst/>
              <a:rect l="textAreaLeft" t="textAreaTop" r="textAreaRight" b="textAreaBottom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25" name="Freeform 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17680" y="18018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26" name="Freeform 1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99880" y="4680"/>
              <a:ext cx="369000" cy="142956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429560"/>
                <a:gd name="textAreaBottom" fmla="*/ 1430280 h 1429560"/>
              </a:gdLst>
              <a:ahLst/>
              <a:rect l="textAreaLeft" t="textAreaTop" r="textAreaRight" b="textAreaBottom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27" name="Freeform 1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60520" y="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rect l="textAreaLeft" t="textAreaTop" r="textAreaRight" b="textAreaBottom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28" name="Freeform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3360" y="14209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29" name="Freeform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3360" y="9032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30" name="Freeform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55560" y="0"/>
              <a:ext cx="421560" cy="526320"/>
            </a:xfrm>
            <a:custGeom>
              <a:avLst/>
              <a:gdLst>
                <a:gd name="textAreaLeft" fmla="*/ 0 w 421560"/>
                <a:gd name="textAreaRight" fmla="*/ 422280 w 421560"/>
                <a:gd name="textAreaTop" fmla="*/ 0 h 526320"/>
                <a:gd name="textAreaBottom" fmla="*/ 527040 h 526320"/>
              </a:gdLst>
              <a:ahLst/>
              <a:rect l="textAreaLeft" t="textAreaTop" r="textAreaRight" b="textAreaBottom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31" name="Freeform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35000" y="488880"/>
              <a:ext cx="161280" cy="146880"/>
            </a:xfrm>
            <a:custGeom>
              <a:avLst/>
              <a:gdLst>
                <a:gd name="textAreaLeft" fmla="*/ 0 w 161280"/>
                <a:gd name="textAreaRight" fmla="*/ 162000 w 161280"/>
                <a:gd name="textAreaTop" fmla="*/ 0 h 146880"/>
                <a:gd name="textAreaBottom" fmla="*/ 147600 h 146880"/>
              </a:gdLst>
              <a:ahLst/>
              <a:rect l="textAreaLeft" t="textAreaTop" r="textAreaRight" b="textAreaBottom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32" name="Line 1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360" y="9360"/>
              <a:ext cx="360" cy="360"/>
            </a:xfrm>
            <a:prstGeom prst="line">
              <a:avLst/>
            </a:prstGeom>
            <a:ln w="15">
              <a:solidFill>
                <a:srgbClr val="ffffff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640" bIns="-44640" anchor="t">
              <a:noAutofit/>
            </a:bodyPr>
            <a:p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33" name="Freeform 1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60" y="1801800"/>
              <a:ext cx="123120" cy="126360"/>
            </a:xfrm>
            <a:custGeom>
              <a:avLst/>
              <a:gdLst>
                <a:gd name="textAreaLeft" fmla="*/ 0 w 123120"/>
                <a:gd name="textAreaRight" fmla="*/ 123840 w 123120"/>
                <a:gd name="textAreaTop" fmla="*/ 0 h 126360"/>
                <a:gd name="textAreaBottom" fmla="*/ 127080 h 126360"/>
              </a:gdLst>
              <a:ahLst/>
              <a:rect l="textAreaLeft" t="textAreaTop" r="textAreaRight" b="textAreaBottom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34" name="Freeform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680" y="3549600"/>
              <a:ext cx="146880" cy="480240"/>
            </a:xfrm>
            <a:custGeom>
              <a:avLst/>
              <a:gdLst>
                <a:gd name="textAreaLeft" fmla="*/ 0 w 146880"/>
                <a:gd name="textAreaRight" fmla="*/ 147600 w 146880"/>
                <a:gd name="textAreaTop" fmla="*/ 0 h 480240"/>
                <a:gd name="textAreaBottom" fmla="*/ 480960 h 480240"/>
              </a:gdLst>
              <a:ahLst/>
              <a:rect l="textAreaLeft" t="textAreaTop" r="textAreaRight" b="textAreaBottom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35" name="Freeform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2920" y="1382760"/>
              <a:ext cx="142200" cy="475560"/>
            </a:xfrm>
            <a:custGeom>
              <a:avLst/>
              <a:gdLst>
                <a:gd name="textAreaLeft" fmla="*/ 0 w 142200"/>
                <a:gd name="textAreaRight" fmla="*/ 142920 w 142200"/>
                <a:gd name="textAreaTop" fmla="*/ 0 h 475560"/>
                <a:gd name="textAreaBottom" fmla="*/ 476280 h 475560"/>
              </a:gdLst>
              <a:ahLst/>
              <a:rect l="textAreaLeft" t="textAreaTop" r="textAreaRight" b="textAreaBottom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36" name="Freeform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9240" y="1849320"/>
              <a:ext cx="113760" cy="107280"/>
            </a:xfrm>
            <a:custGeom>
              <a:avLst/>
              <a:gdLst>
                <a:gd name="textAreaLeft" fmla="*/ 0 w 113760"/>
                <a:gd name="textAreaRight" fmla="*/ 114480 w 113760"/>
                <a:gd name="textAreaTop" fmla="*/ 0 h 107280"/>
                <a:gd name="textAreaBottom" fmla="*/ 108000 h 107280"/>
              </a:gdLst>
              <a:ahLst/>
              <a:rect l="textAreaLeft" t="textAreaTop" r="textAreaRight" b="textAreaBottom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37" name="Rectangl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7600" y="4662360"/>
              <a:ext cx="23040" cy="218052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38" name="Freeform 2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960" y="5041800"/>
              <a:ext cx="369000" cy="180108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801080"/>
                <a:gd name="textAreaBottom" fmla="*/ 1801800 h 1801080"/>
              </a:gdLst>
              <a:ahLst/>
              <a:rect l="textAreaLeft" t="textAreaTop" r="textAreaRight" b="textAreaBottom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39" name="Freeform 2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6600" y="4481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40" name="Freeform 2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5627520"/>
              <a:ext cx="84960" cy="1215360"/>
            </a:xfrm>
            <a:custGeom>
              <a:avLst/>
              <a:gdLst>
                <a:gd name="textAreaLeft" fmla="*/ 0 w 84960"/>
                <a:gd name="textAreaRight" fmla="*/ 85680 w 84960"/>
                <a:gd name="textAreaTop" fmla="*/ 0 h 1215360"/>
                <a:gd name="textAreaBottom" fmla="*/ 1216080 h 1215360"/>
              </a:gdLst>
              <a:ahLst/>
              <a:rect l="textAreaLeft" t="textAreaTop" r="textAreaRight" b="textAreaBottom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41" name="Freeform 2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1440" y="4867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42" name="Freeform 2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4000" y="5423040"/>
              <a:ext cx="374040" cy="1424880"/>
            </a:xfrm>
            <a:custGeom>
              <a:avLst/>
              <a:gdLst>
                <a:gd name="textAreaLeft" fmla="*/ 0 w 374040"/>
                <a:gd name="textAreaRight" fmla="*/ 374760 w 374040"/>
                <a:gd name="textAreaTop" fmla="*/ 0 h 1424880"/>
                <a:gd name="textAreaBottom" fmla="*/ 1425600 h 1424880"/>
              </a:gdLst>
              <a:ahLst/>
              <a:rect l="textAreaLeft" t="textAreaTop" r="textAreaRight" b="textAreaBottom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43" name="Freeform 2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84280" y="594504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rect l="textAreaLeft" t="textAreaTop" r="textAreaRight" b="textAreaBottom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44" name="Freeform 2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7120" y="5246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45" name="Freeform 2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7120" y="57643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46" name="Freeform 3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84360" y="6330960"/>
              <a:ext cx="416880" cy="516960"/>
            </a:xfrm>
            <a:custGeom>
              <a:avLst/>
              <a:gdLst>
                <a:gd name="textAreaLeft" fmla="*/ 0 w 416880"/>
                <a:gd name="textAreaRight" fmla="*/ 417600 w 416880"/>
                <a:gd name="textAreaTop" fmla="*/ 0 h 516960"/>
                <a:gd name="textAreaBottom" fmla="*/ 517680 h 516960"/>
              </a:gdLst>
              <a:ahLst/>
              <a:rect l="textAreaLeft" t="textAreaTop" r="textAreaRight" b="textAreaBottom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47" name="Freeform 3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63800" y="6221520"/>
              <a:ext cx="156600" cy="14688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46880"/>
                <a:gd name="textAreaBottom" fmla="*/ 147600 h 146880"/>
              </a:gdLst>
              <a:ahLst/>
              <a:rect l="textAreaLeft" t="textAreaTop" r="textAreaRight" b="textAreaBottom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</p:grpSp>
      <p:grpSp>
        <p:nvGrpSpPr>
          <p:cNvPr id="1148" name="Group 4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1364840" y="0"/>
            <a:ext cx="673920" cy="6847920"/>
            <a:chOff x="11364840" y="0"/>
            <a:chExt cx="673920" cy="6847920"/>
          </a:xfrm>
        </p:grpSpPr>
        <p:sp>
          <p:nvSpPr>
            <p:cNvPr id="1149" name="Freeform 3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84000" y="0"/>
              <a:ext cx="416880" cy="511920"/>
            </a:xfrm>
            <a:custGeom>
              <a:avLst/>
              <a:gdLst>
                <a:gd name="textAreaLeft" fmla="*/ 0 w 416880"/>
                <a:gd name="textAreaRight" fmla="*/ 417600 w 416880"/>
                <a:gd name="textAreaTop" fmla="*/ 0 h 511920"/>
                <a:gd name="textAreaBottom" fmla="*/ 512640 h 511920"/>
              </a:gdLst>
              <a:ahLst/>
              <a:rect l="textAreaLeft" t="textAreaTop" r="textAreaRight" b="textAreaBottom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50" name="Freeform 3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364840" y="474840"/>
              <a:ext cx="156600" cy="15156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1560"/>
                <a:gd name="textAreaBottom" fmla="*/ 152280 h 151560"/>
              </a:gdLst>
              <a:ahLst/>
              <a:rect l="textAreaLeft" t="textAreaTop" r="textAreaRight" b="textAreaBottom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51" name="Freeform 3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31600" y="1539720"/>
              <a:ext cx="188280" cy="189720"/>
            </a:xfrm>
            <a:custGeom>
              <a:avLst/>
              <a:gdLst>
                <a:gd name="textAreaLeft" fmla="*/ 0 w 188280"/>
                <a:gd name="textAreaRight" fmla="*/ 189000 w 18828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52" name="Freeform 3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531520" y="5694480"/>
              <a:ext cx="297720" cy="1153440"/>
            </a:xfrm>
            <a:custGeom>
              <a:avLst/>
              <a:gdLst>
                <a:gd name="textAreaLeft" fmla="*/ 0 w 297720"/>
                <a:gd name="textAreaRight" fmla="*/ 298440 w 297720"/>
                <a:gd name="textAreaTop" fmla="*/ 0 h 1153440"/>
                <a:gd name="textAreaBottom" fmla="*/ 1154160 h 1153440"/>
              </a:gdLst>
              <a:ahLst/>
              <a:rect l="textAreaLeft" t="textAreaTop" r="textAreaRight" b="textAreaBottom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53" name="Freeform 3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73080" y="5551560"/>
              <a:ext cx="156600" cy="15480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4800"/>
                <a:gd name="textAreaBottom" fmla="*/ 155520 h 154800"/>
              </a:gdLst>
              <a:ahLst/>
              <a:rect l="textAreaLeft" t="textAreaTop" r="textAreaRight" b="textAreaBottom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54" name="Freeform 3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11160" y="4680"/>
              <a:ext cx="304200" cy="154404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44040"/>
                <a:gd name="textAreaBottom" fmla="*/ 1544760 h 1544040"/>
              </a:gdLst>
              <a:ahLst/>
              <a:rect l="textAreaLeft" t="textAreaTop" r="textAreaRight" b="textAreaBottom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55" name="Freeform 3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36280" y="4867200"/>
              <a:ext cx="188280" cy="188280"/>
            </a:xfrm>
            <a:custGeom>
              <a:avLst/>
              <a:gdLst>
                <a:gd name="textAreaLeft" fmla="*/ 0 w 188280"/>
                <a:gd name="textAreaRight" fmla="*/ 189000 w 18828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56" name="Freeform 3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41160" y="5046840"/>
              <a:ext cx="307080" cy="1801080"/>
            </a:xfrm>
            <a:custGeom>
              <a:avLst/>
              <a:gdLst>
                <a:gd name="textAreaLeft" fmla="*/ 0 w 307080"/>
                <a:gd name="textAreaRight" fmla="*/ 307800 w 307080"/>
                <a:gd name="textAreaTop" fmla="*/ 0 h 1801080"/>
                <a:gd name="textAreaBottom" fmla="*/ 1801800 h 1801080"/>
              </a:gdLst>
              <a:ahLst/>
              <a:rect l="textAreaLeft" t="textAreaTop" r="textAreaRight" b="textAreaBottom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57" name="Freeform 4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849040" y="641664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58" name="Rectangle 4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939760" y="6595920"/>
              <a:ext cx="23040" cy="25164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</p:grpSp>
      <p:pic>
        <p:nvPicPr>
          <p:cNvPr id="1159" name="" descr=""/>
          <p:cNvPicPr/>
          <p:nvPr/>
        </p:nvPicPr>
        <p:blipFill>
          <a:blip r:embed="rId2"/>
          <a:stretch/>
        </p:blipFill>
        <p:spPr>
          <a:xfrm>
            <a:off x="12600" y="360"/>
            <a:ext cx="12190680" cy="6857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ffffff"/>
            </a:gs>
            <a:gs pos="100000">
              <a:srgbClr val="a7a7a7"/>
            </a:gs>
          </a:gsLst>
          <a:lin ang="504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60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Tw Cen MT"/>
            </a:endParaRPr>
          </a:p>
        </p:txBody>
      </p:sp>
      <p:pic>
        <p:nvPicPr>
          <p:cNvPr id="1161" name="Picture 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1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ln w="0">
            <a:noFill/>
          </a:ln>
        </p:spPr>
      </p:pic>
      <p:grpSp>
        <p:nvGrpSpPr>
          <p:cNvPr id="1162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20400" cy="6857280"/>
            <a:chOff x="0" y="0"/>
            <a:chExt cx="1220400" cy="6857280"/>
          </a:xfrm>
        </p:grpSpPr>
        <p:sp>
          <p:nvSpPr>
            <p:cNvPr id="1163" name="Rectangle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28520" y="4680"/>
              <a:ext cx="23040" cy="218052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64" name="Freeform 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7520" y="217656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65" name="Freeform 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2840" y="4021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66" name="Freeform 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4200" y="4680"/>
              <a:ext cx="369000" cy="181044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810440"/>
                <a:gd name="textAreaBottom" fmla="*/ 1811160 h 1810440"/>
              </a:gdLst>
              <a:ahLst/>
              <a:rect l="textAreaLeft" t="textAreaTop" r="textAreaRight" b="textAreaBottom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67" name="Freeform 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17680" y="18018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68" name="Freeform 1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99880" y="4680"/>
              <a:ext cx="369000" cy="142956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429560"/>
                <a:gd name="textAreaBottom" fmla="*/ 1430280 h 1429560"/>
              </a:gdLst>
              <a:ahLst/>
              <a:rect l="textAreaLeft" t="textAreaTop" r="textAreaRight" b="textAreaBottom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69" name="Freeform 1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60520" y="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rect l="textAreaLeft" t="textAreaTop" r="textAreaRight" b="textAreaBottom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70" name="Freeform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3360" y="14209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71" name="Freeform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3360" y="9032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72" name="Freeform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55560" y="0"/>
              <a:ext cx="421560" cy="526320"/>
            </a:xfrm>
            <a:custGeom>
              <a:avLst/>
              <a:gdLst>
                <a:gd name="textAreaLeft" fmla="*/ 0 w 421560"/>
                <a:gd name="textAreaRight" fmla="*/ 422280 w 421560"/>
                <a:gd name="textAreaTop" fmla="*/ 0 h 526320"/>
                <a:gd name="textAreaBottom" fmla="*/ 527040 h 526320"/>
              </a:gdLst>
              <a:ahLst/>
              <a:rect l="textAreaLeft" t="textAreaTop" r="textAreaRight" b="textAreaBottom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73" name="Freeform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35000" y="488880"/>
              <a:ext cx="161280" cy="146880"/>
            </a:xfrm>
            <a:custGeom>
              <a:avLst/>
              <a:gdLst>
                <a:gd name="textAreaLeft" fmla="*/ 0 w 161280"/>
                <a:gd name="textAreaRight" fmla="*/ 162000 w 161280"/>
                <a:gd name="textAreaTop" fmla="*/ 0 h 146880"/>
                <a:gd name="textAreaBottom" fmla="*/ 147600 h 146880"/>
              </a:gdLst>
              <a:ahLst/>
              <a:rect l="textAreaLeft" t="textAreaTop" r="textAreaRight" b="textAreaBottom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74" name="Line 1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360" y="9360"/>
              <a:ext cx="360" cy="360"/>
            </a:xfrm>
            <a:prstGeom prst="line">
              <a:avLst/>
            </a:prstGeom>
            <a:ln w="15">
              <a:solidFill>
                <a:srgbClr val="ffffff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640" bIns="-44640" anchor="t">
              <a:noAutofit/>
            </a:bodyPr>
            <a:p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75" name="Freeform 1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60" y="1801800"/>
              <a:ext cx="123120" cy="126360"/>
            </a:xfrm>
            <a:custGeom>
              <a:avLst/>
              <a:gdLst>
                <a:gd name="textAreaLeft" fmla="*/ 0 w 123120"/>
                <a:gd name="textAreaRight" fmla="*/ 123840 w 123120"/>
                <a:gd name="textAreaTop" fmla="*/ 0 h 126360"/>
                <a:gd name="textAreaBottom" fmla="*/ 127080 h 126360"/>
              </a:gdLst>
              <a:ahLst/>
              <a:rect l="textAreaLeft" t="textAreaTop" r="textAreaRight" b="textAreaBottom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76" name="Freeform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680" y="3549600"/>
              <a:ext cx="146880" cy="480240"/>
            </a:xfrm>
            <a:custGeom>
              <a:avLst/>
              <a:gdLst>
                <a:gd name="textAreaLeft" fmla="*/ 0 w 146880"/>
                <a:gd name="textAreaRight" fmla="*/ 147600 w 146880"/>
                <a:gd name="textAreaTop" fmla="*/ 0 h 480240"/>
                <a:gd name="textAreaBottom" fmla="*/ 480960 h 480240"/>
              </a:gdLst>
              <a:ahLst/>
              <a:rect l="textAreaLeft" t="textAreaTop" r="textAreaRight" b="textAreaBottom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77" name="Freeform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2920" y="1382760"/>
              <a:ext cx="142200" cy="475560"/>
            </a:xfrm>
            <a:custGeom>
              <a:avLst/>
              <a:gdLst>
                <a:gd name="textAreaLeft" fmla="*/ 0 w 142200"/>
                <a:gd name="textAreaRight" fmla="*/ 142920 w 142200"/>
                <a:gd name="textAreaTop" fmla="*/ 0 h 475560"/>
                <a:gd name="textAreaBottom" fmla="*/ 476280 h 475560"/>
              </a:gdLst>
              <a:ahLst/>
              <a:rect l="textAreaLeft" t="textAreaTop" r="textAreaRight" b="textAreaBottom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78" name="Freeform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9240" y="1849320"/>
              <a:ext cx="113760" cy="107280"/>
            </a:xfrm>
            <a:custGeom>
              <a:avLst/>
              <a:gdLst>
                <a:gd name="textAreaLeft" fmla="*/ 0 w 113760"/>
                <a:gd name="textAreaRight" fmla="*/ 114480 w 113760"/>
                <a:gd name="textAreaTop" fmla="*/ 0 h 107280"/>
                <a:gd name="textAreaBottom" fmla="*/ 108000 h 107280"/>
              </a:gdLst>
              <a:ahLst/>
              <a:rect l="textAreaLeft" t="textAreaTop" r="textAreaRight" b="textAreaBottom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79" name="Rectangl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7600" y="4662360"/>
              <a:ext cx="23040" cy="218052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80" name="Freeform 2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960" y="5041800"/>
              <a:ext cx="369000" cy="180108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801080"/>
                <a:gd name="textAreaBottom" fmla="*/ 1801800 h 1801080"/>
              </a:gdLst>
              <a:ahLst/>
              <a:rect l="textAreaLeft" t="textAreaTop" r="textAreaRight" b="textAreaBottom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81" name="Freeform 2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6600" y="4481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82" name="Freeform 2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5627520"/>
              <a:ext cx="84960" cy="1215360"/>
            </a:xfrm>
            <a:custGeom>
              <a:avLst/>
              <a:gdLst>
                <a:gd name="textAreaLeft" fmla="*/ 0 w 84960"/>
                <a:gd name="textAreaRight" fmla="*/ 85680 w 84960"/>
                <a:gd name="textAreaTop" fmla="*/ 0 h 1215360"/>
                <a:gd name="textAreaBottom" fmla="*/ 1216080 h 1215360"/>
              </a:gdLst>
              <a:ahLst/>
              <a:rect l="textAreaLeft" t="textAreaTop" r="textAreaRight" b="textAreaBottom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83" name="Freeform 2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1440" y="4867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84" name="Freeform 2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4000" y="5423040"/>
              <a:ext cx="374040" cy="1424880"/>
            </a:xfrm>
            <a:custGeom>
              <a:avLst/>
              <a:gdLst>
                <a:gd name="textAreaLeft" fmla="*/ 0 w 374040"/>
                <a:gd name="textAreaRight" fmla="*/ 374760 w 374040"/>
                <a:gd name="textAreaTop" fmla="*/ 0 h 1424880"/>
                <a:gd name="textAreaBottom" fmla="*/ 1425600 h 1424880"/>
              </a:gdLst>
              <a:ahLst/>
              <a:rect l="textAreaLeft" t="textAreaTop" r="textAreaRight" b="textAreaBottom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85" name="Freeform 2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84280" y="594504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rect l="textAreaLeft" t="textAreaTop" r="textAreaRight" b="textAreaBottom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86" name="Freeform 2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7120" y="5246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87" name="Freeform 2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7120" y="57643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88" name="Freeform 3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84360" y="6330960"/>
              <a:ext cx="416880" cy="516960"/>
            </a:xfrm>
            <a:custGeom>
              <a:avLst/>
              <a:gdLst>
                <a:gd name="textAreaLeft" fmla="*/ 0 w 416880"/>
                <a:gd name="textAreaRight" fmla="*/ 417600 w 416880"/>
                <a:gd name="textAreaTop" fmla="*/ 0 h 516960"/>
                <a:gd name="textAreaBottom" fmla="*/ 517680 h 516960"/>
              </a:gdLst>
              <a:ahLst/>
              <a:rect l="textAreaLeft" t="textAreaTop" r="textAreaRight" b="textAreaBottom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89" name="Freeform 3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63800" y="6221520"/>
              <a:ext cx="156600" cy="14688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46880"/>
                <a:gd name="textAreaBottom" fmla="*/ 147600 h 146880"/>
              </a:gdLst>
              <a:ahLst/>
              <a:rect l="textAreaLeft" t="textAreaTop" r="textAreaRight" b="textAreaBottom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</p:grpSp>
      <p:grpSp>
        <p:nvGrpSpPr>
          <p:cNvPr id="1190" name="Group 4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1364840" y="0"/>
            <a:ext cx="673920" cy="6847920"/>
            <a:chOff x="11364840" y="0"/>
            <a:chExt cx="673920" cy="6847920"/>
          </a:xfrm>
        </p:grpSpPr>
        <p:sp>
          <p:nvSpPr>
            <p:cNvPr id="1191" name="Freeform 3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84000" y="0"/>
              <a:ext cx="416880" cy="511920"/>
            </a:xfrm>
            <a:custGeom>
              <a:avLst/>
              <a:gdLst>
                <a:gd name="textAreaLeft" fmla="*/ 0 w 416880"/>
                <a:gd name="textAreaRight" fmla="*/ 417600 w 416880"/>
                <a:gd name="textAreaTop" fmla="*/ 0 h 511920"/>
                <a:gd name="textAreaBottom" fmla="*/ 512640 h 511920"/>
              </a:gdLst>
              <a:ahLst/>
              <a:rect l="textAreaLeft" t="textAreaTop" r="textAreaRight" b="textAreaBottom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92" name="Freeform 3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364840" y="474840"/>
              <a:ext cx="156600" cy="15156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1560"/>
                <a:gd name="textAreaBottom" fmla="*/ 152280 h 151560"/>
              </a:gdLst>
              <a:ahLst/>
              <a:rect l="textAreaLeft" t="textAreaTop" r="textAreaRight" b="textAreaBottom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93" name="Freeform 3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31600" y="1539720"/>
              <a:ext cx="188280" cy="189720"/>
            </a:xfrm>
            <a:custGeom>
              <a:avLst/>
              <a:gdLst>
                <a:gd name="textAreaLeft" fmla="*/ 0 w 188280"/>
                <a:gd name="textAreaRight" fmla="*/ 189000 w 18828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94" name="Freeform 3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531520" y="5694480"/>
              <a:ext cx="297720" cy="1153440"/>
            </a:xfrm>
            <a:custGeom>
              <a:avLst/>
              <a:gdLst>
                <a:gd name="textAreaLeft" fmla="*/ 0 w 297720"/>
                <a:gd name="textAreaRight" fmla="*/ 298440 w 297720"/>
                <a:gd name="textAreaTop" fmla="*/ 0 h 1153440"/>
                <a:gd name="textAreaBottom" fmla="*/ 1154160 h 1153440"/>
              </a:gdLst>
              <a:ahLst/>
              <a:rect l="textAreaLeft" t="textAreaTop" r="textAreaRight" b="textAreaBottom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95" name="Freeform 3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73080" y="5551560"/>
              <a:ext cx="156600" cy="15480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4800"/>
                <a:gd name="textAreaBottom" fmla="*/ 155520 h 154800"/>
              </a:gdLst>
              <a:ahLst/>
              <a:rect l="textAreaLeft" t="textAreaTop" r="textAreaRight" b="textAreaBottom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96" name="Freeform 3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11160" y="4680"/>
              <a:ext cx="304200" cy="154404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44040"/>
                <a:gd name="textAreaBottom" fmla="*/ 1544760 h 1544040"/>
              </a:gdLst>
              <a:ahLst/>
              <a:rect l="textAreaLeft" t="textAreaTop" r="textAreaRight" b="textAreaBottom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97" name="Freeform 3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36280" y="4867200"/>
              <a:ext cx="188280" cy="188280"/>
            </a:xfrm>
            <a:custGeom>
              <a:avLst/>
              <a:gdLst>
                <a:gd name="textAreaLeft" fmla="*/ 0 w 188280"/>
                <a:gd name="textAreaRight" fmla="*/ 189000 w 18828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98" name="Freeform 3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41160" y="5046840"/>
              <a:ext cx="307080" cy="1801080"/>
            </a:xfrm>
            <a:custGeom>
              <a:avLst/>
              <a:gdLst>
                <a:gd name="textAreaLeft" fmla="*/ 0 w 307080"/>
                <a:gd name="textAreaRight" fmla="*/ 307800 w 307080"/>
                <a:gd name="textAreaTop" fmla="*/ 0 h 1801080"/>
                <a:gd name="textAreaBottom" fmla="*/ 1801800 h 1801080"/>
              </a:gdLst>
              <a:ahLst/>
              <a:rect l="textAreaLeft" t="textAreaTop" r="textAreaRight" b="textAreaBottom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199" name="Freeform 4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849040" y="641664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00" name="Rectangle 4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939760" y="6595920"/>
              <a:ext cx="23040" cy="25164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</p:grpSp>
      <p:pic>
        <p:nvPicPr>
          <p:cNvPr id="1201" name="" descr=""/>
          <p:cNvPicPr/>
          <p:nvPr/>
        </p:nvPicPr>
        <p:blipFill>
          <a:blip r:embed="rId2"/>
          <a:stretch/>
        </p:blipFill>
        <p:spPr>
          <a:xfrm>
            <a:off x="-5040" y="16560"/>
            <a:ext cx="12191040" cy="6857280"/>
          </a:xfrm>
          <a:prstGeom prst="rect">
            <a:avLst/>
          </a:prstGeom>
          <a:ln w="0">
            <a:noFill/>
          </a:ln>
        </p:spPr>
      </p:pic>
      <p:pic>
        <p:nvPicPr>
          <p:cNvPr id="1202" name="" descr=""/>
          <p:cNvPicPr/>
          <p:nvPr/>
        </p:nvPicPr>
        <p:blipFill>
          <a:blip r:embed="rId3"/>
          <a:stretch/>
        </p:blipFill>
        <p:spPr>
          <a:xfrm>
            <a:off x="7050600" y="2057400"/>
            <a:ext cx="5135400" cy="2888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ffffff"/>
            </a:gs>
            <a:gs pos="100000">
              <a:srgbClr val="a7a7a7"/>
            </a:gs>
          </a:gsLst>
          <a:lin ang="504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03" name="Rectang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Tw Cen MT"/>
            </a:endParaRPr>
          </a:p>
        </p:txBody>
      </p:sp>
      <p:pic>
        <p:nvPicPr>
          <p:cNvPr id="1204" name="Picture 9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1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ln w="0">
            <a:noFill/>
          </a:ln>
        </p:spPr>
      </p:pic>
      <p:grpSp>
        <p:nvGrpSpPr>
          <p:cNvPr id="1205" name="Group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20400" cy="6857280"/>
            <a:chOff x="0" y="0"/>
            <a:chExt cx="1220400" cy="6857280"/>
          </a:xfrm>
        </p:grpSpPr>
        <p:sp>
          <p:nvSpPr>
            <p:cNvPr id="1206" name="Rectangle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28520" y="4680"/>
              <a:ext cx="23040" cy="218052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07" name="Freeform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7520" y="217656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08" name="Freeform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2840" y="4021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09" name="Freeform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4200" y="4680"/>
              <a:ext cx="369000" cy="181044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810440"/>
                <a:gd name="textAreaBottom" fmla="*/ 1811160 h 1810440"/>
              </a:gdLst>
              <a:ahLst/>
              <a:rect l="textAreaLeft" t="textAreaTop" r="textAreaRight" b="textAreaBottom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10" name="Freeform 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17680" y="18018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11" name="Freeform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99880" y="4680"/>
              <a:ext cx="369000" cy="142956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429560"/>
                <a:gd name="textAreaBottom" fmla="*/ 1430280 h 1429560"/>
              </a:gdLst>
              <a:ahLst/>
              <a:rect l="textAreaLeft" t="textAreaTop" r="textAreaRight" b="textAreaBottom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12" name="Freeform 4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60520" y="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rect l="textAreaLeft" t="textAreaTop" r="textAreaRight" b="textAreaBottom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13" name="Freeform 5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3360" y="14209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14" name="Freeform 6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3360" y="9032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15" name="Freeform 6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55560" y="0"/>
              <a:ext cx="421560" cy="526320"/>
            </a:xfrm>
            <a:custGeom>
              <a:avLst/>
              <a:gdLst>
                <a:gd name="textAreaLeft" fmla="*/ 0 w 421560"/>
                <a:gd name="textAreaRight" fmla="*/ 422280 w 421560"/>
                <a:gd name="textAreaTop" fmla="*/ 0 h 526320"/>
                <a:gd name="textAreaBottom" fmla="*/ 527040 h 526320"/>
              </a:gdLst>
              <a:ahLst/>
              <a:rect l="textAreaLeft" t="textAreaTop" r="textAreaRight" b="textAreaBottom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16" name="Freeform 6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35000" y="488880"/>
              <a:ext cx="161280" cy="146880"/>
            </a:xfrm>
            <a:custGeom>
              <a:avLst/>
              <a:gdLst>
                <a:gd name="textAreaLeft" fmla="*/ 0 w 161280"/>
                <a:gd name="textAreaRight" fmla="*/ 162000 w 161280"/>
                <a:gd name="textAreaTop" fmla="*/ 0 h 146880"/>
                <a:gd name="textAreaBottom" fmla="*/ 147600 h 146880"/>
              </a:gdLst>
              <a:ahLst/>
              <a:rect l="textAreaLeft" t="textAreaTop" r="textAreaRight" b="textAreaBottom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17" name="Line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360" y="9360"/>
              <a:ext cx="360" cy="360"/>
            </a:xfrm>
            <a:prstGeom prst="line">
              <a:avLst/>
            </a:prstGeom>
            <a:ln w="15">
              <a:solidFill>
                <a:srgbClr val="ffffff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640" bIns="-44640" anchor="t">
              <a:noAutofit/>
            </a:bodyPr>
            <a:p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18" name="Freeform 6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60" y="1801800"/>
              <a:ext cx="123120" cy="126360"/>
            </a:xfrm>
            <a:custGeom>
              <a:avLst/>
              <a:gdLst>
                <a:gd name="textAreaLeft" fmla="*/ 0 w 123120"/>
                <a:gd name="textAreaRight" fmla="*/ 123840 w 123120"/>
                <a:gd name="textAreaTop" fmla="*/ 0 h 126360"/>
                <a:gd name="textAreaBottom" fmla="*/ 127080 h 126360"/>
              </a:gdLst>
              <a:ahLst/>
              <a:rect l="textAreaLeft" t="textAreaTop" r="textAreaRight" b="textAreaBottom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19" name="Freeform 6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680" y="3549600"/>
              <a:ext cx="146880" cy="480240"/>
            </a:xfrm>
            <a:custGeom>
              <a:avLst/>
              <a:gdLst>
                <a:gd name="textAreaLeft" fmla="*/ 0 w 146880"/>
                <a:gd name="textAreaRight" fmla="*/ 147600 w 146880"/>
                <a:gd name="textAreaTop" fmla="*/ 0 h 480240"/>
                <a:gd name="textAreaBottom" fmla="*/ 480960 h 480240"/>
              </a:gdLst>
              <a:ahLst/>
              <a:rect l="textAreaLeft" t="textAreaTop" r="textAreaRight" b="textAreaBottom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20" name="Freeform 6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2920" y="1382760"/>
              <a:ext cx="142200" cy="475560"/>
            </a:xfrm>
            <a:custGeom>
              <a:avLst/>
              <a:gdLst>
                <a:gd name="textAreaLeft" fmla="*/ 0 w 142200"/>
                <a:gd name="textAreaRight" fmla="*/ 142920 w 142200"/>
                <a:gd name="textAreaTop" fmla="*/ 0 h 475560"/>
                <a:gd name="textAreaBottom" fmla="*/ 476280 h 475560"/>
              </a:gdLst>
              <a:ahLst/>
              <a:rect l="textAreaLeft" t="textAreaTop" r="textAreaRight" b="textAreaBottom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21" name="Freeform 6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9240" y="1849320"/>
              <a:ext cx="113760" cy="107280"/>
            </a:xfrm>
            <a:custGeom>
              <a:avLst/>
              <a:gdLst>
                <a:gd name="textAreaLeft" fmla="*/ 0 w 113760"/>
                <a:gd name="textAreaRight" fmla="*/ 114480 w 113760"/>
                <a:gd name="textAreaTop" fmla="*/ 0 h 107280"/>
                <a:gd name="textAreaBottom" fmla="*/ 108000 h 107280"/>
              </a:gdLst>
              <a:ahLst/>
              <a:rect l="textAreaLeft" t="textAreaTop" r="textAreaRight" b="textAreaBottom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22" name="Rectangle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7600" y="4662360"/>
              <a:ext cx="23040" cy="218052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23" name="Freeform 6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960" y="5041800"/>
              <a:ext cx="369000" cy="180108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801080"/>
                <a:gd name="textAreaBottom" fmla="*/ 1801800 h 1801080"/>
              </a:gdLst>
              <a:ahLst/>
              <a:rect l="textAreaLeft" t="textAreaTop" r="textAreaRight" b="textAreaBottom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24" name="Freeform 6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6600" y="4481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25" name="Freeform 6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5627520"/>
              <a:ext cx="84960" cy="1215360"/>
            </a:xfrm>
            <a:custGeom>
              <a:avLst/>
              <a:gdLst>
                <a:gd name="textAreaLeft" fmla="*/ 0 w 84960"/>
                <a:gd name="textAreaRight" fmla="*/ 85680 w 84960"/>
                <a:gd name="textAreaTop" fmla="*/ 0 h 1215360"/>
                <a:gd name="textAreaBottom" fmla="*/ 1216080 h 1215360"/>
              </a:gdLst>
              <a:ahLst/>
              <a:rect l="textAreaLeft" t="textAreaTop" r="textAreaRight" b="textAreaBottom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26" name="Freeform 7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1440" y="4867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27" name="Freeform 7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4000" y="5423040"/>
              <a:ext cx="374040" cy="1424880"/>
            </a:xfrm>
            <a:custGeom>
              <a:avLst/>
              <a:gdLst>
                <a:gd name="textAreaLeft" fmla="*/ 0 w 374040"/>
                <a:gd name="textAreaRight" fmla="*/ 374760 w 374040"/>
                <a:gd name="textAreaTop" fmla="*/ 0 h 1424880"/>
                <a:gd name="textAreaBottom" fmla="*/ 1425600 h 1424880"/>
              </a:gdLst>
              <a:ahLst/>
              <a:rect l="textAreaLeft" t="textAreaTop" r="textAreaRight" b="textAreaBottom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28" name="Freeform 7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84280" y="594504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rect l="textAreaLeft" t="textAreaTop" r="textAreaRight" b="textAreaBottom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29" name="Freeform 7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7120" y="5246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30" name="Freeform 7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7120" y="57643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31" name="Freeform 7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84360" y="6330960"/>
              <a:ext cx="416880" cy="516960"/>
            </a:xfrm>
            <a:custGeom>
              <a:avLst/>
              <a:gdLst>
                <a:gd name="textAreaLeft" fmla="*/ 0 w 416880"/>
                <a:gd name="textAreaRight" fmla="*/ 417600 w 416880"/>
                <a:gd name="textAreaTop" fmla="*/ 0 h 516960"/>
                <a:gd name="textAreaBottom" fmla="*/ 517680 h 516960"/>
              </a:gdLst>
              <a:ahLst/>
              <a:rect l="textAreaLeft" t="textAreaTop" r="textAreaRight" b="textAreaBottom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32" name="Freeform 7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63800" y="6221520"/>
              <a:ext cx="156600" cy="14688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46880"/>
                <a:gd name="textAreaBottom" fmla="*/ 147600 h 146880"/>
              </a:gdLst>
              <a:ahLst/>
              <a:rect l="textAreaLeft" t="textAreaTop" r="textAreaRight" b="textAreaBottom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</p:grpSp>
      <p:grpSp>
        <p:nvGrpSpPr>
          <p:cNvPr id="1233" name="Group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1364840" y="0"/>
            <a:ext cx="673920" cy="6847920"/>
            <a:chOff x="11364840" y="0"/>
            <a:chExt cx="673920" cy="6847920"/>
          </a:xfrm>
        </p:grpSpPr>
        <p:sp>
          <p:nvSpPr>
            <p:cNvPr id="1234" name="Freeform 7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84000" y="0"/>
              <a:ext cx="416880" cy="511920"/>
            </a:xfrm>
            <a:custGeom>
              <a:avLst/>
              <a:gdLst>
                <a:gd name="textAreaLeft" fmla="*/ 0 w 416880"/>
                <a:gd name="textAreaRight" fmla="*/ 417600 w 416880"/>
                <a:gd name="textAreaTop" fmla="*/ 0 h 511920"/>
                <a:gd name="textAreaBottom" fmla="*/ 512640 h 511920"/>
              </a:gdLst>
              <a:ahLst/>
              <a:rect l="textAreaLeft" t="textAreaTop" r="textAreaRight" b="textAreaBottom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35" name="Freeform 7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364840" y="474840"/>
              <a:ext cx="156600" cy="15156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1560"/>
                <a:gd name="textAreaBottom" fmla="*/ 152280 h 151560"/>
              </a:gdLst>
              <a:ahLst/>
              <a:rect l="textAreaLeft" t="textAreaTop" r="textAreaRight" b="textAreaBottom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36" name="Freeform 7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31600" y="1539720"/>
              <a:ext cx="188280" cy="189720"/>
            </a:xfrm>
            <a:custGeom>
              <a:avLst/>
              <a:gdLst>
                <a:gd name="textAreaLeft" fmla="*/ 0 w 188280"/>
                <a:gd name="textAreaRight" fmla="*/ 189000 w 18828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37" name="Freeform 8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531520" y="5694480"/>
              <a:ext cx="297720" cy="1153440"/>
            </a:xfrm>
            <a:custGeom>
              <a:avLst/>
              <a:gdLst>
                <a:gd name="textAreaLeft" fmla="*/ 0 w 297720"/>
                <a:gd name="textAreaRight" fmla="*/ 298440 w 297720"/>
                <a:gd name="textAreaTop" fmla="*/ 0 h 1153440"/>
                <a:gd name="textAreaBottom" fmla="*/ 1154160 h 1153440"/>
              </a:gdLst>
              <a:ahLst/>
              <a:rect l="textAreaLeft" t="textAreaTop" r="textAreaRight" b="textAreaBottom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38" name="Freeform 8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73080" y="5551560"/>
              <a:ext cx="156600" cy="15480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4800"/>
                <a:gd name="textAreaBottom" fmla="*/ 155520 h 154800"/>
              </a:gdLst>
              <a:ahLst/>
              <a:rect l="textAreaLeft" t="textAreaTop" r="textAreaRight" b="textAreaBottom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39" name="Freeform 8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11160" y="4680"/>
              <a:ext cx="304200" cy="154404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44040"/>
                <a:gd name="textAreaBottom" fmla="*/ 1544760 h 1544040"/>
              </a:gdLst>
              <a:ahLst/>
              <a:rect l="textAreaLeft" t="textAreaTop" r="textAreaRight" b="textAreaBottom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40" name="Freeform 8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36280" y="4867200"/>
              <a:ext cx="188280" cy="188280"/>
            </a:xfrm>
            <a:custGeom>
              <a:avLst/>
              <a:gdLst>
                <a:gd name="textAreaLeft" fmla="*/ 0 w 188280"/>
                <a:gd name="textAreaRight" fmla="*/ 189000 w 18828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41" name="Freeform 8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41160" y="5046840"/>
              <a:ext cx="307080" cy="1801080"/>
            </a:xfrm>
            <a:custGeom>
              <a:avLst/>
              <a:gdLst>
                <a:gd name="textAreaLeft" fmla="*/ 0 w 307080"/>
                <a:gd name="textAreaRight" fmla="*/ 307800 w 307080"/>
                <a:gd name="textAreaTop" fmla="*/ 0 h 1801080"/>
                <a:gd name="textAreaBottom" fmla="*/ 1801800 h 1801080"/>
              </a:gdLst>
              <a:ahLst/>
              <a:rect l="textAreaLeft" t="textAreaTop" r="textAreaRight" b="textAreaBottom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42" name="Freeform 8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849040" y="641664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43" name="Rectangle 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939760" y="6595920"/>
              <a:ext cx="23040" cy="25164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</p:grpSp>
      <p:pic>
        <p:nvPicPr>
          <p:cNvPr id="1244" name="" descr=""/>
          <p:cNvPicPr/>
          <p:nvPr/>
        </p:nvPicPr>
        <p:blipFill>
          <a:blip r:embed="rId2"/>
          <a:stretch/>
        </p:blipFill>
        <p:spPr>
          <a:xfrm>
            <a:off x="-5040" y="9720"/>
            <a:ext cx="12191040" cy="6857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ffffff"/>
            </a:gs>
            <a:gs pos="100000">
              <a:srgbClr val="a7a7a7"/>
            </a:gs>
          </a:gsLst>
          <a:lin ang="504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45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Tw Cen MT"/>
            </a:endParaRPr>
          </a:p>
        </p:txBody>
      </p:sp>
      <p:pic>
        <p:nvPicPr>
          <p:cNvPr id="1246" name="Picture 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1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ln w="0">
            <a:noFill/>
          </a:ln>
        </p:spPr>
      </p:pic>
      <p:grpSp>
        <p:nvGrpSpPr>
          <p:cNvPr id="1247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20400" cy="6857280"/>
            <a:chOff x="0" y="0"/>
            <a:chExt cx="1220400" cy="6857280"/>
          </a:xfrm>
        </p:grpSpPr>
        <p:sp>
          <p:nvSpPr>
            <p:cNvPr id="1248" name="Rectangle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28520" y="4680"/>
              <a:ext cx="23040" cy="218052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49" name="Freeform 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7520" y="217656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50" name="Freeform 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2840" y="4021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51" name="Freeform 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4200" y="4680"/>
              <a:ext cx="369000" cy="181044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810440"/>
                <a:gd name="textAreaBottom" fmla="*/ 1811160 h 1810440"/>
              </a:gdLst>
              <a:ahLst/>
              <a:rect l="textAreaLeft" t="textAreaTop" r="textAreaRight" b="textAreaBottom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52" name="Freeform 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17680" y="18018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53" name="Freeform 1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99880" y="4680"/>
              <a:ext cx="369000" cy="142956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429560"/>
                <a:gd name="textAreaBottom" fmla="*/ 1430280 h 1429560"/>
              </a:gdLst>
              <a:ahLst/>
              <a:rect l="textAreaLeft" t="textAreaTop" r="textAreaRight" b="textAreaBottom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54" name="Freeform 1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60520" y="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rect l="textAreaLeft" t="textAreaTop" r="textAreaRight" b="textAreaBottom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55" name="Freeform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3360" y="14209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56" name="Freeform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3360" y="9032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57" name="Freeform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55560" y="0"/>
              <a:ext cx="421560" cy="526320"/>
            </a:xfrm>
            <a:custGeom>
              <a:avLst/>
              <a:gdLst>
                <a:gd name="textAreaLeft" fmla="*/ 0 w 421560"/>
                <a:gd name="textAreaRight" fmla="*/ 422280 w 421560"/>
                <a:gd name="textAreaTop" fmla="*/ 0 h 526320"/>
                <a:gd name="textAreaBottom" fmla="*/ 527040 h 526320"/>
              </a:gdLst>
              <a:ahLst/>
              <a:rect l="textAreaLeft" t="textAreaTop" r="textAreaRight" b="textAreaBottom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58" name="Freeform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35000" y="488880"/>
              <a:ext cx="161280" cy="146880"/>
            </a:xfrm>
            <a:custGeom>
              <a:avLst/>
              <a:gdLst>
                <a:gd name="textAreaLeft" fmla="*/ 0 w 161280"/>
                <a:gd name="textAreaRight" fmla="*/ 162000 w 161280"/>
                <a:gd name="textAreaTop" fmla="*/ 0 h 146880"/>
                <a:gd name="textAreaBottom" fmla="*/ 147600 h 146880"/>
              </a:gdLst>
              <a:ahLst/>
              <a:rect l="textAreaLeft" t="textAreaTop" r="textAreaRight" b="textAreaBottom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59" name="Line 1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360" y="9360"/>
              <a:ext cx="360" cy="360"/>
            </a:xfrm>
            <a:prstGeom prst="line">
              <a:avLst/>
            </a:prstGeom>
            <a:ln w="15">
              <a:solidFill>
                <a:srgbClr val="ffffff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640" bIns="-44640" anchor="t">
              <a:noAutofit/>
            </a:bodyPr>
            <a:p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60" name="Freeform 1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60" y="1801800"/>
              <a:ext cx="123120" cy="126360"/>
            </a:xfrm>
            <a:custGeom>
              <a:avLst/>
              <a:gdLst>
                <a:gd name="textAreaLeft" fmla="*/ 0 w 123120"/>
                <a:gd name="textAreaRight" fmla="*/ 123840 w 123120"/>
                <a:gd name="textAreaTop" fmla="*/ 0 h 126360"/>
                <a:gd name="textAreaBottom" fmla="*/ 127080 h 126360"/>
              </a:gdLst>
              <a:ahLst/>
              <a:rect l="textAreaLeft" t="textAreaTop" r="textAreaRight" b="textAreaBottom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61" name="Freeform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680" y="3549600"/>
              <a:ext cx="146880" cy="480240"/>
            </a:xfrm>
            <a:custGeom>
              <a:avLst/>
              <a:gdLst>
                <a:gd name="textAreaLeft" fmla="*/ 0 w 146880"/>
                <a:gd name="textAreaRight" fmla="*/ 147600 w 146880"/>
                <a:gd name="textAreaTop" fmla="*/ 0 h 480240"/>
                <a:gd name="textAreaBottom" fmla="*/ 480960 h 480240"/>
              </a:gdLst>
              <a:ahLst/>
              <a:rect l="textAreaLeft" t="textAreaTop" r="textAreaRight" b="textAreaBottom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62" name="Freeform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2920" y="1382760"/>
              <a:ext cx="142200" cy="475560"/>
            </a:xfrm>
            <a:custGeom>
              <a:avLst/>
              <a:gdLst>
                <a:gd name="textAreaLeft" fmla="*/ 0 w 142200"/>
                <a:gd name="textAreaRight" fmla="*/ 142920 w 142200"/>
                <a:gd name="textAreaTop" fmla="*/ 0 h 475560"/>
                <a:gd name="textAreaBottom" fmla="*/ 476280 h 475560"/>
              </a:gdLst>
              <a:ahLst/>
              <a:rect l="textAreaLeft" t="textAreaTop" r="textAreaRight" b="textAreaBottom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63" name="Freeform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9240" y="1849320"/>
              <a:ext cx="113760" cy="107280"/>
            </a:xfrm>
            <a:custGeom>
              <a:avLst/>
              <a:gdLst>
                <a:gd name="textAreaLeft" fmla="*/ 0 w 113760"/>
                <a:gd name="textAreaRight" fmla="*/ 114480 w 113760"/>
                <a:gd name="textAreaTop" fmla="*/ 0 h 107280"/>
                <a:gd name="textAreaBottom" fmla="*/ 108000 h 107280"/>
              </a:gdLst>
              <a:ahLst/>
              <a:rect l="textAreaLeft" t="textAreaTop" r="textAreaRight" b="textAreaBottom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64" name="Rectangl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7600" y="4662360"/>
              <a:ext cx="23040" cy="218052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65" name="Freeform 2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960" y="5041800"/>
              <a:ext cx="369000" cy="180108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801080"/>
                <a:gd name="textAreaBottom" fmla="*/ 1801800 h 1801080"/>
              </a:gdLst>
              <a:ahLst/>
              <a:rect l="textAreaLeft" t="textAreaTop" r="textAreaRight" b="textAreaBottom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66" name="Freeform 2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6600" y="4481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67" name="Freeform 2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5627520"/>
              <a:ext cx="84960" cy="1215360"/>
            </a:xfrm>
            <a:custGeom>
              <a:avLst/>
              <a:gdLst>
                <a:gd name="textAreaLeft" fmla="*/ 0 w 84960"/>
                <a:gd name="textAreaRight" fmla="*/ 85680 w 84960"/>
                <a:gd name="textAreaTop" fmla="*/ 0 h 1215360"/>
                <a:gd name="textAreaBottom" fmla="*/ 1216080 h 1215360"/>
              </a:gdLst>
              <a:ahLst/>
              <a:rect l="textAreaLeft" t="textAreaTop" r="textAreaRight" b="textAreaBottom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68" name="Freeform 2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1440" y="4867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69" name="Freeform 2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4000" y="5423040"/>
              <a:ext cx="374040" cy="1424880"/>
            </a:xfrm>
            <a:custGeom>
              <a:avLst/>
              <a:gdLst>
                <a:gd name="textAreaLeft" fmla="*/ 0 w 374040"/>
                <a:gd name="textAreaRight" fmla="*/ 374760 w 374040"/>
                <a:gd name="textAreaTop" fmla="*/ 0 h 1424880"/>
                <a:gd name="textAreaBottom" fmla="*/ 1425600 h 1424880"/>
              </a:gdLst>
              <a:ahLst/>
              <a:rect l="textAreaLeft" t="textAreaTop" r="textAreaRight" b="textAreaBottom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70" name="Freeform 2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84280" y="594504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rect l="textAreaLeft" t="textAreaTop" r="textAreaRight" b="textAreaBottom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71" name="Freeform 2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7120" y="5246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72" name="Freeform 2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7120" y="57643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73" name="Freeform 3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84360" y="6330960"/>
              <a:ext cx="416880" cy="516960"/>
            </a:xfrm>
            <a:custGeom>
              <a:avLst/>
              <a:gdLst>
                <a:gd name="textAreaLeft" fmla="*/ 0 w 416880"/>
                <a:gd name="textAreaRight" fmla="*/ 417600 w 416880"/>
                <a:gd name="textAreaTop" fmla="*/ 0 h 516960"/>
                <a:gd name="textAreaBottom" fmla="*/ 517680 h 516960"/>
              </a:gdLst>
              <a:ahLst/>
              <a:rect l="textAreaLeft" t="textAreaTop" r="textAreaRight" b="textAreaBottom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74" name="Freeform 3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63800" y="6221520"/>
              <a:ext cx="156600" cy="14688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46880"/>
                <a:gd name="textAreaBottom" fmla="*/ 147600 h 146880"/>
              </a:gdLst>
              <a:ahLst/>
              <a:rect l="textAreaLeft" t="textAreaTop" r="textAreaRight" b="textAreaBottom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</p:grpSp>
      <p:grpSp>
        <p:nvGrpSpPr>
          <p:cNvPr id="1275" name="Group 4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1364840" y="0"/>
            <a:ext cx="673920" cy="6847920"/>
            <a:chOff x="11364840" y="0"/>
            <a:chExt cx="673920" cy="6847920"/>
          </a:xfrm>
        </p:grpSpPr>
        <p:sp>
          <p:nvSpPr>
            <p:cNvPr id="1276" name="Freeform 3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84000" y="0"/>
              <a:ext cx="416880" cy="511920"/>
            </a:xfrm>
            <a:custGeom>
              <a:avLst/>
              <a:gdLst>
                <a:gd name="textAreaLeft" fmla="*/ 0 w 416880"/>
                <a:gd name="textAreaRight" fmla="*/ 417600 w 416880"/>
                <a:gd name="textAreaTop" fmla="*/ 0 h 511920"/>
                <a:gd name="textAreaBottom" fmla="*/ 512640 h 511920"/>
              </a:gdLst>
              <a:ahLst/>
              <a:rect l="textAreaLeft" t="textAreaTop" r="textAreaRight" b="textAreaBottom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77" name="Freeform 3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364840" y="474840"/>
              <a:ext cx="156600" cy="15156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1560"/>
                <a:gd name="textAreaBottom" fmla="*/ 152280 h 151560"/>
              </a:gdLst>
              <a:ahLst/>
              <a:rect l="textAreaLeft" t="textAreaTop" r="textAreaRight" b="textAreaBottom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78" name="Freeform 3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31600" y="1539720"/>
              <a:ext cx="188280" cy="189720"/>
            </a:xfrm>
            <a:custGeom>
              <a:avLst/>
              <a:gdLst>
                <a:gd name="textAreaLeft" fmla="*/ 0 w 188280"/>
                <a:gd name="textAreaRight" fmla="*/ 189000 w 18828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79" name="Freeform 3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531520" y="5694480"/>
              <a:ext cx="297720" cy="1153440"/>
            </a:xfrm>
            <a:custGeom>
              <a:avLst/>
              <a:gdLst>
                <a:gd name="textAreaLeft" fmla="*/ 0 w 297720"/>
                <a:gd name="textAreaRight" fmla="*/ 298440 w 297720"/>
                <a:gd name="textAreaTop" fmla="*/ 0 h 1153440"/>
                <a:gd name="textAreaBottom" fmla="*/ 1154160 h 1153440"/>
              </a:gdLst>
              <a:ahLst/>
              <a:rect l="textAreaLeft" t="textAreaTop" r="textAreaRight" b="textAreaBottom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80" name="Freeform 3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73080" y="5551560"/>
              <a:ext cx="156600" cy="15480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4800"/>
                <a:gd name="textAreaBottom" fmla="*/ 155520 h 154800"/>
              </a:gdLst>
              <a:ahLst/>
              <a:rect l="textAreaLeft" t="textAreaTop" r="textAreaRight" b="textAreaBottom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81" name="Freeform 3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11160" y="4680"/>
              <a:ext cx="304200" cy="154404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44040"/>
                <a:gd name="textAreaBottom" fmla="*/ 1544760 h 1544040"/>
              </a:gdLst>
              <a:ahLst/>
              <a:rect l="textAreaLeft" t="textAreaTop" r="textAreaRight" b="textAreaBottom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82" name="Freeform 3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36280" y="4867200"/>
              <a:ext cx="188280" cy="188280"/>
            </a:xfrm>
            <a:custGeom>
              <a:avLst/>
              <a:gdLst>
                <a:gd name="textAreaLeft" fmla="*/ 0 w 188280"/>
                <a:gd name="textAreaRight" fmla="*/ 189000 w 18828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83" name="Freeform 3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41160" y="5046840"/>
              <a:ext cx="307080" cy="1801080"/>
            </a:xfrm>
            <a:custGeom>
              <a:avLst/>
              <a:gdLst>
                <a:gd name="textAreaLeft" fmla="*/ 0 w 307080"/>
                <a:gd name="textAreaRight" fmla="*/ 307800 w 307080"/>
                <a:gd name="textAreaTop" fmla="*/ 0 h 1801080"/>
                <a:gd name="textAreaBottom" fmla="*/ 1801800 h 1801080"/>
              </a:gdLst>
              <a:ahLst/>
              <a:rect l="textAreaLeft" t="textAreaTop" r="textAreaRight" b="textAreaBottom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84" name="Freeform 4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849040" y="641664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85" name="Rectangle 4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939760" y="6595920"/>
              <a:ext cx="23040" cy="25164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</p:grpSp>
      <p:pic>
        <p:nvPicPr>
          <p:cNvPr id="1286" name="" descr=""/>
          <p:cNvPicPr/>
          <p:nvPr/>
        </p:nvPicPr>
        <p:blipFill>
          <a:blip r:embed="rId2"/>
          <a:stretch/>
        </p:blipFill>
        <p:spPr>
          <a:xfrm>
            <a:off x="-5040" y="9720"/>
            <a:ext cx="12191040" cy="6857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ffffff"/>
            </a:gs>
            <a:gs pos="100000">
              <a:srgbClr val="a7a7a7"/>
            </a:gs>
          </a:gsLst>
          <a:lin ang="504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87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ln>
            <a:solidFill>
              <a:srgbClr val="3465a4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Tw Cen MT"/>
            </a:endParaRPr>
          </a:p>
        </p:txBody>
      </p:sp>
      <p:pic>
        <p:nvPicPr>
          <p:cNvPr id="1288" name="Picture 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1">
            <a:alphaModFix amt="30000"/>
          </a:blip>
          <a:stretch/>
        </p:blipFill>
        <p:spPr>
          <a:xfrm>
            <a:off x="5377320" y="-1790280"/>
            <a:ext cx="12191400" cy="6857280"/>
          </a:xfrm>
          <a:prstGeom prst="rect">
            <a:avLst/>
          </a:prstGeom>
          <a:ln w="0">
            <a:solidFill>
              <a:srgbClr val="3465a4"/>
            </a:solidFill>
            <a:prstDash val="lgDash"/>
          </a:ln>
        </p:spPr>
      </p:pic>
      <p:grpSp>
        <p:nvGrpSpPr>
          <p:cNvPr id="1289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20400" cy="6857280"/>
            <a:chOff x="0" y="0"/>
            <a:chExt cx="1220400" cy="6857280"/>
          </a:xfrm>
        </p:grpSpPr>
        <p:sp>
          <p:nvSpPr>
            <p:cNvPr id="1290" name="Rectangle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28520" y="4680"/>
              <a:ext cx="23040" cy="218052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91" name="Freeform 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7520" y="217656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92" name="Freeform 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2840" y="4021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93" name="Freeform 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4200" y="4680"/>
              <a:ext cx="369000" cy="181044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810440"/>
                <a:gd name="textAreaBottom" fmla="*/ 1811160 h 1810440"/>
              </a:gdLst>
              <a:ahLst/>
              <a:rect l="textAreaLeft" t="textAreaTop" r="textAreaRight" b="textAreaBottom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94" name="Freeform 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17680" y="18018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95" name="Freeform 1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99880" y="4680"/>
              <a:ext cx="369000" cy="142956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429560"/>
                <a:gd name="textAreaBottom" fmla="*/ 1430280 h 1429560"/>
              </a:gdLst>
              <a:ahLst/>
              <a:rect l="textAreaLeft" t="textAreaTop" r="textAreaRight" b="textAreaBottom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96" name="Freeform 1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60520" y="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rect l="textAreaLeft" t="textAreaTop" r="textAreaRight" b="textAreaBottom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97" name="Freeform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3360" y="14209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98" name="Freeform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3360" y="9032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299" name="Freeform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55560" y="0"/>
              <a:ext cx="421560" cy="526320"/>
            </a:xfrm>
            <a:custGeom>
              <a:avLst/>
              <a:gdLst>
                <a:gd name="textAreaLeft" fmla="*/ 0 w 421560"/>
                <a:gd name="textAreaRight" fmla="*/ 422280 w 421560"/>
                <a:gd name="textAreaTop" fmla="*/ 0 h 526320"/>
                <a:gd name="textAreaBottom" fmla="*/ 527040 h 526320"/>
              </a:gdLst>
              <a:ahLst/>
              <a:rect l="textAreaLeft" t="textAreaTop" r="textAreaRight" b="textAreaBottom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300" name="Freeform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35000" y="488880"/>
              <a:ext cx="161280" cy="146880"/>
            </a:xfrm>
            <a:custGeom>
              <a:avLst/>
              <a:gdLst>
                <a:gd name="textAreaLeft" fmla="*/ 0 w 161280"/>
                <a:gd name="textAreaRight" fmla="*/ 162000 w 161280"/>
                <a:gd name="textAreaTop" fmla="*/ 0 h 146880"/>
                <a:gd name="textAreaBottom" fmla="*/ 147600 h 146880"/>
              </a:gdLst>
              <a:ahLst/>
              <a:rect l="textAreaLeft" t="textAreaTop" r="textAreaRight" b="textAreaBottom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301" name="Line 1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360" y="9360"/>
              <a:ext cx="360" cy="360"/>
            </a:xfrm>
            <a:prstGeom prst="line">
              <a:avLst/>
            </a:prstGeom>
            <a:ln w="15">
              <a:solidFill>
                <a:srgbClr val="ffffff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640" bIns="-44640" anchor="t">
              <a:noAutofit/>
            </a:bodyPr>
            <a:p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302" name="Freeform 1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60" y="1801800"/>
              <a:ext cx="123120" cy="126360"/>
            </a:xfrm>
            <a:custGeom>
              <a:avLst/>
              <a:gdLst>
                <a:gd name="textAreaLeft" fmla="*/ 0 w 123120"/>
                <a:gd name="textAreaRight" fmla="*/ 123840 w 123120"/>
                <a:gd name="textAreaTop" fmla="*/ 0 h 126360"/>
                <a:gd name="textAreaBottom" fmla="*/ 127080 h 126360"/>
              </a:gdLst>
              <a:ahLst/>
              <a:rect l="textAreaLeft" t="textAreaTop" r="textAreaRight" b="textAreaBottom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303" name="Freeform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680" y="3549600"/>
              <a:ext cx="146880" cy="480240"/>
            </a:xfrm>
            <a:custGeom>
              <a:avLst/>
              <a:gdLst>
                <a:gd name="textAreaLeft" fmla="*/ 0 w 146880"/>
                <a:gd name="textAreaRight" fmla="*/ 147600 w 146880"/>
                <a:gd name="textAreaTop" fmla="*/ 0 h 480240"/>
                <a:gd name="textAreaBottom" fmla="*/ 480960 h 480240"/>
              </a:gdLst>
              <a:ahLst/>
              <a:rect l="textAreaLeft" t="textAreaTop" r="textAreaRight" b="textAreaBottom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304" name="Freeform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2920" y="1382760"/>
              <a:ext cx="142200" cy="475560"/>
            </a:xfrm>
            <a:custGeom>
              <a:avLst/>
              <a:gdLst>
                <a:gd name="textAreaLeft" fmla="*/ 0 w 142200"/>
                <a:gd name="textAreaRight" fmla="*/ 142920 w 142200"/>
                <a:gd name="textAreaTop" fmla="*/ 0 h 475560"/>
                <a:gd name="textAreaBottom" fmla="*/ 476280 h 475560"/>
              </a:gdLst>
              <a:ahLst/>
              <a:rect l="textAreaLeft" t="textAreaTop" r="textAreaRight" b="textAreaBottom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305" name="Freeform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9240" y="1849320"/>
              <a:ext cx="113760" cy="107280"/>
            </a:xfrm>
            <a:custGeom>
              <a:avLst/>
              <a:gdLst>
                <a:gd name="textAreaLeft" fmla="*/ 0 w 113760"/>
                <a:gd name="textAreaRight" fmla="*/ 114480 w 113760"/>
                <a:gd name="textAreaTop" fmla="*/ 0 h 107280"/>
                <a:gd name="textAreaBottom" fmla="*/ 108000 h 107280"/>
              </a:gdLst>
              <a:ahLst/>
              <a:rect l="textAreaLeft" t="textAreaTop" r="textAreaRight" b="textAreaBottom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306" name="Rectangl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7600" y="4662360"/>
              <a:ext cx="23040" cy="218052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307" name="Freeform 2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960" y="5041800"/>
              <a:ext cx="369000" cy="180108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801080"/>
                <a:gd name="textAreaBottom" fmla="*/ 1801800 h 1801080"/>
              </a:gdLst>
              <a:ahLst/>
              <a:rect l="textAreaLeft" t="textAreaTop" r="textAreaRight" b="textAreaBottom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308" name="Freeform 2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6600" y="4481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309" name="Freeform 2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5627520"/>
              <a:ext cx="84960" cy="1215360"/>
            </a:xfrm>
            <a:custGeom>
              <a:avLst/>
              <a:gdLst>
                <a:gd name="textAreaLeft" fmla="*/ 0 w 84960"/>
                <a:gd name="textAreaRight" fmla="*/ 85680 w 84960"/>
                <a:gd name="textAreaTop" fmla="*/ 0 h 1215360"/>
                <a:gd name="textAreaBottom" fmla="*/ 1216080 h 1215360"/>
              </a:gdLst>
              <a:ahLst/>
              <a:rect l="textAreaLeft" t="textAreaTop" r="textAreaRight" b="textAreaBottom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310" name="Freeform 2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1440" y="4867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311" name="Freeform 2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4000" y="5423040"/>
              <a:ext cx="374040" cy="1424880"/>
            </a:xfrm>
            <a:custGeom>
              <a:avLst/>
              <a:gdLst>
                <a:gd name="textAreaLeft" fmla="*/ 0 w 374040"/>
                <a:gd name="textAreaRight" fmla="*/ 374760 w 374040"/>
                <a:gd name="textAreaTop" fmla="*/ 0 h 1424880"/>
                <a:gd name="textAreaBottom" fmla="*/ 1425600 h 1424880"/>
              </a:gdLst>
              <a:ahLst/>
              <a:rect l="textAreaLeft" t="textAreaTop" r="textAreaRight" b="textAreaBottom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312" name="Freeform 2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84280" y="594504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rect l="textAreaLeft" t="textAreaTop" r="textAreaRight" b="textAreaBottom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313" name="Freeform 2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7120" y="5246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314" name="Freeform 2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7120" y="57643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315" name="Freeform 3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84360" y="6330960"/>
              <a:ext cx="416880" cy="516960"/>
            </a:xfrm>
            <a:custGeom>
              <a:avLst/>
              <a:gdLst>
                <a:gd name="textAreaLeft" fmla="*/ 0 w 416880"/>
                <a:gd name="textAreaRight" fmla="*/ 417600 w 416880"/>
                <a:gd name="textAreaTop" fmla="*/ 0 h 516960"/>
                <a:gd name="textAreaBottom" fmla="*/ 517680 h 516960"/>
              </a:gdLst>
              <a:ahLst/>
              <a:rect l="textAreaLeft" t="textAreaTop" r="textAreaRight" b="textAreaBottom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316" name="Freeform 3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63800" y="6221520"/>
              <a:ext cx="156600" cy="14688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46880"/>
                <a:gd name="textAreaBottom" fmla="*/ 147600 h 146880"/>
              </a:gdLst>
              <a:ahLst/>
              <a:rect l="textAreaLeft" t="textAreaTop" r="textAreaRight" b="textAreaBottom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</p:grpSp>
      <p:grpSp>
        <p:nvGrpSpPr>
          <p:cNvPr id="1317" name="Group 4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1364840" y="0"/>
            <a:ext cx="673920" cy="6847920"/>
            <a:chOff x="11364840" y="0"/>
            <a:chExt cx="673920" cy="6847920"/>
          </a:xfrm>
        </p:grpSpPr>
        <p:sp>
          <p:nvSpPr>
            <p:cNvPr id="1318" name="Freeform 3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84000" y="0"/>
              <a:ext cx="416880" cy="511920"/>
            </a:xfrm>
            <a:custGeom>
              <a:avLst/>
              <a:gdLst>
                <a:gd name="textAreaLeft" fmla="*/ 0 w 416880"/>
                <a:gd name="textAreaRight" fmla="*/ 417600 w 416880"/>
                <a:gd name="textAreaTop" fmla="*/ 0 h 511920"/>
                <a:gd name="textAreaBottom" fmla="*/ 512640 h 511920"/>
              </a:gdLst>
              <a:ahLst/>
              <a:rect l="textAreaLeft" t="textAreaTop" r="textAreaRight" b="textAreaBottom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319" name="Freeform 3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364840" y="474840"/>
              <a:ext cx="156600" cy="15156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1560"/>
                <a:gd name="textAreaBottom" fmla="*/ 152280 h 151560"/>
              </a:gdLst>
              <a:ahLst/>
              <a:rect l="textAreaLeft" t="textAreaTop" r="textAreaRight" b="textAreaBottom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320" name="Freeform 3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31600" y="1539720"/>
              <a:ext cx="188280" cy="189720"/>
            </a:xfrm>
            <a:custGeom>
              <a:avLst/>
              <a:gdLst>
                <a:gd name="textAreaLeft" fmla="*/ 0 w 188280"/>
                <a:gd name="textAreaRight" fmla="*/ 189000 w 18828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321" name="Freeform 3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531520" y="5694480"/>
              <a:ext cx="297720" cy="1153440"/>
            </a:xfrm>
            <a:custGeom>
              <a:avLst/>
              <a:gdLst>
                <a:gd name="textAreaLeft" fmla="*/ 0 w 297720"/>
                <a:gd name="textAreaRight" fmla="*/ 298440 w 297720"/>
                <a:gd name="textAreaTop" fmla="*/ 0 h 1153440"/>
                <a:gd name="textAreaBottom" fmla="*/ 1154160 h 1153440"/>
              </a:gdLst>
              <a:ahLst/>
              <a:rect l="textAreaLeft" t="textAreaTop" r="textAreaRight" b="textAreaBottom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322" name="Freeform 3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73080" y="5551560"/>
              <a:ext cx="156600" cy="15480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4800"/>
                <a:gd name="textAreaBottom" fmla="*/ 155520 h 154800"/>
              </a:gdLst>
              <a:ahLst/>
              <a:rect l="textAreaLeft" t="textAreaTop" r="textAreaRight" b="textAreaBottom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323" name="Freeform 3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11160" y="4680"/>
              <a:ext cx="304200" cy="154404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44040"/>
                <a:gd name="textAreaBottom" fmla="*/ 1544760 h 1544040"/>
              </a:gdLst>
              <a:ahLst/>
              <a:rect l="textAreaLeft" t="textAreaTop" r="textAreaRight" b="textAreaBottom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324" name="Freeform 3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36280" y="4867200"/>
              <a:ext cx="188280" cy="188280"/>
            </a:xfrm>
            <a:custGeom>
              <a:avLst/>
              <a:gdLst>
                <a:gd name="textAreaLeft" fmla="*/ 0 w 188280"/>
                <a:gd name="textAreaRight" fmla="*/ 189000 w 18828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325" name="Freeform 3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41160" y="5046840"/>
              <a:ext cx="307080" cy="1801080"/>
            </a:xfrm>
            <a:custGeom>
              <a:avLst/>
              <a:gdLst>
                <a:gd name="textAreaLeft" fmla="*/ 0 w 307080"/>
                <a:gd name="textAreaRight" fmla="*/ 307800 w 307080"/>
                <a:gd name="textAreaTop" fmla="*/ 0 h 1801080"/>
                <a:gd name="textAreaBottom" fmla="*/ 1801800 h 1801080"/>
              </a:gdLst>
              <a:ahLst/>
              <a:rect l="textAreaLeft" t="textAreaTop" r="textAreaRight" b="textAreaBottom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326" name="Freeform 4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849040" y="641664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327" name="Rectangle 4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939760" y="6595920"/>
              <a:ext cx="23040" cy="25164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</p:grpSp>
      <p:pic>
        <p:nvPicPr>
          <p:cNvPr id="1328" name="" descr=""/>
          <p:cNvPicPr/>
          <p:nvPr/>
        </p:nvPicPr>
        <p:blipFill>
          <a:blip r:embed="rId2"/>
          <a:stretch/>
        </p:blipFill>
        <p:spPr>
          <a:xfrm>
            <a:off x="0" y="360"/>
            <a:ext cx="4075920" cy="6857280"/>
          </a:xfrm>
          <a:prstGeom prst="rect">
            <a:avLst/>
          </a:prstGeom>
          <a:ln w="0">
            <a:noFill/>
          </a:ln>
        </p:spPr>
      </p:pic>
      <p:pic>
        <p:nvPicPr>
          <p:cNvPr id="1329" name="" descr=""/>
          <p:cNvPicPr/>
          <p:nvPr/>
        </p:nvPicPr>
        <p:blipFill>
          <a:blip r:embed="rId3"/>
          <a:stretch/>
        </p:blipFill>
        <p:spPr>
          <a:xfrm>
            <a:off x="6071400" y="0"/>
            <a:ext cx="6120000" cy="6857280"/>
          </a:xfrm>
          <a:prstGeom prst="rect">
            <a:avLst/>
          </a:prstGeom>
          <a:ln w="0">
            <a:noFill/>
          </a:ln>
        </p:spPr>
      </p:pic>
      <p:sp>
        <p:nvSpPr>
          <p:cNvPr id="1330" name=""/>
          <p:cNvSpPr/>
          <p:nvPr/>
        </p:nvSpPr>
        <p:spPr>
          <a:xfrm flipV="1">
            <a:off x="3886200" y="228600"/>
            <a:ext cx="5715000" cy="1828800"/>
          </a:xfrm>
          <a:prstGeom prst="line">
            <a:avLst/>
          </a:prstGeom>
          <a:ln w="38160">
            <a:solidFill>
              <a:srgbClr val="2a6099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ffffff"/>
            </a:gs>
            <a:gs pos="100000">
              <a:srgbClr val="a7a7a7"/>
            </a:gs>
          </a:gsLst>
          <a:lin ang="504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31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Tw Cen MT"/>
            </a:endParaRPr>
          </a:p>
        </p:txBody>
      </p:sp>
      <p:pic>
        <p:nvPicPr>
          <p:cNvPr id="1332" name="Picture 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1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ln w="0">
            <a:noFill/>
          </a:ln>
        </p:spPr>
      </p:pic>
      <p:grpSp>
        <p:nvGrpSpPr>
          <p:cNvPr id="1333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20400" cy="6857280"/>
            <a:chOff x="0" y="0"/>
            <a:chExt cx="1220400" cy="6857280"/>
          </a:xfrm>
        </p:grpSpPr>
        <p:sp>
          <p:nvSpPr>
            <p:cNvPr id="1334" name="Rectangle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28520" y="4680"/>
              <a:ext cx="23040" cy="218052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335" name="Freeform 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7520" y="217656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336" name="Freeform 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2840" y="4021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337" name="Freeform 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4200" y="4680"/>
              <a:ext cx="369000" cy="181044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810440"/>
                <a:gd name="textAreaBottom" fmla="*/ 1811160 h 1810440"/>
              </a:gdLst>
              <a:ahLst/>
              <a:rect l="textAreaLeft" t="textAreaTop" r="textAreaRight" b="textAreaBottom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338" name="Freeform 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17680" y="18018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339" name="Freeform 1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99880" y="4680"/>
              <a:ext cx="369000" cy="142956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429560"/>
                <a:gd name="textAreaBottom" fmla="*/ 1430280 h 1429560"/>
              </a:gdLst>
              <a:ahLst/>
              <a:rect l="textAreaLeft" t="textAreaTop" r="textAreaRight" b="textAreaBottom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340" name="Freeform 1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60520" y="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rect l="textAreaLeft" t="textAreaTop" r="textAreaRight" b="textAreaBottom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341" name="Freeform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3360" y="14209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342" name="Freeform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3360" y="9032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343" name="Freeform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55560" y="0"/>
              <a:ext cx="421560" cy="526320"/>
            </a:xfrm>
            <a:custGeom>
              <a:avLst/>
              <a:gdLst>
                <a:gd name="textAreaLeft" fmla="*/ 0 w 421560"/>
                <a:gd name="textAreaRight" fmla="*/ 422280 w 421560"/>
                <a:gd name="textAreaTop" fmla="*/ 0 h 526320"/>
                <a:gd name="textAreaBottom" fmla="*/ 527040 h 526320"/>
              </a:gdLst>
              <a:ahLst/>
              <a:rect l="textAreaLeft" t="textAreaTop" r="textAreaRight" b="textAreaBottom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344" name="Freeform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35000" y="488880"/>
              <a:ext cx="161280" cy="146880"/>
            </a:xfrm>
            <a:custGeom>
              <a:avLst/>
              <a:gdLst>
                <a:gd name="textAreaLeft" fmla="*/ 0 w 161280"/>
                <a:gd name="textAreaRight" fmla="*/ 162000 w 161280"/>
                <a:gd name="textAreaTop" fmla="*/ 0 h 146880"/>
                <a:gd name="textAreaBottom" fmla="*/ 147600 h 146880"/>
              </a:gdLst>
              <a:ahLst/>
              <a:rect l="textAreaLeft" t="textAreaTop" r="textAreaRight" b="textAreaBottom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345" name="Line 1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360" y="9360"/>
              <a:ext cx="360" cy="360"/>
            </a:xfrm>
            <a:prstGeom prst="line">
              <a:avLst/>
            </a:prstGeom>
            <a:ln w="15">
              <a:solidFill>
                <a:srgbClr val="ffffff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640" bIns="-44640" anchor="t">
              <a:noAutofit/>
            </a:bodyPr>
            <a:p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346" name="Freeform 1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60" y="1801800"/>
              <a:ext cx="123120" cy="126360"/>
            </a:xfrm>
            <a:custGeom>
              <a:avLst/>
              <a:gdLst>
                <a:gd name="textAreaLeft" fmla="*/ 0 w 123120"/>
                <a:gd name="textAreaRight" fmla="*/ 123840 w 123120"/>
                <a:gd name="textAreaTop" fmla="*/ 0 h 126360"/>
                <a:gd name="textAreaBottom" fmla="*/ 127080 h 126360"/>
              </a:gdLst>
              <a:ahLst/>
              <a:rect l="textAreaLeft" t="textAreaTop" r="textAreaRight" b="textAreaBottom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347" name="Freeform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680" y="3549600"/>
              <a:ext cx="146880" cy="480240"/>
            </a:xfrm>
            <a:custGeom>
              <a:avLst/>
              <a:gdLst>
                <a:gd name="textAreaLeft" fmla="*/ 0 w 146880"/>
                <a:gd name="textAreaRight" fmla="*/ 147600 w 146880"/>
                <a:gd name="textAreaTop" fmla="*/ 0 h 480240"/>
                <a:gd name="textAreaBottom" fmla="*/ 480960 h 480240"/>
              </a:gdLst>
              <a:ahLst/>
              <a:rect l="textAreaLeft" t="textAreaTop" r="textAreaRight" b="textAreaBottom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348" name="Freeform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2920" y="1382760"/>
              <a:ext cx="142200" cy="475560"/>
            </a:xfrm>
            <a:custGeom>
              <a:avLst/>
              <a:gdLst>
                <a:gd name="textAreaLeft" fmla="*/ 0 w 142200"/>
                <a:gd name="textAreaRight" fmla="*/ 142920 w 142200"/>
                <a:gd name="textAreaTop" fmla="*/ 0 h 475560"/>
                <a:gd name="textAreaBottom" fmla="*/ 476280 h 475560"/>
              </a:gdLst>
              <a:ahLst/>
              <a:rect l="textAreaLeft" t="textAreaTop" r="textAreaRight" b="textAreaBottom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349" name="Freeform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9240" y="1849320"/>
              <a:ext cx="113760" cy="107280"/>
            </a:xfrm>
            <a:custGeom>
              <a:avLst/>
              <a:gdLst>
                <a:gd name="textAreaLeft" fmla="*/ 0 w 113760"/>
                <a:gd name="textAreaRight" fmla="*/ 114480 w 113760"/>
                <a:gd name="textAreaTop" fmla="*/ 0 h 107280"/>
                <a:gd name="textAreaBottom" fmla="*/ 108000 h 107280"/>
              </a:gdLst>
              <a:ahLst/>
              <a:rect l="textAreaLeft" t="textAreaTop" r="textAreaRight" b="textAreaBottom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350" name="Rectangl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7600" y="4662360"/>
              <a:ext cx="23040" cy="218052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351" name="Freeform 2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960" y="5041800"/>
              <a:ext cx="369000" cy="180108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801080"/>
                <a:gd name="textAreaBottom" fmla="*/ 1801800 h 1801080"/>
              </a:gdLst>
              <a:ahLst/>
              <a:rect l="textAreaLeft" t="textAreaTop" r="textAreaRight" b="textAreaBottom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352" name="Freeform 2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6600" y="4481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353" name="Freeform 2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5627520"/>
              <a:ext cx="84960" cy="1215360"/>
            </a:xfrm>
            <a:custGeom>
              <a:avLst/>
              <a:gdLst>
                <a:gd name="textAreaLeft" fmla="*/ 0 w 84960"/>
                <a:gd name="textAreaRight" fmla="*/ 85680 w 84960"/>
                <a:gd name="textAreaTop" fmla="*/ 0 h 1215360"/>
                <a:gd name="textAreaBottom" fmla="*/ 1216080 h 1215360"/>
              </a:gdLst>
              <a:ahLst/>
              <a:rect l="textAreaLeft" t="textAreaTop" r="textAreaRight" b="textAreaBottom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354" name="Freeform 2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1440" y="4867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355" name="Freeform 2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4000" y="5423040"/>
              <a:ext cx="374040" cy="1424880"/>
            </a:xfrm>
            <a:custGeom>
              <a:avLst/>
              <a:gdLst>
                <a:gd name="textAreaLeft" fmla="*/ 0 w 374040"/>
                <a:gd name="textAreaRight" fmla="*/ 374760 w 374040"/>
                <a:gd name="textAreaTop" fmla="*/ 0 h 1424880"/>
                <a:gd name="textAreaBottom" fmla="*/ 1425600 h 1424880"/>
              </a:gdLst>
              <a:ahLst/>
              <a:rect l="textAreaLeft" t="textAreaTop" r="textAreaRight" b="textAreaBottom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356" name="Freeform 2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84280" y="594504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rect l="textAreaLeft" t="textAreaTop" r="textAreaRight" b="textAreaBottom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357" name="Freeform 2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7120" y="5246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358" name="Freeform 2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7120" y="57643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359" name="Freeform 3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84360" y="6330960"/>
              <a:ext cx="416880" cy="516960"/>
            </a:xfrm>
            <a:custGeom>
              <a:avLst/>
              <a:gdLst>
                <a:gd name="textAreaLeft" fmla="*/ 0 w 416880"/>
                <a:gd name="textAreaRight" fmla="*/ 417600 w 416880"/>
                <a:gd name="textAreaTop" fmla="*/ 0 h 516960"/>
                <a:gd name="textAreaBottom" fmla="*/ 517680 h 516960"/>
              </a:gdLst>
              <a:ahLst/>
              <a:rect l="textAreaLeft" t="textAreaTop" r="textAreaRight" b="textAreaBottom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360" name="Freeform 3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63800" y="6221520"/>
              <a:ext cx="156600" cy="14688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46880"/>
                <a:gd name="textAreaBottom" fmla="*/ 147600 h 146880"/>
              </a:gdLst>
              <a:ahLst/>
              <a:rect l="textAreaLeft" t="textAreaTop" r="textAreaRight" b="textAreaBottom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</p:grpSp>
      <p:grpSp>
        <p:nvGrpSpPr>
          <p:cNvPr id="1361" name="Group 4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1364840" y="0"/>
            <a:ext cx="673920" cy="6847920"/>
            <a:chOff x="11364840" y="0"/>
            <a:chExt cx="673920" cy="6847920"/>
          </a:xfrm>
        </p:grpSpPr>
        <p:sp>
          <p:nvSpPr>
            <p:cNvPr id="1362" name="Freeform 3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84000" y="0"/>
              <a:ext cx="416880" cy="511920"/>
            </a:xfrm>
            <a:custGeom>
              <a:avLst/>
              <a:gdLst>
                <a:gd name="textAreaLeft" fmla="*/ 0 w 416880"/>
                <a:gd name="textAreaRight" fmla="*/ 417600 w 416880"/>
                <a:gd name="textAreaTop" fmla="*/ 0 h 511920"/>
                <a:gd name="textAreaBottom" fmla="*/ 512640 h 511920"/>
              </a:gdLst>
              <a:ahLst/>
              <a:rect l="textAreaLeft" t="textAreaTop" r="textAreaRight" b="textAreaBottom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363" name="Freeform 3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364840" y="474840"/>
              <a:ext cx="156600" cy="15156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1560"/>
                <a:gd name="textAreaBottom" fmla="*/ 152280 h 151560"/>
              </a:gdLst>
              <a:ahLst/>
              <a:rect l="textAreaLeft" t="textAreaTop" r="textAreaRight" b="textAreaBottom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364" name="Freeform 3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31600" y="1539720"/>
              <a:ext cx="188280" cy="189720"/>
            </a:xfrm>
            <a:custGeom>
              <a:avLst/>
              <a:gdLst>
                <a:gd name="textAreaLeft" fmla="*/ 0 w 188280"/>
                <a:gd name="textAreaRight" fmla="*/ 189000 w 18828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365" name="Freeform 3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531520" y="5694480"/>
              <a:ext cx="297720" cy="1153440"/>
            </a:xfrm>
            <a:custGeom>
              <a:avLst/>
              <a:gdLst>
                <a:gd name="textAreaLeft" fmla="*/ 0 w 297720"/>
                <a:gd name="textAreaRight" fmla="*/ 298440 w 297720"/>
                <a:gd name="textAreaTop" fmla="*/ 0 h 1153440"/>
                <a:gd name="textAreaBottom" fmla="*/ 1154160 h 1153440"/>
              </a:gdLst>
              <a:ahLst/>
              <a:rect l="textAreaLeft" t="textAreaTop" r="textAreaRight" b="textAreaBottom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366" name="Freeform 3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73080" y="5551560"/>
              <a:ext cx="156600" cy="15480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4800"/>
                <a:gd name="textAreaBottom" fmla="*/ 155520 h 154800"/>
              </a:gdLst>
              <a:ahLst/>
              <a:rect l="textAreaLeft" t="textAreaTop" r="textAreaRight" b="textAreaBottom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367" name="Freeform 3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11160" y="4680"/>
              <a:ext cx="304200" cy="154404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44040"/>
                <a:gd name="textAreaBottom" fmla="*/ 1544760 h 1544040"/>
              </a:gdLst>
              <a:ahLst/>
              <a:rect l="textAreaLeft" t="textAreaTop" r="textAreaRight" b="textAreaBottom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368" name="Freeform 3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36280" y="4867200"/>
              <a:ext cx="188280" cy="188280"/>
            </a:xfrm>
            <a:custGeom>
              <a:avLst/>
              <a:gdLst>
                <a:gd name="textAreaLeft" fmla="*/ 0 w 188280"/>
                <a:gd name="textAreaRight" fmla="*/ 189000 w 18828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369" name="Freeform 3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41160" y="5046840"/>
              <a:ext cx="307080" cy="1801080"/>
            </a:xfrm>
            <a:custGeom>
              <a:avLst/>
              <a:gdLst>
                <a:gd name="textAreaLeft" fmla="*/ 0 w 307080"/>
                <a:gd name="textAreaRight" fmla="*/ 307800 w 307080"/>
                <a:gd name="textAreaTop" fmla="*/ 0 h 1801080"/>
                <a:gd name="textAreaBottom" fmla="*/ 1801800 h 1801080"/>
              </a:gdLst>
              <a:ahLst/>
              <a:rect l="textAreaLeft" t="textAreaTop" r="textAreaRight" b="textAreaBottom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370" name="Freeform 4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849040" y="641664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371" name="Rectangle 4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939760" y="6595920"/>
              <a:ext cx="23040" cy="25164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</p:grpSp>
      <p:pic>
        <p:nvPicPr>
          <p:cNvPr id="1372" name="" descr=""/>
          <p:cNvPicPr/>
          <p:nvPr/>
        </p:nvPicPr>
        <p:blipFill>
          <a:blip r:embed="rId2"/>
          <a:stretch/>
        </p:blipFill>
        <p:spPr>
          <a:xfrm>
            <a:off x="0" y="360"/>
            <a:ext cx="5581440" cy="6857280"/>
          </a:xfrm>
          <a:prstGeom prst="rect">
            <a:avLst/>
          </a:prstGeom>
          <a:ln w="0">
            <a:noFill/>
          </a:ln>
        </p:spPr>
      </p:pic>
      <p:pic>
        <p:nvPicPr>
          <p:cNvPr id="1373" name="" descr=""/>
          <p:cNvPicPr/>
          <p:nvPr/>
        </p:nvPicPr>
        <p:blipFill>
          <a:blip r:embed="rId3"/>
          <a:stretch/>
        </p:blipFill>
        <p:spPr>
          <a:xfrm>
            <a:off x="5918760" y="360"/>
            <a:ext cx="6273000" cy="6857280"/>
          </a:xfrm>
          <a:prstGeom prst="rect">
            <a:avLst/>
          </a:prstGeom>
          <a:ln w="0">
            <a:noFill/>
          </a:ln>
        </p:spPr>
      </p:pic>
      <p:pic>
        <p:nvPicPr>
          <p:cNvPr id="1374" name="Picture 15" descr="File:Cross red circle.svg"/>
          <p:cNvPicPr/>
          <p:nvPr/>
        </p:nvPicPr>
        <p:blipFill>
          <a:blip r:embed="rId4"/>
          <a:stretch/>
        </p:blipFill>
        <p:spPr>
          <a:xfrm>
            <a:off x="8677800" y="1134000"/>
            <a:ext cx="237240" cy="237240"/>
          </a:xfrm>
          <a:prstGeom prst="rect">
            <a:avLst/>
          </a:prstGeom>
          <a:ln w="0">
            <a:noFill/>
          </a:ln>
        </p:spPr>
      </p:pic>
      <p:pic>
        <p:nvPicPr>
          <p:cNvPr id="1375" name="Picture 16" descr="File:Cross red circle.svg"/>
          <p:cNvPicPr/>
          <p:nvPr/>
        </p:nvPicPr>
        <p:blipFill>
          <a:blip r:embed="rId5"/>
          <a:stretch/>
        </p:blipFill>
        <p:spPr>
          <a:xfrm>
            <a:off x="7077600" y="2734200"/>
            <a:ext cx="237240" cy="237240"/>
          </a:xfrm>
          <a:prstGeom prst="rect">
            <a:avLst/>
          </a:prstGeom>
          <a:ln w="0">
            <a:noFill/>
          </a:ln>
        </p:spPr>
      </p:pic>
      <p:pic>
        <p:nvPicPr>
          <p:cNvPr id="1376" name="Picture 17" descr="File:Cross red circle.svg"/>
          <p:cNvPicPr/>
          <p:nvPr/>
        </p:nvPicPr>
        <p:blipFill>
          <a:blip r:embed="rId6"/>
          <a:stretch/>
        </p:blipFill>
        <p:spPr>
          <a:xfrm>
            <a:off x="10287000" y="2734200"/>
            <a:ext cx="237240" cy="237240"/>
          </a:xfrm>
          <a:prstGeom prst="rect">
            <a:avLst/>
          </a:prstGeom>
          <a:ln w="0">
            <a:noFill/>
          </a:ln>
        </p:spPr>
      </p:pic>
      <p:pic>
        <p:nvPicPr>
          <p:cNvPr id="1377" name="Picture 18" descr="File:Cross red circle.svg"/>
          <p:cNvPicPr/>
          <p:nvPr/>
        </p:nvPicPr>
        <p:blipFill>
          <a:blip r:embed="rId7"/>
          <a:stretch/>
        </p:blipFill>
        <p:spPr>
          <a:xfrm>
            <a:off x="11878200" y="2743200"/>
            <a:ext cx="237240" cy="237240"/>
          </a:xfrm>
          <a:prstGeom prst="rect">
            <a:avLst/>
          </a:prstGeom>
          <a:ln w="0">
            <a:noFill/>
          </a:ln>
        </p:spPr>
      </p:pic>
      <p:pic>
        <p:nvPicPr>
          <p:cNvPr id="1378" name="Picture 19" descr="File:Cross red circle.svg"/>
          <p:cNvPicPr/>
          <p:nvPr/>
        </p:nvPicPr>
        <p:blipFill>
          <a:blip r:embed="rId8"/>
          <a:stretch/>
        </p:blipFill>
        <p:spPr>
          <a:xfrm>
            <a:off x="7086600" y="4334400"/>
            <a:ext cx="237240" cy="237240"/>
          </a:xfrm>
          <a:prstGeom prst="rect">
            <a:avLst/>
          </a:prstGeom>
          <a:ln w="0">
            <a:noFill/>
          </a:ln>
        </p:spPr>
      </p:pic>
      <p:pic>
        <p:nvPicPr>
          <p:cNvPr id="1379" name="Picture 20" descr="File:Cross red circle.svg"/>
          <p:cNvPicPr/>
          <p:nvPr/>
        </p:nvPicPr>
        <p:blipFill>
          <a:blip r:embed="rId9"/>
          <a:stretch/>
        </p:blipFill>
        <p:spPr>
          <a:xfrm>
            <a:off x="8686800" y="4334400"/>
            <a:ext cx="237240" cy="237240"/>
          </a:xfrm>
          <a:prstGeom prst="rect">
            <a:avLst/>
          </a:prstGeom>
          <a:ln w="0">
            <a:noFill/>
          </a:ln>
        </p:spPr>
      </p:pic>
      <p:pic>
        <p:nvPicPr>
          <p:cNvPr id="1380" name="Picture 21" descr="File:Cross red circle.svg"/>
          <p:cNvPicPr/>
          <p:nvPr/>
        </p:nvPicPr>
        <p:blipFill>
          <a:blip r:embed="rId10"/>
          <a:stretch/>
        </p:blipFill>
        <p:spPr>
          <a:xfrm>
            <a:off x="10278000" y="4334400"/>
            <a:ext cx="237240" cy="237240"/>
          </a:xfrm>
          <a:prstGeom prst="rect">
            <a:avLst/>
          </a:prstGeom>
          <a:ln w="0">
            <a:noFill/>
          </a:ln>
        </p:spPr>
      </p:pic>
      <p:pic>
        <p:nvPicPr>
          <p:cNvPr id="1381" name="Picture 22" descr="File:Cross red circle.svg"/>
          <p:cNvPicPr/>
          <p:nvPr/>
        </p:nvPicPr>
        <p:blipFill>
          <a:blip r:embed="rId11"/>
          <a:stretch/>
        </p:blipFill>
        <p:spPr>
          <a:xfrm>
            <a:off x="11878200" y="4343400"/>
            <a:ext cx="237240" cy="237240"/>
          </a:xfrm>
          <a:prstGeom prst="rect">
            <a:avLst/>
          </a:prstGeom>
          <a:ln w="0">
            <a:noFill/>
          </a:ln>
        </p:spPr>
      </p:pic>
      <p:pic>
        <p:nvPicPr>
          <p:cNvPr id="1382" name="Picture 23" descr="File:Cross red circle.svg"/>
          <p:cNvPicPr/>
          <p:nvPr/>
        </p:nvPicPr>
        <p:blipFill>
          <a:blip r:embed="rId12"/>
          <a:stretch/>
        </p:blipFill>
        <p:spPr>
          <a:xfrm>
            <a:off x="7077600" y="5934600"/>
            <a:ext cx="237240" cy="237240"/>
          </a:xfrm>
          <a:prstGeom prst="rect">
            <a:avLst/>
          </a:prstGeom>
          <a:ln w="0">
            <a:noFill/>
          </a:ln>
        </p:spPr>
      </p:pic>
      <p:pic>
        <p:nvPicPr>
          <p:cNvPr id="1383" name="Picture 24" descr="File:Cross red circle.svg"/>
          <p:cNvPicPr/>
          <p:nvPr/>
        </p:nvPicPr>
        <p:blipFill>
          <a:blip r:embed="rId13"/>
          <a:stretch/>
        </p:blipFill>
        <p:spPr>
          <a:xfrm>
            <a:off x="8677800" y="5943600"/>
            <a:ext cx="237240" cy="237240"/>
          </a:xfrm>
          <a:prstGeom prst="rect">
            <a:avLst/>
          </a:prstGeom>
          <a:ln w="0">
            <a:noFill/>
          </a:ln>
        </p:spPr>
      </p:pic>
      <p:pic>
        <p:nvPicPr>
          <p:cNvPr id="1384" name="Picture 25" descr="File:Cross red circle.svg"/>
          <p:cNvPicPr/>
          <p:nvPr/>
        </p:nvPicPr>
        <p:blipFill>
          <a:blip r:embed="rId14"/>
          <a:stretch/>
        </p:blipFill>
        <p:spPr>
          <a:xfrm>
            <a:off x="10278000" y="5934600"/>
            <a:ext cx="237240" cy="237240"/>
          </a:xfrm>
          <a:prstGeom prst="rect">
            <a:avLst/>
          </a:prstGeom>
          <a:ln w="0">
            <a:noFill/>
          </a:ln>
        </p:spPr>
      </p:pic>
      <p:pic>
        <p:nvPicPr>
          <p:cNvPr id="1385" name="Picture 26" descr="File:Cross red circle.svg"/>
          <p:cNvPicPr/>
          <p:nvPr/>
        </p:nvPicPr>
        <p:blipFill>
          <a:blip r:embed="rId15"/>
          <a:stretch/>
        </p:blipFill>
        <p:spPr>
          <a:xfrm>
            <a:off x="11829600" y="5934600"/>
            <a:ext cx="237240" cy="237240"/>
          </a:xfrm>
          <a:prstGeom prst="rect">
            <a:avLst/>
          </a:prstGeom>
          <a:ln w="0">
            <a:noFill/>
          </a:ln>
        </p:spPr>
      </p:pic>
      <p:pic>
        <p:nvPicPr>
          <p:cNvPr id="1386" name="Picture 27" descr="Bestand:Green check.svg"/>
          <p:cNvPicPr/>
          <p:nvPr/>
        </p:nvPicPr>
        <p:blipFill>
          <a:blip r:embed="rId16"/>
          <a:stretch/>
        </p:blipFill>
        <p:spPr>
          <a:xfrm>
            <a:off x="6941160" y="914400"/>
            <a:ext cx="373680" cy="373680"/>
          </a:xfrm>
          <a:prstGeom prst="rect">
            <a:avLst/>
          </a:prstGeom>
          <a:ln w="0">
            <a:noFill/>
          </a:ln>
        </p:spPr>
      </p:pic>
      <p:pic>
        <p:nvPicPr>
          <p:cNvPr id="1387" name="Picture 28" descr="Bestand:Green check.svg"/>
          <p:cNvPicPr/>
          <p:nvPr/>
        </p:nvPicPr>
        <p:blipFill>
          <a:blip r:embed="rId17"/>
          <a:stretch/>
        </p:blipFill>
        <p:spPr>
          <a:xfrm>
            <a:off x="11817720" y="914400"/>
            <a:ext cx="373680" cy="373680"/>
          </a:xfrm>
          <a:prstGeom prst="rect">
            <a:avLst/>
          </a:prstGeom>
          <a:ln w="0">
            <a:noFill/>
          </a:ln>
        </p:spPr>
      </p:pic>
      <p:pic>
        <p:nvPicPr>
          <p:cNvPr id="1388" name="Picture 29" descr="Bestand:Green check.svg"/>
          <p:cNvPicPr/>
          <p:nvPr/>
        </p:nvPicPr>
        <p:blipFill>
          <a:blip r:embed="rId18"/>
          <a:stretch/>
        </p:blipFill>
        <p:spPr>
          <a:xfrm>
            <a:off x="8686800" y="2514600"/>
            <a:ext cx="373680" cy="373680"/>
          </a:xfrm>
          <a:prstGeom prst="rect">
            <a:avLst/>
          </a:prstGeom>
          <a:ln w="0">
            <a:noFill/>
          </a:ln>
        </p:spPr>
      </p:pic>
      <p:pic>
        <p:nvPicPr>
          <p:cNvPr id="1389" name="Picture 30" descr="Bestand:Green check.svg"/>
          <p:cNvPicPr/>
          <p:nvPr/>
        </p:nvPicPr>
        <p:blipFill>
          <a:blip r:embed="rId19"/>
          <a:stretch/>
        </p:blipFill>
        <p:spPr>
          <a:xfrm>
            <a:off x="10287000" y="914400"/>
            <a:ext cx="373680" cy="373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0" name="PlaceHolder 1"/>
          <p:cNvSpPr>
            <a:spLocks noGrp="1"/>
          </p:cNvSpPr>
          <p:nvPr>
            <p:ph type="title"/>
          </p:nvPr>
        </p:nvSpPr>
        <p:spPr>
          <a:xfrm>
            <a:off x="1141560" y="618480"/>
            <a:ext cx="9905400" cy="1477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3600" spc="-1" strike="noStrike" cap="all">
                <a:solidFill>
                  <a:schemeClr val="dk1"/>
                </a:solidFill>
                <a:latin typeface="Tw Cen MT"/>
              </a:rPr>
              <a:t>CAVEAT</a:t>
            </a:r>
            <a:endParaRPr b="0" lang="en-US" sz="3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1" name="PlaceHolder 2"/>
          <p:cNvSpPr>
            <a:spLocks noGrp="1"/>
          </p:cNvSpPr>
          <p:nvPr>
            <p:ph type="ftr" idx="55"/>
          </p:nvPr>
        </p:nvSpPr>
        <p:spPr>
          <a:xfrm>
            <a:off x="712800" y="-15840"/>
            <a:ext cx="623844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1" lang="en-US" sz="1050" spc="-1" strike="noStrike" cap="all">
                <a:solidFill>
                  <a:schemeClr val="dk1">
                    <a:lumMod val="65000"/>
                    <a:lumOff val="35000"/>
                  </a:schemeClr>
                </a:solidFill>
                <a:latin typeface="Tw Cen MT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50" spc="-1" strike="noStrike" cap="all">
                <a:solidFill>
                  <a:schemeClr val="dk1">
                    <a:lumMod val="65000"/>
                    <a:lumOff val="35000"/>
                  </a:schemeClr>
                </a:solidFill>
                <a:latin typeface="Tw Cen MT"/>
              </a:rPr>
              <a:t>https://github.com/Frederic-P/automotive_project</a:t>
            </a:r>
            <a:endParaRPr b="0" lang="en-US" sz="105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ffffff"/>
            </a:gs>
            <a:gs pos="100000">
              <a:srgbClr val="a7a7a7"/>
            </a:gs>
          </a:gsLst>
          <a:lin ang="504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92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Tw Cen MT"/>
            </a:endParaRPr>
          </a:p>
        </p:txBody>
      </p:sp>
      <p:pic>
        <p:nvPicPr>
          <p:cNvPr id="1393" name="Picture 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1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ln w="0">
            <a:noFill/>
          </a:ln>
        </p:spPr>
      </p:pic>
      <p:grpSp>
        <p:nvGrpSpPr>
          <p:cNvPr id="1394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20400" cy="6857280"/>
            <a:chOff x="0" y="0"/>
            <a:chExt cx="1220400" cy="6857280"/>
          </a:xfrm>
        </p:grpSpPr>
        <p:sp>
          <p:nvSpPr>
            <p:cNvPr id="1395" name="Rectangle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28520" y="4680"/>
              <a:ext cx="23040" cy="218052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396" name="Freeform 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7520" y="217656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397" name="Freeform 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2840" y="4021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398" name="Freeform 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4200" y="4680"/>
              <a:ext cx="369000" cy="181044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810440"/>
                <a:gd name="textAreaBottom" fmla="*/ 1811160 h 1810440"/>
              </a:gdLst>
              <a:ahLst/>
              <a:rect l="textAreaLeft" t="textAreaTop" r="textAreaRight" b="textAreaBottom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399" name="Freeform 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17680" y="18018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00" name="Freeform 1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99880" y="4680"/>
              <a:ext cx="369000" cy="142956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429560"/>
                <a:gd name="textAreaBottom" fmla="*/ 1430280 h 1429560"/>
              </a:gdLst>
              <a:ahLst/>
              <a:rect l="textAreaLeft" t="textAreaTop" r="textAreaRight" b="textAreaBottom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01" name="Freeform 1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60520" y="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rect l="textAreaLeft" t="textAreaTop" r="textAreaRight" b="textAreaBottom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02" name="Freeform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3360" y="14209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03" name="Freeform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3360" y="9032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04" name="Freeform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55560" y="0"/>
              <a:ext cx="421560" cy="526320"/>
            </a:xfrm>
            <a:custGeom>
              <a:avLst/>
              <a:gdLst>
                <a:gd name="textAreaLeft" fmla="*/ 0 w 421560"/>
                <a:gd name="textAreaRight" fmla="*/ 422280 w 421560"/>
                <a:gd name="textAreaTop" fmla="*/ 0 h 526320"/>
                <a:gd name="textAreaBottom" fmla="*/ 527040 h 526320"/>
              </a:gdLst>
              <a:ahLst/>
              <a:rect l="textAreaLeft" t="textAreaTop" r="textAreaRight" b="textAreaBottom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05" name="Freeform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35000" y="488880"/>
              <a:ext cx="161280" cy="146880"/>
            </a:xfrm>
            <a:custGeom>
              <a:avLst/>
              <a:gdLst>
                <a:gd name="textAreaLeft" fmla="*/ 0 w 161280"/>
                <a:gd name="textAreaRight" fmla="*/ 162000 w 161280"/>
                <a:gd name="textAreaTop" fmla="*/ 0 h 146880"/>
                <a:gd name="textAreaBottom" fmla="*/ 147600 h 146880"/>
              </a:gdLst>
              <a:ahLst/>
              <a:rect l="textAreaLeft" t="textAreaTop" r="textAreaRight" b="textAreaBottom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06" name="Line 1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360" y="9360"/>
              <a:ext cx="360" cy="360"/>
            </a:xfrm>
            <a:prstGeom prst="line">
              <a:avLst/>
            </a:prstGeom>
            <a:ln w="15">
              <a:solidFill>
                <a:srgbClr val="ffffff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640" bIns="-44640" anchor="t">
              <a:noAutofit/>
            </a:bodyPr>
            <a:p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07" name="Freeform 1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60" y="1801800"/>
              <a:ext cx="123120" cy="126360"/>
            </a:xfrm>
            <a:custGeom>
              <a:avLst/>
              <a:gdLst>
                <a:gd name="textAreaLeft" fmla="*/ 0 w 123120"/>
                <a:gd name="textAreaRight" fmla="*/ 123840 w 123120"/>
                <a:gd name="textAreaTop" fmla="*/ 0 h 126360"/>
                <a:gd name="textAreaBottom" fmla="*/ 127080 h 126360"/>
              </a:gdLst>
              <a:ahLst/>
              <a:rect l="textAreaLeft" t="textAreaTop" r="textAreaRight" b="textAreaBottom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08" name="Freeform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680" y="3549600"/>
              <a:ext cx="146880" cy="480240"/>
            </a:xfrm>
            <a:custGeom>
              <a:avLst/>
              <a:gdLst>
                <a:gd name="textAreaLeft" fmla="*/ 0 w 146880"/>
                <a:gd name="textAreaRight" fmla="*/ 147600 w 146880"/>
                <a:gd name="textAreaTop" fmla="*/ 0 h 480240"/>
                <a:gd name="textAreaBottom" fmla="*/ 480960 h 480240"/>
              </a:gdLst>
              <a:ahLst/>
              <a:rect l="textAreaLeft" t="textAreaTop" r="textAreaRight" b="textAreaBottom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09" name="Freeform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2920" y="1382760"/>
              <a:ext cx="142200" cy="475560"/>
            </a:xfrm>
            <a:custGeom>
              <a:avLst/>
              <a:gdLst>
                <a:gd name="textAreaLeft" fmla="*/ 0 w 142200"/>
                <a:gd name="textAreaRight" fmla="*/ 142920 w 142200"/>
                <a:gd name="textAreaTop" fmla="*/ 0 h 475560"/>
                <a:gd name="textAreaBottom" fmla="*/ 476280 h 475560"/>
              </a:gdLst>
              <a:ahLst/>
              <a:rect l="textAreaLeft" t="textAreaTop" r="textAreaRight" b="textAreaBottom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10" name="Freeform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9240" y="1849320"/>
              <a:ext cx="113760" cy="107280"/>
            </a:xfrm>
            <a:custGeom>
              <a:avLst/>
              <a:gdLst>
                <a:gd name="textAreaLeft" fmla="*/ 0 w 113760"/>
                <a:gd name="textAreaRight" fmla="*/ 114480 w 113760"/>
                <a:gd name="textAreaTop" fmla="*/ 0 h 107280"/>
                <a:gd name="textAreaBottom" fmla="*/ 108000 h 107280"/>
              </a:gdLst>
              <a:ahLst/>
              <a:rect l="textAreaLeft" t="textAreaTop" r="textAreaRight" b="textAreaBottom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11" name="Rectangl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7600" y="4662360"/>
              <a:ext cx="23040" cy="218052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12" name="Freeform 2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960" y="5041800"/>
              <a:ext cx="369000" cy="180108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801080"/>
                <a:gd name="textAreaBottom" fmla="*/ 1801800 h 1801080"/>
              </a:gdLst>
              <a:ahLst/>
              <a:rect l="textAreaLeft" t="textAreaTop" r="textAreaRight" b="textAreaBottom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13" name="Freeform 2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6600" y="4481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14" name="Freeform 2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5627520"/>
              <a:ext cx="84960" cy="1215360"/>
            </a:xfrm>
            <a:custGeom>
              <a:avLst/>
              <a:gdLst>
                <a:gd name="textAreaLeft" fmla="*/ 0 w 84960"/>
                <a:gd name="textAreaRight" fmla="*/ 85680 w 84960"/>
                <a:gd name="textAreaTop" fmla="*/ 0 h 1215360"/>
                <a:gd name="textAreaBottom" fmla="*/ 1216080 h 1215360"/>
              </a:gdLst>
              <a:ahLst/>
              <a:rect l="textAreaLeft" t="textAreaTop" r="textAreaRight" b="textAreaBottom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15" name="Freeform 2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1440" y="4867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16" name="Freeform 2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4000" y="5423040"/>
              <a:ext cx="374040" cy="1424880"/>
            </a:xfrm>
            <a:custGeom>
              <a:avLst/>
              <a:gdLst>
                <a:gd name="textAreaLeft" fmla="*/ 0 w 374040"/>
                <a:gd name="textAreaRight" fmla="*/ 374760 w 374040"/>
                <a:gd name="textAreaTop" fmla="*/ 0 h 1424880"/>
                <a:gd name="textAreaBottom" fmla="*/ 1425600 h 1424880"/>
              </a:gdLst>
              <a:ahLst/>
              <a:rect l="textAreaLeft" t="textAreaTop" r="textAreaRight" b="textAreaBottom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17" name="Freeform 2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84280" y="594504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rect l="textAreaLeft" t="textAreaTop" r="textAreaRight" b="textAreaBottom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18" name="Freeform 2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7120" y="5246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19" name="Freeform 2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7120" y="57643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20" name="Freeform 3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84360" y="6330960"/>
              <a:ext cx="416880" cy="516960"/>
            </a:xfrm>
            <a:custGeom>
              <a:avLst/>
              <a:gdLst>
                <a:gd name="textAreaLeft" fmla="*/ 0 w 416880"/>
                <a:gd name="textAreaRight" fmla="*/ 417600 w 416880"/>
                <a:gd name="textAreaTop" fmla="*/ 0 h 516960"/>
                <a:gd name="textAreaBottom" fmla="*/ 517680 h 516960"/>
              </a:gdLst>
              <a:ahLst/>
              <a:rect l="textAreaLeft" t="textAreaTop" r="textAreaRight" b="textAreaBottom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21" name="Freeform 3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63800" y="6221520"/>
              <a:ext cx="156600" cy="14688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46880"/>
                <a:gd name="textAreaBottom" fmla="*/ 147600 h 146880"/>
              </a:gdLst>
              <a:ahLst/>
              <a:rect l="textAreaLeft" t="textAreaTop" r="textAreaRight" b="textAreaBottom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</p:grpSp>
      <p:grpSp>
        <p:nvGrpSpPr>
          <p:cNvPr id="1422" name="Group 4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1364840" y="0"/>
            <a:ext cx="673920" cy="6847920"/>
            <a:chOff x="11364840" y="0"/>
            <a:chExt cx="673920" cy="6847920"/>
          </a:xfrm>
        </p:grpSpPr>
        <p:sp>
          <p:nvSpPr>
            <p:cNvPr id="1423" name="Freeform 3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84000" y="0"/>
              <a:ext cx="416880" cy="511920"/>
            </a:xfrm>
            <a:custGeom>
              <a:avLst/>
              <a:gdLst>
                <a:gd name="textAreaLeft" fmla="*/ 0 w 416880"/>
                <a:gd name="textAreaRight" fmla="*/ 417600 w 416880"/>
                <a:gd name="textAreaTop" fmla="*/ 0 h 511920"/>
                <a:gd name="textAreaBottom" fmla="*/ 512640 h 511920"/>
              </a:gdLst>
              <a:ahLst/>
              <a:rect l="textAreaLeft" t="textAreaTop" r="textAreaRight" b="textAreaBottom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24" name="Freeform 3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364840" y="474840"/>
              <a:ext cx="156600" cy="15156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1560"/>
                <a:gd name="textAreaBottom" fmla="*/ 152280 h 151560"/>
              </a:gdLst>
              <a:ahLst/>
              <a:rect l="textAreaLeft" t="textAreaTop" r="textAreaRight" b="textAreaBottom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25" name="Freeform 3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31600" y="1539720"/>
              <a:ext cx="188280" cy="189720"/>
            </a:xfrm>
            <a:custGeom>
              <a:avLst/>
              <a:gdLst>
                <a:gd name="textAreaLeft" fmla="*/ 0 w 188280"/>
                <a:gd name="textAreaRight" fmla="*/ 189000 w 18828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26" name="Freeform 3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531520" y="5694480"/>
              <a:ext cx="297720" cy="1153440"/>
            </a:xfrm>
            <a:custGeom>
              <a:avLst/>
              <a:gdLst>
                <a:gd name="textAreaLeft" fmla="*/ 0 w 297720"/>
                <a:gd name="textAreaRight" fmla="*/ 298440 w 297720"/>
                <a:gd name="textAreaTop" fmla="*/ 0 h 1153440"/>
                <a:gd name="textAreaBottom" fmla="*/ 1154160 h 1153440"/>
              </a:gdLst>
              <a:ahLst/>
              <a:rect l="textAreaLeft" t="textAreaTop" r="textAreaRight" b="textAreaBottom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27" name="Freeform 3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73080" y="5551560"/>
              <a:ext cx="156600" cy="15480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4800"/>
                <a:gd name="textAreaBottom" fmla="*/ 155520 h 154800"/>
              </a:gdLst>
              <a:ahLst/>
              <a:rect l="textAreaLeft" t="textAreaTop" r="textAreaRight" b="textAreaBottom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28" name="Freeform 3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11160" y="4680"/>
              <a:ext cx="304200" cy="154404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44040"/>
                <a:gd name="textAreaBottom" fmla="*/ 1544760 h 1544040"/>
              </a:gdLst>
              <a:ahLst/>
              <a:rect l="textAreaLeft" t="textAreaTop" r="textAreaRight" b="textAreaBottom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29" name="Freeform 3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36280" y="4867200"/>
              <a:ext cx="188280" cy="188280"/>
            </a:xfrm>
            <a:custGeom>
              <a:avLst/>
              <a:gdLst>
                <a:gd name="textAreaLeft" fmla="*/ 0 w 188280"/>
                <a:gd name="textAreaRight" fmla="*/ 189000 w 18828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30" name="Freeform 3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41160" y="5046840"/>
              <a:ext cx="307080" cy="1801080"/>
            </a:xfrm>
            <a:custGeom>
              <a:avLst/>
              <a:gdLst>
                <a:gd name="textAreaLeft" fmla="*/ 0 w 307080"/>
                <a:gd name="textAreaRight" fmla="*/ 307800 w 307080"/>
                <a:gd name="textAreaTop" fmla="*/ 0 h 1801080"/>
                <a:gd name="textAreaBottom" fmla="*/ 1801800 h 1801080"/>
              </a:gdLst>
              <a:ahLst/>
              <a:rect l="textAreaLeft" t="textAreaTop" r="textAreaRight" b="textAreaBottom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31" name="Freeform 4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849040" y="641664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32" name="Rectangle 4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939760" y="6595920"/>
              <a:ext cx="23040" cy="25164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</p:grpSp>
      <p:sp>
        <p:nvSpPr>
          <p:cNvPr id="1433" name="PlaceHolder 1"/>
          <p:cNvSpPr>
            <a:spLocks noGrp="1"/>
          </p:cNvSpPr>
          <p:nvPr>
            <p:ph type="ftr" idx="56"/>
          </p:nvPr>
        </p:nvSpPr>
        <p:spPr>
          <a:xfrm>
            <a:off x="712800" y="-15840"/>
            <a:ext cx="623844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1" lang="en-US" sz="1050" spc="-1" strike="noStrike" cap="all">
                <a:solidFill>
                  <a:schemeClr val="dk1">
                    <a:lumMod val="65000"/>
                    <a:lumOff val="35000"/>
                  </a:schemeClr>
                </a:solidFill>
                <a:latin typeface="Tw Cen MT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50" spc="-1" strike="noStrike" cap="all">
                <a:solidFill>
                  <a:schemeClr val="dk1">
                    <a:lumMod val="65000"/>
                    <a:lumOff val="35000"/>
                  </a:schemeClr>
                </a:solidFill>
                <a:latin typeface="Tw Cen MT"/>
              </a:rPr>
              <a:t>https://github.com/Frederic-P/automotive_project</a:t>
            </a:r>
            <a:endParaRPr b="0" lang="en-US" sz="1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4" name="PlaceHolder 2"/>
          <p:cNvSpPr>
            <a:spLocks noGrp="1"/>
          </p:cNvSpPr>
          <p:nvPr>
            <p:ph/>
          </p:nvPr>
        </p:nvSpPr>
        <p:spPr>
          <a:xfrm>
            <a:off x="1206360" y="2249640"/>
            <a:ext cx="9840240" cy="354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lvl="1" marL="6858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Tw Cen MT"/>
              </a:rPr>
              <a:t>Messy data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ffffff"/>
            </a:gs>
            <a:gs pos="100000">
              <a:srgbClr val="a7a7a7"/>
            </a:gs>
          </a:gsLst>
          <a:lin ang="504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35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Tw Cen MT"/>
            </a:endParaRPr>
          </a:p>
        </p:txBody>
      </p:sp>
      <p:pic>
        <p:nvPicPr>
          <p:cNvPr id="1436" name="Picture 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1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ln w="0">
            <a:noFill/>
          </a:ln>
        </p:spPr>
      </p:pic>
      <p:grpSp>
        <p:nvGrpSpPr>
          <p:cNvPr id="1437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20400" cy="6857280"/>
            <a:chOff x="0" y="0"/>
            <a:chExt cx="1220400" cy="6857280"/>
          </a:xfrm>
        </p:grpSpPr>
        <p:sp>
          <p:nvSpPr>
            <p:cNvPr id="1438" name="Rectangle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28520" y="4680"/>
              <a:ext cx="23040" cy="218052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39" name="Freeform 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7520" y="217656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40" name="Freeform 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2840" y="4021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41" name="Freeform 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4200" y="4680"/>
              <a:ext cx="369000" cy="181044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810440"/>
                <a:gd name="textAreaBottom" fmla="*/ 1811160 h 1810440"/>
              </a:gdLst>
              <a:ahLst/>
              <a:rect l="textAreaLeft" t="textAreaTop" r="textAreaRight" b="textAreaBottom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42" name="Freeform 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17680" y="18018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43" name="Freeform 1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99880" y="4680"/>
              <a:ext cx="369000" cy="142956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429560"/>
                <a:gd name="textAreaBottom" fmla="*/ 1430280 h 1429560"/>
              </a:gdLst>
              <a:ahLst/>
              <a:rect l="textAreaLeft" t="textAreaTop" r="textAreaRight" b="textAreaBottom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44" name="Freeform 1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60520" y="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rect l="textAreaLeft" t="textAreaTop" r="textAreaRight" b="textAreaBottom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45" name="Freeform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3360" y="14209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46" name="Freeform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3360" y="9032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47" name="Freeform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55560" y="0"/>
              <a:ext cx="421560" cy="526320"/>
            </a:xfrm>
            <a:custGeom>
              <a:avLst/>
              <a:gdLst>
                <a:gd name="textAreaLeft" fmla="*/ 0 w 421560"/>
                <a:gd name="textAreaRight" fmla="*/ 422280 w 421560"/>
                <a:gd name="textAreaTop" fmla="*/ 0 h 526320"/>
                <a:gd name="textAreaBottom" fmla="*/ 527040 h 526320"/>
              </a:gdLst>
              <a:ahLst/>
              <a:rect l="textAreaLeft" t="textAreaTop" r="textAreaRight" b="textAreaBottom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48" name="Freeform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35000" y="488880"/>
              <a:ext cx="161280" cy="146880"/>
            </a:xfrm>
            <a:custGeom>
              <a:avLst/>
              <a:gdLst>
                <a:gd name="textAreaLeft" fmla="*/ 0 w 161280"/>
                <a:gd name="textAreaRight" fmla="*/ 162000 w 161280"/>
                <a:gd name="textAreaTop" fmla="*/ 0 h 146880"/>
                <a:gd name="textAreaBottom" fmla="*/ 147600 h 146880"/>
              </a:gdLst>
              <a:ahLst/>
              <a:rect l="textAreaLeft" t="textAreaTop" r="textAreaRight" b="textAreaBottom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49" name="Line 1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360" y="9360"/>
              <a:ext cx="360" cy="360"/>
            </a:xfrm>
            <a:prstGeom prst="line">
              <a:avLst/>
            </a:prstGeom>
            <a:ln w="15">
              <a:solidFill>
                <a:srgbClr val="ffffff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640" bIns="-44640" anchor="t">
              <a:noAutofit/>
            </a:bodyPr>
            <a:p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50" name="Freeform 1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60" y="1801800"/>
              <a:ext cx="123120" cy="126360"/>
            </a:xfrm>
            <a:custGeom>
              <a:avLst/>
              <a:gdLst>
                <a:gd name="textAreaLeft" fmla="*/ 0 w 123120"/>
                <a:gd name="textAreaRight" fmla="*/ 123840 w 123120"/>
                <a:gd name="textAreaTop" fmla="*/ 0 h 126360"/>
                <a:gd name="textAreaBottom" fmla="*/ 127080 h 126360"/>
              </a:gdLst>
              <a:ahLst/>
              <a:rect l="textAreaLeft" t="textAreaTop" r="textAreaRight" b="textAreaBottom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51" name="Freeform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680" y="3549600"/>
              <a:ext cx="146880" cy="480240"/>
            </a:xfrm>
            <a:custGeom>
              <a:avLst/>
              <a:gdLst>
                <a:gd name="textAreaLeft" fmla="*/ 0 w 146880"/>
                <a:gd name="textAreaRight" fmla="*/ 147600 w 146880"/>
                <a:gd name="textAreaTop" fmla="*/ 0 h 480240"/>
                <a:gd name="textAreaBottom" fmla="*/ 480960 h 480240"/>
              </a:gdLst>
              <a:ahLst/>
              <a:rect l="textAreaLeft" t="textAreaTop" r="textAreaRight" b="textAreaBottom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52" name="Freeform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2920" y="1382760"/>
              <a:ext cx="142200" cy="475560"/>
            </a:xfrm>
            <a:custGeom>
              <a:avLst/>
              <a:gdLst>
                <a:gd name="textAreaLeft" fmla="*/ 0 w 142200"/>
                <a:gd name="textAreaRight" fmla="*/ 142920 w 142200"/>
                <a:gd name="textAreaTop" fmla="*/ 0 h 475560"/>
                <a:gd name="textAreaBottom" fmla="*/ 476280 h 475560"/>
              </a:gdLst>
              <a:ahLst/>
              <a:rect l="textAreaLeft" t="textAreaTop" r="textAreaRight" b="textAreaBottom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53" name="Freeform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9240" y="1849320"/>
              <a:ext cx="113760" cy="107280"/>
            </a:xfrm>
            <a:custGeom>
              <a:avLst/>
              <a:gdLst>
                <a:gd name="textAreaLeft" fmla="*/ 0 w 113760"/>
                <a:gd name="textAreaRight" fmla="*/ 114480 w 113760"/>
                <a:gd name="textAreaTop" fmla="*/ 0 h 107280"/>
                <a:gd name="textAreaBottom" fmla="*/ 108000 h 107280"/>
              </a:gdLst>
              <a:ahLst/>
              <a:rect l="textAreaLeft" t="textAreaTop" r="textAreaRight" b="textAreaBottom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54" name="Rectangl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7600" y="4662360"/>
              <a:ext cx="23040" cy="218052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55" name="Freeform 2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960" y="5041800"/>
              <a:ext cx="369000" cy="180108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801080"/>
                <a:gd name="textAreaBottom" fmla="*/ 1801800 h 1801080"/>
              </a:gdLst>
              <a:ahLst/>
              <a:rect l="textAreaLeft" t="textAreaTop" r="textAreaRight" b="textAreaBottom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56" name="Freeform 2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6600" y="4481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57" name="Freeform 2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5627520"/>
              <a:ext cx="84960" cy="1215360"/>
            </a:xfrm>
            <a:custGeom>
              <a:avLst/>
              <a:gdLst>
                <a:gd name="textAreaLeft" fmla="*/ 0 w 84960"/>
                <a:gd name="textAreaRight" fmla="*/ 85680 w 84960"/>
                <a:gd name="textAreaTop" fmla="*/ 0 h 1215360"/>
                <a:gd name="textAreaBottom" fmla="*/ 1216080 h 1215360"/>
              </a:gdLst>
              <a:ahLst/>
              <a:rect l="textAreaLeft" t="textAreaTop" r="textAreaRight" b="textAreaBottom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58" name="Freeform 2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1440" y="4867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59" name="Freeform 2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4000" y="5423040"/>
              <a:ext cx="374040" cy="1424880"/>
            </a:xfrm>
            <a:custGeom>
              <a:avLst/>
              <a:gdLst>
                <a:gd name="textAreaLeft" fmla="*/ 0 w 374040"/>
                <a:gd name="textAreaRight" fmla="*/ 374760 w 374040"/>
                <a:gd name="textAreaTop" fmla="*/ 0 h 1424880"/>
                <a:gd name="textAreaBottom" fmla="*/ 1425600 h 1424880"/>
              </a:gdLst>
              <a:ahLst/>
              <a:rect l="textAreaLeft" t="textAreaTop" r="textAreaRight" b="textAreaBottom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60" name="Freeform 2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84280" y="594504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rect l="textAreaLeft" t="textAreaTop" r="textAreaRight" b="textAreaBottom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61" name="Freeform 2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7120" y="5246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62" name="Freeform 2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7120" y="57643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63" name="Freeform 3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84360" y="6330960"/>
              <a:ext cx="416880" cy="516960"/>
            </a:xfrm>
            <a:custGeom>
              <a:avLst/>
              <a:gdLst>
                <a:gd name="textAreaLeft" fmla="*/ 0 w 416880"/>
                <a:gd name="textAreaRight" fmla="*/ 417600 w 416880"/>
                <a:gd name="textAreaTop" fmla="*/ 0 h 516960"/>
                <a:gd name="textAreaBottom" fmla="*/ 517680 h 516960"/>
              </a:gdLst>
              <a:ahLst/>
              <a:rect l="textAreaLeft" t="textAreaTop" r="textAreaRight" b="textAreaBottom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64" name="Freeform 3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63800" y="6221520"/>
              <a:ext cx="156600" cy="14688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46880"/>
                <a:gd name="textAreaBottom" fmla="*/ 147600 h 146880"/>
              </a:gdLst>
              <a:ahLst/>
              <a:rect l="textAreaLeft" t="textAreaTop" r="textAreaRight" b="textAreaBottom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</p:grpSp>
      <p:grpSp>
        <p:nvGrpSpPr>
          <p:cNvPr id="1465" name="Group 4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1364840" y="0"/>
            <a:ext cx="673920" cy="6847920"/>
            <a:chOff x="11364840" y="0"/>
            <a:chExt cx="673920" cy="6847920"/>
          </a:xfrm>
        </p:grpSpPr>
        <p:sp>
          <p:nvSpPr>
            <p:cNvPr id="1466" name="Freeform 3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84000" y="0"/>
              <a:ext cx="416880" cy="511920"/>
            </a:xfrm>
            <a:custGeom>
              <a:avLst/>
              <a:gdLst>
                <a:gd name="textAreaLeft" fmla="*/ 0 w 416880"/>
                <a:gd name="textAreaRight" fmla="*/ 417600 w 416880"/>
                <a:gd name="textAreaTop" fmla="*/ 0 h 511920"/>
                <a:gd name="textAreaBottom" fmla="*/ 512640 h 511920"/>
              </a:gdLst>
              <a:ahLst/>
              <a:rect l="textAreaLeft" t="textAreaTop" r="textAreaRight" b="textAreaBottom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67" name="Freeform 3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364840" y="474840"/>
              <a:ext cx="156600" cy="15156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1560"/>
                <a:gd name="textAreaBottom" fmla="*/ 152280 h 151560"/>
              </a:gdLst>
              <a:ahLst/>
              <a:rect l="textAreaLeft" t="textAreaTop" r="textAreaRight" b="textAreaBottom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68" name="Freeform 3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31600" y="1539720"/>
              <a:ext cx="188280" cy="189720"/>
            </a:xfrm>
            <a:custGeom>
              <a:avLst/>
              <a:gdLst>
                <a:gd name="textAreaLeft" fmla="*/ 0 w 188280"/>
                <a:gd name="textAreaRight" fmla="*/ 189000 w 18828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69" name="Freeform 3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531520" y="5694480"/>
              <a:ext cx="297720" cy="1153440"/>
            </a:xfrm>
            <a:custGeom>
              <a:avLst/>
              <a:gdLst>
                <a:gd name="textAreaLeft" fmla="*/ 0 w 297720"/>
                <a:gd name="textAreaRight" fmla="*/ 298440 w 297720"/>
                <a:gd name="textAreaTop" fmla="*/ 0 h 1153440"/>
                <a:gd name="textAreaBottom" fmla="*/ 1154160 h 1153440"/>
              </a:gdLst>
              <a:ahLst/>
              <a:rect l="textAreaLeft" t="textAreaTop" r="textAreaRight" b="textAreaBottom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70" name="Freeform 3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73080" y="5551560"/>
              <a:ext cx="156600" cy="15480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4800"/>
                <a:gd name="textAreaBottom" fmla="*/ 155520 h 154800"/>
              </a:gdLst>
              <a:ahLst/>
              <a:rect l="textAreaLeft" t="textAreaTop" r="textAreaRight" b="textAreaBottom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71" name="Freeform 3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11160" y="4680"/>
              <a:ext cx="304200" cy="154404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44040"/>
                <a:gd name="textAreaBottom" fmla="*/ 1544760 h 1544040"/>
              </a:gdLst>
              <a:ahLst/>
              <a:rect l="textAreaLeft" t="textAreaTop" r="textAreaRight" b="textAreaBottom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72" name="Freeform 3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36280" y="4867200"/>
              <a:ext cx="188280" cy="188280"/>
            </a:xfrm>
            <a:custGeom>
              <a:avLst/>
              <a:gdLst>
                <a:gd name="textAreaLeft" fmla="*/ 0 w 188280"/>
                <a:gd name="textAreaRight" fmla="*/ 189000 w 18828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73" name="Freeform 3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41160" y="5046840"/>
              <a:ext cx="307080" cy="1801080"/>
            </a:xfrm>
            <a:custGeom>
              <a:avLst/>
              <a:gdLst>
                <a:gd name="textAreaLeft" fmla="*/ 0 w 307080"/>
                <a:gd name="textAreaRight" fmla="*/ 307800 w 307080"/>
                <a:gd name="textAreaTop" fmla="*/ 0 h 1801080"/>
                <a:gd name="textAreaBottom" fmla="*/ 1801800 h 1801080"/>
              </a:gdLst>
              <a:ahLst/>
              <a:rect l="textAreaLeft" t="textAreaTop" r="textAreaRight" b="textAreaBottom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74" name="Freeform 4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849040" y="641664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75" name="Rectangle 4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939760" y="6595920"/>
              <a:ext cx="23040" cy="25164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</p:grpSp>
      <p:sp>
        <p:nvSpPr>
          <p:cNvPr id="1476" name="PlaceHolder 1"/>
          <p:cNvSpPr>
            <a:spLocks noGrp="1"/>
          </p:cNvSpPr>
          <p:nvPr>
            <p:ph type="ftr" idx="57"/>
          </p:nvPr>
        </p:nvSpPr>
        <p:spPr>
          <a:xfrm>
            <a:off x="712800" y="-15840"/>
            <a:ext cx="623844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1" lang="en-US" sz="1050" spc="-1" strike="noStrike" cap="all">
                <a:solidFill>
                  <a:schemeClr val="dk1">
                    <a:lumMod val="65000"/>
                    <a:lumOff val="35000"/>
                  </a:schemeClr>
                </a:solidFill>
                <a:latin typeface="Tw Cen MT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50" spc="-1" strike="noStrike" cap="all">
                <a:solidFill>
                  <a:schemeClr val="dk1">
                    <a:lumMod val="65000"/>
                    <a:lumOff val="35000"/>
                  </a:schemeClr>
                </a:solidFill>
                <a:latin typeface="Tw Cen MT"/>
              </a:rPr>
              <a:t>https://github.com/Frederic-P/automotive_project</a:t>
            </a:r>
            <a:endParaRPr b="0" lang="en-US" sz="1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7" name="PlaceHolder 2"/>
          <p:cNvSpPr>
            <a:spLocks noGrp="1"/>
          </p:cNvSpPr>
          <p:nvPr>
            <p:ph/>
          </p:nvPr>
        </p:nvSpPr>
        <p:spPr>
          <a:xfrm>
            <a:off x="1206360" y="777240"/>
            <a:ext cx="9840240" cy="354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lvl="1" marL="6858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Tw Cen MT"/>
              </a:rPr>
              <a:t>Incomplete data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78" name="Picture 2" descr="CLEAN CAR CLUBστο X: &quot;&quot;What's your favorite BMW 3 series model?  https://t.co/ny0ZC64axL / X"/>
          <p:cNvPicPr/>
          <p:nvPr/>
        </p:nvPicPr>
        <p:blipFill>
          <a:blip r:embed="rId2"/>
          <a:stretch/>
        </p:blipFill>
        <p:spPr>
          <a:xfrm>
            <a:off x="5466240" y="0"/>
            <a:ext cx="5652000" cy="6886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ffffff"/>
            </a:gs>
            <a:gs pos="100000">
              <a:srgbClr val="a7a7a7"/>
            </a:gs>
          </a:gsLst>
          <a:lin ang="504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79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Tw Cen MT"/>
            </a:endParaRPr>
          </a:p>
        </p:txBody>
      </p:sp>
      <p:pic>
        <p:nvPicPr>
          <p:cNvPr id="1480" name="Picture 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1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ln w="0">
            <a:noFill/>
          </a:ln>
        </p:spPr>
      </p:pic>
      <p:grpSp>
        <p:nvGrpSpPr>
          <p:cNvPr id="1481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20400" cy="6857280"/>
            <a:chOff x="0" y="0"/>
            <a:chExt cx="1220400" cy="6857280"/>
          </a:xfrm>
        </p:grpSpPr>
        <p:sp>
          <p:nvSpPr>
            <p:cNvPr id="1482" name="Rectangle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28520" y="4680"/>
              <a:ext cx="23040" cy="218052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83" name="Freeform 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7520" y="217656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84" name="Freeform 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2840" y="4021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85" name="Freeform 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4200" y="4680"/>
              <a:ext cx="369000" cy="181044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810440"/>
                <a:gd name="textAreaBottom" fmla="*/ 1811160 h 1810440"/>
              </a:gdLst>
              <a:ahLst/>
              <a:rect l="textAreaLeft" t="textAreaTop" r="textAreaRight" b="textAreaBottom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86" name="Freeform 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17680" y="18018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87" name="Freeform 1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99880" y="4680"/>
              <a:ext cx="369000" cy="142956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429560"/>
                <a:gd name="textAreaBottom" fmla="*/ 1430280 h 1429560"/>
              </a:gdLst>
              <a:ahLst/>
              <a:rect l="textAreaLeft" t="textAreaTop" r="textAreaRight" b="textAreaBottom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88" name="Freeform 1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60520" y="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rect l="textAreaLeft" t="textAreaTop" r="textAreaRight" b="textAreaBottom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89" name="Freeform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3360" y="14209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90" name="Freeform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3360" y="9032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91" name="Freeform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55560" y="0"/>
              <a:ext cx="421560" cy="526320"/>
            </a:xfrm>
            <a:custGeom>
              <a:avLst/>
              <a:gdLst>
                <a:gd name="textAreaLeft" fmla="*/ 0 w 421560"/>
                <a:gd name="textAreaRight" fmla="*/ 422280 w 421560"/>
                <a:gd name="textAreaTop" fmla="*/ 0 h 526320"/>
                <a:gd name="textAreaBottom" fmla="*/ 527040 h 526320"/>
              </a:gdLst>
              <a:ahLst/>
              <a:rect l="textAreaLeft" t="textAreaTop" r="textAreaRight" b="textAreaBottom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92" name="Freeform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35000" y="488880"/>
              <a:ext cx="161280" cy="146880"/>
            </a:xfrm>
            <a:custGeom>
              <a:avLst/>
              <a:gdLst>
                <a:gd name="textAreaLeft" fmla="*/ 0 w 161280"/>
                <a:gd name="textAreaRight" fmla="*/ 162000 w 161280"/>
                <a:gd name="textAreaTop" fmla="*/ 0 h 146880"/>
                <a:gd name="textAreaBottom" fmla="*/ 147600 h 146880"/>
              </a:gdLst>
              <a:ahLst/>
              <a:rect l="textAreaLeft" t="textAreaTop" r="textAreaRight" b="textAreaBottom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93" name="Line 1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360" y="9360"/>
              <a:ext cx="360" cy="360"/>
            </a:xfrm>
            <a:prstGeom prst="line">
              <a:avLst/>
            </a:prstGeom>
            <a:ln w="15">
              <a:solidFill>
                <a:srgbClr val="ffffff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640" bIns="-44640" anchor="t">
              <a:noAutofit/>
            </a:bodyPr>
            <a:p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94" name="Freeform 1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60" y="1801800"/>
              <a:ext cx="123120" cy="126360"/>
            </a:xfrm>
            <a:custGeom>
              <a:avLst/>
              <a:gdLst>
                <a:gd name="textAreaLeft" fmla="*/ 0 w 123120"/>
                <a:gd name="textAreaRight" fmla="*/ 123840 w 123120"/>
                <a:gd name="textAreaTop" fmla="*/ 0 h 126360"/>
                <a:gd name="textAreaBottom" fmla="*/ 127080 h 126360"/>
              </a:gdLst>
              <a:ahLst/>
              <a:rect l="textAreaLeft" t="textAreaTop" r="textAreaRight" b="textAreaBottom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95" name="Freeform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680" y="3549600"/>
              <a:ext cx="146880" cy="480240"/>
            </a:xfrm>
            <a:custGeom>
              <a:avLst/>
              <a:gdLst>
                <a:gd name="textAreaLeft" fmla="*/ 0 w 146880"/>
                <a:gd name="textAreaRight" fmla="*/ 147600 w 146880"/>
                <a:gd name="textAreaTop" fmla="*/ 0 h 480240"/>
                <a:gd name="textAreaBottom" fmla="*/ 480960 h 480240"/>
              </a:gdLst>
              <a:ahLst/>
              <a:rect l="textAreaLeft" t="textAreaTop" r="textAreaRight" b="textAreaBottom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96" name="Freeform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2920" y="1382760"/>
              <a:ext cx="142200" cy="475560"/>
            </a:xfrm>
            <a:custGeom>
              <a:avLst/>
              <a:gdLst>
                <a:gd name="textAreaLeft" fmla="*/ 0 w 142200"/>
                <a:gd name="textAreaRight" fmla="*/ 142920 w 142200"/>
                <a:gd name="textAreaTop" fmla="*/ 0 h 475560"/>
                <a:gd name="textAreaBottom" fmla="*/ 476280 h 475560"/>
              </a:gdLst>
              <a:ahLst/>
              <a:rect l="textAreaLeft" t="textAreaTop" r="textAreaRight" b="textAreaBottom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97" name="Freeform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9240" y="1849320"/>
              <a:ext cx="113760" cy="107280"/>
            </a:xfrm>
            <a:custGeom>
              <a:avLst/>
              <a:gdLst>
                <a:gd name="textAreaLeft" fmla="*/ 0 w 113760"/>
                <a:gd name="textAreaRight" fmla="*/ 114480 w 113760"/>
                <a:gd name="textAreaTop" fmla="*/ 0 h 107280"/>
                <a:gd name="textAreaBottom" fmla="*/ 108000 h 107280"/>
              </a:gdLst>
              <a:ahLst/>
              <a:rect l="textAreaLeft" t="textAreaTop" r="textAreaRight" b="textAreaBottom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98" name="Rectangl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7600" y="4662360"/>
              <a:ext cx="23040" cy="218052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499" name="Freeform 2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960" y="5041800"/>
              <a:ext cx="369000" cy="180108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801080"/>
                <a:gd name="textAreaBottom" fmla="*/ 1801800 h 1801080"/>
              </a:gdLst>
              <a:ahLst/>
              <a:rect l="textAreaLeft" t="textAreaTop" r="textAreaRight" b="textAreaBottom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500" name="Freeform 2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6600" y="4481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501" name="Freeform 2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5627520"/>
              <a:ext cx="84960" cy="1215360"/>
            </a:xfrm>
            <a:custGeom>
              <a:avLst/>
              <a:gdLst>
                <a:gd name="textAreaLeft" fmla="*/ 0 w 84960"/>
                <a:gd name="textAreaRight" fmla="*/ 85680 w 84960"/>
                <a:gd name="textAreaTop" fmla="*/ 0 h 1215360"/>
                <a:gd name="textAreaBottom" fmla="*/ 1216080 h 1215360"/>
              </a:gdLst>
              <a:ahLst/>
              <a:rect l="textAreaLeft" t="textAreaTop" r="textAreaRight" b="textAreaBottom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502" name="Freeform 2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1440" y="4867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503" name="Freeform 2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4000" y="5423040"/>
              <a:ext cx="374040" cy="1424880"/>
            </a:xfrm>
            <a:custGeom>
              <a:avLst/>
              <a:gdLst>
                <a:gd name="textAreaLeft" fmla="*/ 0 w 374040"/>
                <a:gd name="textAreaRight" fmla="*/ 374760 w 374040"/>
                <a:gd name="textAreaTop" fmla="*/ 0 h 1424880"/>
                <a:gd name="textAreaBottom" fmla="*/ 1425600 h 1424880"/>
              </a:gdLst>
              <a:ahLst/>
              <a:rect l="textAreaLeft" t="textAreaTop" r="textAreaRight" b="textAreaBottom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504" name="Freeform 2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84280" y="594504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rect l="textAreaLeft" t="textAreaTop" r="textAreaRight" b="textAreaBottom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505" name="Freeform 2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7120" y="5246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506" name="Freeform 2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7120" y="57643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507" name="Freeform 3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84360" y="6330960"/>
              <a:ext cx="416880" cy="516960"/>
            </a:xfrm>
            <a:custGeom>
              <a:avLst/>
              <a:gdLst>
                <a:gd name="textAreaLeft" fmla="*/ 0 w 416880"/>
                <a:gd name="textAreaRight" fmla="*/ 417600 w 416880"/>
                <a:gd name="textAreaTop" fmla="*/ 0 h 516960"/>
                <a:gd name="textAreaBottom" fmla="*/ 517680 h 516960"/>
              </a:gdLst>
              <a:ahLst/>
              <a:rect l="textAreaLeft" t="textAreaTop" r="textAreaRight" b="textAreaBottom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508" name="Freeform 3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63800" y="6221520"/>
              <a:ext cx="156600" cy="14688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46880"/>
                <a:gd name="textAreaBottom" fmla="*/ 147600 h 146880"/>
              </a:gdLst>
              <a:ahLst/>
              <a:rect l="textAreaLeft" t="textAreaTop" r="textAreaRight" b="textAreaBottom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</p:grpSp>
      <p:grpSp>
        <p:nvGrpSpPr>
          <p:cNvPr id="1509" name="Group 4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1364840" y="0"/>
            <a:ext cx="673920" cy="6847920"/>
            <a:chOff x="11364840" y="0"/>
            <a:chExt cx="673920" cy="6847920"/>
          </a:xfrm>
        </p:grpSpPr>
        <p:sp>
          <p:nvSpPr>
            <p:cNvPr id="1510" name="Freeform 3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84000" y="0"/>
              <a:ext cx="416880" cy="511920"/>
            </a:xfrm>
            <a:custGeom>
              <a:avLst/>
              <a:gdLst>
                <a:gd name="textAreaLeft" fmla="*/ 0 w 416880"/>
                <a:gd name="textAreaRight" fmla="*/ 417600 w 416880"/>
                <a:gd name="textAreaTop" fmla="*/ 0 h 511920"/>
                <a:gd name="textAreaBottom" fmla="*/ 512640 h 511920"/>
              </a:gdLst>
              <a:ahLst/>
              <a:rect l="textAreaLeft" t="textAreaTop" r="textAreaRight" b="textAreaBottom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511" name="Freeform 3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364840" y="474840"/>
              <a:ext cx="156600" cy="15156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1560"/>
                <a:gd name="textAreaBottom" fmla="*/ 152280 h 151560"/>
              </a:gdLst>
              <a:ahLst/>
              <a:rect l="textAreaLeft" t="textAreaTop" r="textAreaRight" b="textAreaBottom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512" name="Freeform 3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31600" y="1539720"/>
              <a:ext cx="188280" cy="189720"/>
            </a:xfrm>
            <a:custGeom>
              <a:avLst/>
              <a:gdLst>
                <a:gd name="textAreaLeft" fmla="*/ 0 w 188280"/>
                <a:gd name="textAreaRight" fmla="*/ 189000 w 18828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513" name="Freeform 3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531520" y="5694480"/>
              <a:ext cx="297720" cy="1153440"/>
            </a:xfrm>
            <a:custGeom>
              <a:avLst/>
              <a:gdLst>
                <a:gd name="textAreaLeft" fmla="*/ 0 w 297720"/>
                <a:gd name="textAreaRight" fmla="*/ 298440 w 297720"/>
                <a:gd name="textAreaTop" fmla="*/ 0 h 1153440"/>
                <a:gd name="textAreaBottom" fmla="*/ 1154160 h 1153440"/>
              </a:gdLst>
              <a:ahLst/>
              <a:rect l="textAreaLeft" t="textAreaTop" r="textAreaRight" b="textAreaBottom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514" name="Freeform 3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73080" y="5551560"/>
              <a:ext cx="156600" cy="15480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4800"/>
                <a:gd name="textAreaBottom" fmla="*/ 155520 h 154800"/>
              </a:gdLst>
              <a:ahLst/>
              <a:rect l="textAreaLeft" t="textAreaTop" r="textAreaRight" b="textAreaBottom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515" name="Freeform 3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11160" y="4680"/>
              <a:ext cx="304200" cy="154404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44040"/>
                <a:gd name="textAreaBottom" fmla="*/ 1544760 h 1544040"/>
              </a:gdLst>
              <a:ahLst/>
              <a:rect l="textAreaLeft" t="textAreaTop" r="textAreaRight" b="textAreaBottom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516" name="Freeform 3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36280" y="4867200"/>
              <a:ext cx="188280" cy="188280"/>
            </a:xfrm>
            <a:custGeom>
              <a:avLst/>
              <a:gdLst>
                <a:gd name="textAreaLeft" fmla="*/ 0 w 188280"/>
                <a:gd name="textAreaRight" fmla="*/ 189000 w 18828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517" name="Freeform 3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41160" y="5046840"/>
              <a:ext cx="307080" cy="1801080"/>
            </a:xfrm>
            <a:custGeom>
              <a:avLst/>
              <a:gdLst>
                <a:gd name="textAreaLeft" fmla="*/ 0 w 307080"/>
                <a:gd name="textAreaRight" fmla="*/ 307800 w 307080"/>
                <a:gd name="textAreaTop" fmla="*/ 0 h 1801080"/>
                <a:gd name="textAreaBottom" fmla="*/ 1801800 h 1801080"/>
              </a:gdLst>
              <a:ahLst/>
              <a:rect l="textAreaLeft" t="textAreaTop" r="textAreaRight" b="textAreaBottom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518" name="Freeform 4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849040" y="641664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519" name="Rectangle 4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939760" y="6595920"/>
              <a:ext cx="23040" cy="25164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</p:grpSp>
      <p:sp>
        <p:nvSpPr>
          <p:cNvPr id="1520" name="PlaceHolder 1"/>
          <p:cNvSpPr>
            <a:spLocks noGrp="1"/>
          </p:cNvSpPr>
          <p:nvPr>
            <p:ph type="ftr" idx="58"/>
          </p:nvPr>
        </p:nvSpPr>
        <p:spPr>
          <a:xfrm>
            <a:off x="712800" y="-15840"/>
            <a:ext cx="623844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1" lang="en-US" sz="1050" spc="-1" strike="noStrike" cap="all">
                <a:solidFill>
                  <a:schemeClr val="dk1">
                    <a:lumMod val="65000"/>
                    <a:lumOff val="35000"/>
                  </a:schemeClr>
                </a:solidFill>
                <a:latin typeface="Tw Cen MT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50" spc="-1" strike="noStrike" cap="all">
                <a:solidFill>
                  <a:schemeClr val="dk1">
                    <a:lumMod val="65000"/>
                    <a:lumOff val="35000"/>
                  </a:schemeClr>
                </a:solidFill>
                <a:latin typeface="Tw Cen MT"/>
              </a:rPr>
              <a:t>https://github.com/Frederic-P/automotive_project</a:t>
            </a:r>
            <a:endParaRPr b="0" lang="en-US" sz="1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1" name="PlaceHolder 2"/>
          <p:cNvSpPr>
            <a:spLocks noGrp="1"/>
          </p:cNvSpPr>
          <p:nvPr>
            <p:ph/>
          </p:nvPr>
        </p:nvSpPr>
        <p:spPr>
          <a:xfrm>
            <a:off x="1206360" y="777240"/>
            <a:ext cx="9840240" cy="354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lvl="1" marL="6858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Tw Cen MT"/>
              </a:rPr>
              <a:t>Incomplete data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22" name="Picture 2" descr="Ford Genk - Wikipedia"/>
          <p:cNvPicPr/>
          <p:nvPr/>
        </p:nvPicPr>
        <p:blipFill>
          <a:blip r:embed="rId2"/>
          <a:stretch/>
        </p:blipFill>
        <p:spPr>
          <a:xfrm>
            <a:off x="4507200" y="200160"/>
            <a:ext cx="1949400" cy="747000"/>
          </a:xfrm>
          <a:prstGeom prst="rect">
            <a:avLst/>
          </a:prstGeom>
          <a:ln w="0">
            <a:noFill/>
          </a:ln>
        </p:spPr>
      </p:pic>
      <p:pic>
        <p:nvPicPr>
          <p:cNvPr id="1523" name="Picture 7" descr="D:\Downloads\pngwing.com.png"/>
          <p:cNvPicPr/>
          <p:nvPr/>
        </p:nvPicPr>
        <p:blipFill>
          <a:blip r:embed="rId3"/>
          <a:stretch/>
        </p:blipFill>
        <p:spPr>
          <a:xfrm>
            <a:off x="6597000" y="48240"/>
            <a:ext cx="2649600" cy="944640"/>
          </a:xfrm>
          <a:prstGeom prst="rect">
            <a:avLst/>
          </a:prstGeom>
          <a:ln w="0">
            <a:noFill/>
          </a:ln>
        </p:spPr>
      </p:pic>
      <p:sp>
        <p:nvSpPr>
          <p:cNvPr id="1524" name="TextBox 55"/>
          <p:cNvSpPr/>
          <p:nvPr/>
        </p:nvSpPr>
        <p:spPr>
          <a:xfrm>
            <a:off x="9321840" y="200160"/>
            <a:ext cx="1929600" cy="7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4400" spc="-1" strike="noStrike">
                <a:solidFill>
                  <a:schemeClr val="dk1"/>
                </a:solidFill>
                <a:latin typeface="Tw Cen MT"/>
              </a:rPr>
              <a:t>MK IV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25" name="Picture 8" descr="D:\Downloads\53862060439_cb994eda33_k.jpg"/>
          <p:cNvPicPr/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15000" contrast="-5000"/>
                    </a14:imgEffect>
                  </a14:imgLayer>
                </a14:imgProps>
              </a:ext>
            </a:extLst>
          </a:blip>
          <a:stretch/>
        </p:blipFill>
        <p:spPr>
          <a:xfrm>
            <a:off x="78480" y="1659600"/>
            <a:ext cx="3463920" cy="2597760"/>
          </a:xfrm>
          <a:prstGeom prst="rect">
            <a:avLst/>
          </a:prstGeom>
          <a:ln w="0">
            <a:noFill/>
          </a:ln>
        </p:spPr>
      </p:pic>
      <p:sp>
        <p:nvSpPr>
          <p:cNvPr id="1526" name="TextBox 57"/>
          <p:cNvSpPr/>
          <p:nvPr/>
        </p:nvSpPr>
        <p:spPr>
          <a:xfrm>
            <a:off x="660240" y="4292280"/>
            <a:ext cx="2228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Cabriolet: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Escort MK IV (ALF)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27" name="Picture 10" descr="Ford Escort"/>
          <p:cNvPicPr/>
          <p:nvPr/>
        </p:nvPicPr>
        <p:blipFill>
          <a:blip r:embed="rId6"/>
          <a:stretch/>
        </p:blipFill>
        <p:spPr>
          <a:xfrm>
            <a:off x="3543480" y="1659600"/>
            <a:ext cx="3899520" cy="2597760"/>
          </a:xfrm>
          <a:prstGeom prst="rect">
            <a:avLst/>
          </a:prstGeom>
          <a:ln w="0">
            <a:noFill/>
          </a:ln>
        </p:spPr>
      </p:pic>
      <p:sp>
        <p:nvSpPr>
          <p:cNvPr id="1528" name="TextBox 59"/>
          <p:cNvSpPr/>
          <p:nvPr/>
        </p:nvSpPr>
        <p:spPr>
          <a:xfrm>
            <a:off x="4379040" y="4444920"/>
            <a:ext cx="2675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5door hatch: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Escort MK IV (AWF)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9" name="TextBox 60"/>
          <p:cNvSpPr/>
          <p:nvPr/>
        </p:nvSpPr>
        <p:spPr>
          <a:xfrm>
            <a:off x="4531320" y="5308560"/>
            <a:ext cx="2675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3door hatch: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Escort MK IV (GAF)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30" name="Picture 12" descr="zdjęcie Escort"/>
          <p:cNvPicPr/>
          <p:nvPr/>
        </p:nvPicPr>
        <p:blipFill>
          <a:blip r:embed="rId7"/>
          <a:stretch/>
        </p:blipFill>
        <p:spPr>
          <a:xfrm>
            <a:off x="7443720" y="1659600"/>
            <a:ext cx="3484080" cy="2599920"/>
          </a:xfrm>
          <a:prstGeom prst="rect">
            <a:avLst/>
          </a:prstGeom>
          <a:ln w="0">
            <a:noFill/>
          </a:ln>
        </p:spPr>
      </p:pic>
      <p:sp>
        <p:nvSpPr>
          <p:cNvPr id="1531" name="TextBox 63"/>
          <p:cNvSpPr/>
          <p:nvPr/>
        </p:nvSpPr>
        <p:spPr>
          <a:xfrm>
            <a:off x="7499880" y="4348800"/>
            <a:ext cx="3371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Turnier (station wagon):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Escort MK IV (AVF)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ffffff"/>
            </a:gs>
            <a:gs pos="100000">
              <a:srgbClr val="a7a7a7"/>
            </a:gs>
          </a:gsLst>
          <a:lin ang="504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32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Tw Cen MT"/>
            </a:endParaRPr>
          </a:p>
        </p:txBody>
      </p:sp>
      <p:pic>
        <p:nvPicPr>
          <p:cNvPr id="1533" name="Picture 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1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ln w="0">
            <a:noFill/>
          </a:ln>
        </p:spPr>
      </p:pic>
      <p:grpSp>
        <p:nvGrpSpPr>
          <p:cNvPr id="1534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20400" cy="6857280"/>
            <a:chOff x="0" y="0"/>
            <a:chExt cx="1220400" cy="6857280"/>
          </a:xfrm>
        </p:grpSpPr>
        <p:sp>
          <p:nvSpPr>
            <p:cNvPr id="1535" name="Rectangle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28520" y="4680"/>
              <a:ext cx="23040" cy="218052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536" name="Freeform 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7520" y="217656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537" name="Freeform 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2840" y="4021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538" name="Freeform 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4200" y="4680"/>
              <a:ext cx="369000" cy="181044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810440"/>
                <a:gd name="textAreaBottom" fmla="*/ 1811160 h 1810440"/>
              </a:gdLst>
              <a:ahLst/>
              <a:rect l="textAreaLeft" t="textAreaTop" r="textAreaRight" b="textAreaBottom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539" name="Freeform 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17680" y="18018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540" name="Freeform 1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99880" y="4680"/>
              <a:ext cx="369000" cy="142956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429560"/>
                <a:gd name="textAreaBottom" fmla="*/ 1430280 h 1429560"/>
              </a:gdLst>
              <a:ahLst/>
              <a:rect l="textAreaLeft" t="textAreaTop" r="textAreaRight" b="textAreaBottom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541" name="Freeform 1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60520" y="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rect l="textAreaLeft" t="textAreaTop" r="textAreaRight" b="textAreaBottom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542" name="Freeform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3360" y="14209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543" name="Freeform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3360" y="9032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544" name="Freeform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55560" y="0"/>
              <a:ext cx="421560" cy="526320"/>
            </a:xfrm>
            <a:custGeom>
              <a:avLst/>
              <a:gdLst>
                <a:gd name="textAreaLeft" fmla="*/ 0 w 421560"/>
                <a:gd name="textAreaRight" fmla="*/ 422280 w 421560"/>
                <a:gd name="textAreaTop" fmla="*/ 0 h 526320"/>
                <a:gd name="textAreaBottom" fmla="*/ 527040 h 526320"/>
              </a:gdLst>
              <a:ahLst/>
              <a:rect l="textAreaLeft" t="textAreaTop" r="textAreaRight" b="textAreaBottom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545" name="Freeform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35000" y="488880"/>
              <a:ext cx="161280" cy="146880"/>
            </a:xfrm>
            <a:custGeom>
              <a:avLst/>
              <a:gdLst>
                <a:gd name="textAreaLeft" fmla="*/ 0 w 161280"/>
                <a:gd name="textAreaRight" fmla="*/ 162000 w 161280"/>
                <a:gd name="textAreaTop" fmla="*/ 0 h 146880"/>
                <a:gd name="textAreaBottom" fmla="*/ 147600 h 146880"/>
              </a:gdLst>
              <a:ahLst/>
              <a:rect l="textAreaLeft" t="textAreaTop" r="textAreaRight" b="textAreaBottom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546" name="Line 1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360" y="9360"/>
              <a:ext cx="360" cy="360"/>
            </a:xfrm>
            <a:prstGeom prst="line">
              <a:avLst/>
            </a:prstGeom>
            <a:ln w="15">
              <a:solidFill>
                <a:srgbClr val="ffffff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640" bIns="-44640" anchor="t">
              <a:noAutofit/>
            </a:bodyPr>
            <a:p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547" name="Freeform 1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60" y="1801800"/>
              <a:ext cx="123120" cy="126360"/>
            </a:xfrm>
            <a:custGeom>
              <a:avLst/>
              <a:gdLst>
                <a:gd name="textAreaLeft" fmla="*/ 0 w 123120"/>
                <a:gd name="textAreaRight" fmla="*/ 123840 w 123120"/>
                <a:gd name="textAreaTop" fmla="*/ 0 h 126360"/>
                <a:gd name="textAreaBottom" fmla="*/ 127080 h 126360"/>
              </a:gdLst>
              <a:ahLst/>
              <a:rect l="textAreaLeft" t="textAreaTop" r="textAreaRight" b="textAreaBottom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548" name="Freeform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680" y="3549600"/>
              <a:ext cx="146880" cy="480240"/>
            </a:xfrm>
            <a:custGeom>
              <a:avLst/>
              <a:gdLst>
                <a:gd name="textAreaLeft" fmla="*/ 0 w 146880"/>
                <a:gd name="textAreaRight" fmla="*/ 147600 w 146880"/>
                <a:gd name="textAreaTop" fmla="*/ 0 h 480240"/>
                <a:gd name="textAreaBottom" fmla="*/ 480960 h 480240"/>
              </a:gdLst>
              <a:ahLst/>
              <a:rect l="textAreaLeft" t="textAreaTop" r="textAreaRight" b="textAreaBottom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549" name="Freeform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2920" y="1382760"/>
              <a:ext cx="142200" cy="475560"/>
            </a:xfrm>
            <a:custGeom>
              <a:avLst/>
              <a:gdLst>
                <a:gd name="textAreaLeft" fmla="*/ 0 w 142200"/>
                <a:gd name="textAreaRight" fmla="*/ 142920 w 142200"/>
                <a:gd name="textAreaTop" fmla="*/ 0 h 475560"/>
                <a:gd name="textAreaBottom" fmla="*/ 476280 h 475560"/>
              </a:gdLst>
              <a:ahLst/>
              <a:rect l="textAreaLeft" t="textAreaTop" r="textAreaRight" b="textAreaBottom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550" name="Freeform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9240" y="1849320"/>
              <a:ext cx="113760" cy="107280"/>
            </a:xfrm>
            <a:custGeom>
              <a:avLst/>
              <a:gdLst>
                <a:gd name="textAreaLeft" fmla="*/ 0 w 113760"/>
                <a:gd name="textAreaRight" fmla="*/ 114480 w 113760"/>
                <a:gd name="textAreaTop" fmla="*/ 0 h 107280"/>
                <a:gd name="textAreaBottom" fmla="*/ 108000 h 107280"/>
              </a:gdLst>
              <a:ahLst/>
              <a:rect l="textAreaLeft" t="textAreaTop" r="textAreaRight" b="textAreaBottom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551" name="Rectangl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7600" y="4662360"/>
              <a:ext cx="23040" cy="218052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552" name="Freeform 2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960" y="5041800"/>
              <a:ext cx="369000" cy="180108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801080"/>
                <a:gd name="textAreaBottom" fmla="*/ 1801800 h 1801080"/>
              </a:gdLst>
              <a:ahLst/>
              <a:rect l="textAreaLeft" t="textAreaTop" r="textAreaRight" b="textAreaBottom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553" name="Freeform 2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6600" y="4481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554" name="Freeform 2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5627520"/>
              <a:ext cx="84960" cy="1215360"/>
            </a:xfrm>
            <a:custGeom>
              <a:avLst/>
              <a:gdLst>
                <a:gd name="textAreaLeft" fmla="*/ 0 w 84960"/>
                <a:gd name="textAreaRight" fmla="*/ 85680 w 84960"/>
                <a:gd name="textAreaTop" fmla="*/ 0 h 1215360"/>
                <a:gd name="textAreaBottom" fmla="*/ 1216080 h 1215360"/>
              </a:gdLst>
              <a:ahLst/>
              <a:rect l="textAreaLeft" t="textAreaTop" r="textAreaRight" b="textAreaBottom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555" name="Freeform 2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1440" y="4867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556" name="Freeform 2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4000" y="5423040"/>
              <a:ext cx="374040" cy="1424880"/>
            </a:xfrm>
            <a:custGeom>
              <a:avLst/>
              <a:gdLst>
                <a:gd name="textAreaLeft" fmla="*/ 0 w 374040"/>
                <a:gd name="textAreaRight" fmla="*/ 374760 w 374040"/>
                <a:gd name="textAreaTop" fmla="*/ 0 h 1424880"/>
                <a:gd name="textAreaBottom" fmla="*/ 1425600 h 1424880"/>
              </a:gdLst>
              <a:ahLst/>
              <a:rect l="textAreaLeft" t="textAreaTop" r="textAreaRight" b="textAreaBottom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557" name="Freeform 2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84280" y="594504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rect l="textAreaLeft" t="textAreaTop" r="textAreaRight" b="textAreaBottom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558" name="Freeform 2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7120" y="5246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559" name="Freeform 2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7120" y="57643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560" name="Freeform 3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84360" y="6330960"/>
              <a:ext cx="416880" cy="516960"/>
            </a:xfrm>
            <a:custGeom>
              <a:avLst/>
              <a:gdLst>
                <a:gd name="textAreaLeft" fmla="*/ 0 w 416880"/>
                <a:gd name="textAreaRight" fmla="*/ 417600 w 416880"/>
                <a:gd name="textAreaTop" fmla="*/ 0 h 516960"/>
                <a:gd name="textAreaBottom" fmla="*/ 517680 h 516960"/>
              </a:gdLst>
              <a:ahLst/>
              <a:rect l="textAreaLeft" t="textAreaTop" r="textAreaRight" b="textAreaBottom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561" name="Freeform 3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63800" y="6221520"/>
              <a:ext cx="156600" cy="14688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46880"/>
                <a:gd name="textAreaBottom" fmla="*/ 147600 h 146880"/>
              </a:gdLst>
              <a:ahLst/>
              <a:rect l="textAreaLeft" t="textAreaTop" r="textAreaRight" b="textAreaBottom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</p:grpSp>
      <p:grpSp>
        <p:nvGrpSpPr>
          <p:cNvPr id="1562" name="Group 4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1364840" y="0"/>
            <a:ext cx="673920" cy="6847920"/>
            <a:chOff x="11364840" y="0"/>
            <a:chExt cx="673920" cy="6847920"/>
          </a:xfrm>
        </p:grpSpPr>
        <p:sp>
          <p:nvSpPr>
            <p:cNvPr id="1563" name="Freeform 3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84000" y="0"/>
              <a:ext cx="416880" cy="511920"/>
            </a:xfrm>
            <a:custGeom>
              <a:avLst/>
              <a:gdLst>
                <a:gd name="textAreaLeft" fmla="*/ 0 w 416880"/>
                <a:gd name="textAreaRight" fmla="*/ 417600 w 416880"/>
                <a:gd name="textAreaTop" fmla="*/ 0 h 511920"/>
                <a:gd name="textAreaBottom" fmla="*/ 512640 h 511920"/>
              </a:gdLst>
              <a:ahLst/>
              <a:rect l="textAreaLeft" t="textAreaTop" r="textAreaRight" b="textAreaBottom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564" name="Freeform 3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364840" y="474840"/>
              <a:ext cx="156600" cy="15156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1560"/>
                <a:gd name="textAreaBottom" fmla="*/ 152280 h 151560"/>
              </a:gdLst>
              <a:ahLst/>
              <a:rect l="textAreaLeft" t="textAreaTop" r="textAreaRight" b="textAreaBottom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565" name="Freeform 3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31600" y="1539720"/>
              <a:ext cx="188280" cy="189720"/>
            </a:xfrm>
            <a:custGeom>
              <a:avLst/>
              <a:gdLst>
                <a:gd name="textAreaLeft" fmla="*/ 0 w 188280"/>
                <a:gd name="textAreaRight" fmla="*/ 189000 w 18828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566" name="Freeform 3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531520" y="5694480"/>
              <a:ext cx="297720" cy="1153440"/>
            </a:xfrm>
            <a:custGeom>
              <a:avLst/>
              <a:gdLst>
                <a:gd name="textAreaLeft" fmla="*/ 0 w 297720"/>
                <a:gd name="textAreaRight" fmla="*/ 298440 w 297720"/>
                <a:gd name="textAreaTop" fmla="*/ 0 h 1153440"/>
                <a:gd name="textAreaBottom" fmla="*/ 1154160 h 1153440"/>
              </a:gdLst>
              <a:ahLst/>
              <a:rect l="textAreaLeft" t="textAreaTop" r="textAreaRight" b="textAreaBottom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567" name="Freeform 3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73080" y="5551560"/>
              <a:ext cx="156600" cy="15480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4800"/>
                <a:gd name="textAreaBottom" fmla="*/ 155520 h 154800"/>
              </a:gdLst>
              <a:ahLst/>
              <a:rect l="textAreaLeft" t="textAreaTop" r="textAreaRight" b="textAreaBottom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568" name="Freeform 3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11160" y="4680"/>
              <a:ext cx="304200" cy="154404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44040"/>
                <a:gd name="textAreaBottom" fmla="*/ 1544760 h 1544040"/>
              </a:gdLst>
              <a:ahLst/>
              <a:rect l="textAreaLeft" t="textAreaTop" r="textAreaRight" b="textAreaBottom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569" name="Freeform 3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36280" y="4867200"/>
              <a:ext cx="188280" cy="188280"/>
            </a:xfrm>
            <a:custGeom>
              <a:avLst/>
              <a:gdLst>
                <a:gd name="textAreaLeft" fmla="*/ 0 w 188280"/>
                <a:gd name="textAreaRight" fmla="*/ 189000 w 18828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570" name="Freeform 3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41160" y="5046840"/>
              <a:ext cx="307080" cy="1801080"/>
            </a:xfrm>
            <a:custGeom>
              <a:avLst/>
              <a:gdLst>
                <a:gd name="textAreaLeft" fmla="*/ 0 w 307080"/>
                <a:gd name="textAreaRight" fmla="*/ 307800 w 307080"/>
                <a:gd name="textAreaTop" fmla="*/ 0 h 1801080"/>
                <a:gd name="textAreaBottom" fmla="*/ 1801800 h 1801080"/>
              </a:gdLst>
              <a:ahLst/>
              <a:rect l="textAreaLeft" t="textAreaTop" r="textAreaRight" b="textAreaBottom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571" name="Freeform 4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849040" y="641664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572" name="Rectangle 4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939760" y="6595920"/>
              <a:ext cx="23040" cy="25164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</p:grpSp>
      <p:sp>
        <p:nvSpPr>
          <p:cNvPr id="1573" name="PlaceHolder 1"/>
          <p:cNvSpPr>
            <a:spLocks noGrp="1"/>
          </p:cNvSpPr>
          <p:nvPr>
            <p:ph type="ftr" idx="59"/>
          </p:nvPr>
        </p:nvSpPr>
        <p:spPr>
          <a:xfrm>
            <a:off x="712800" y="-15840"/>
            <a:ext cx="623844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1" lang="en-US" sz="1050" spc="-1" strike="noStrike" cap="all">
                <a:solidFill>
                  <a:schemeClr val="dk1">
                    <a:lumMod val="65000"/>
                    <a:lumOff val="35000"/>
                  </a:schemeClr>
                </a:solidFill>
                <a:latin typeface="Tw Cen MT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50" spc="-1" strike="noStrike" cap="all">
                <a:solidFill>
                  <a:schemeClr val="dk1">
                    <a:lumMod val="65000"/>
                    <a:lumOff val="35000"/>
                  </a:schemeClr>
                </a:solidFill>
                <a:latin typeface="Tw Cen MT"/>
              </a:rPr>
              <a:t>https://github.com/Frederic-P/automotive_project</a:t>
            </a:r>
            <a:endParaRPr b="0" lang="en-US" sz="1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4" name="PlaceHolder 2"/>
          <p:cNvSpPr>
            <a:spLocks noGrp="1"/>
          </p:cNvSpPr>
          <p:nvPr>
            <p:ph/>
          </p:nvPr>
        </p:nvSpPr>
        <p:spPr>
          <a:xfrm>
            <a:off x="1206360" y="2249640"/>
            <a:ext cx="9840240" cy="354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lvl="1" marL="6858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Tw Cen MT"/>
              </a:rPr>
              <a:t>Rebadging: inter-brand confusion!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75" name="Picture 2" descr="Mazda2 Hybrid in Formal Red"/>
          <p:cNvPicPr/>
          <p:nvPr/>
        </p:nvPicPr>
        <p:blipFill>
          <a:blip r:embed="rId2"/>
          <a:stretch/>
        </p:blipFill>
        <p:spPr>
          <a:xfrm>
            <a:off x="679680" y="3558960"/>
            <a:ext cx="5268240" cy="2751120"/>
          </a:xfrm>
          <a:prstGeom prst="rect">
            <a:avLst/>
          </a:prstGeom>
          <a:ln w="0">
            <a:noFill/>
          </a:ln>
        </p:spPr>
      </p:pic>
      <p:pic>
        <p:nvPicPr>
          <p:cNvPr id="1576" name="Picture 8" descr=""/>
          <p:cNvPicPr/>
          <p:nvPr/>
        </p:nvPicPr>
        <p:blipFill>
          <a:blip r:embed="rId3"/>
          <a:stretch/>
        </p:blipFill>
        <p:spPr>
          <a:xfrm>
            <a:off x="6078600" y="3555720"/>
            <a:ext cx="5495040" cy="2781000"/>
          </a:xfrm>
          <a:prstGeom prst="rect">
            <a:avLst/>
          </a:prstGeom>
          <a:ln w="0">
            <a:noFill/>
          </a:ln>
        </p:spPr>
      </p:pic>
      <p:sp>
        <p:nvSpPr>
          <p:cNvPr id="1577" name="TextBox 4"/>
          <p:cNvSpPr/>
          <p:nvPr/>
        </p:nvSpPr>
        <p:spPr>
          <a:xfrm>
            <a:off x="1693800" y="6337440"/>
            <a:ext cx="2253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Mazda 2 (XP210)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8" name="TextBox 5"/>
          <p:cNvSpPr/>
          <p:nvPr/>
        </p:nvSpPr>
        <p:spPr>
          <a:xfrm>
            <a:off x="7562160" y="6418800"/>
            <a:ext cx="2528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Toyota Yaris (XP210)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79" name="Picture 8" descr=""/>
          <p:cNvPicPr/>
          <p:nvPr/>
        </p:nvPicPr>
        <p:blipFill>
          <a:blip r:embed="rId4"/>
          <a:stretch/>
        </p:blipFill>
        <p:spPr>
          <a:xfrm>
            <a:off x="731880" y="-54000"/>
            <a:ext cx="6363720" cy="3579120"/>
          </a:xfrm>
          <a:prstGeom prst="rect">
            <a:avLst/>
          </a:prstGeom>
          <a:ln w="0">
            <a:noFill/>
          </a:ln>
        </p:spPr>
      </p:pic>
      <p:sp>
        <p:nvSpPr>
          <p:cNvPr id="1580" name="TextBox 10"/>
          <p:cNvSpPr/>
          <p:nvPr/>
        </p:nvSpPr>
        <p:spPr>
          <a:xfrm>
            <a:off x="7257240" y="636480"/>
            <a:ext cx="25282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Toyota GT-86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	</a:t>
            </a: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Subaru BRZ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1" name="PlaceHolder 1"/>
          <p:cNvSpPr>
            <a:spLocks noGrp="1"/>
          </p:cNvSpPr>
          <p:nvPr>
            <p:ph type="title"/>
          </p:nvPr>
        </p:nvSpPr>
        <p:spPr>
          <a:xfrm>
            <a:off x="1141560" y="618480"/>
            <a:ext cx="9905400" cy="1477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3600" spc="-1" strike="noStrike" cap="all">
                <a:solidFill>
                  <a:schemeClr val="dk1"/>
                </a:solidFill>
                <a:latin typeface="Tw Cen MT"/>
              </a:rPr>
              <a:t>Project intended implementation</a:t>
            </a:r>
            <a:endParaRPr b="0" lang="en-US" sz="3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2" name="PlaceHolder 2"/>
          <p:cNvSpPr>
            <a:spLocks noGrp="1"/>
          </p:cNvSpPr>
          <p:nvPr>
            <p:ph type="ftr" idx="60"/>
          </p:nvPr>
        </p:nvSpPr>
        <p:spPr>
          <a:xfrm>
            <a:off x="712800" y="-15840"/>
            <a:ext cx="623844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1" lang="en-US" sz="1050" spc="-1" strike="noStrike" cap="all">
                <a:solidFill>
                  <a:schemeClr val="dk1">
                    <a:lumMod val="65000"/>
                    <a:lumOff val="35000"/>
                  </a:schemeClr>
                </a:solidFill>
                <a:latin typeface="Tw Cen MT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50" spc="-1" strike="noStrike" cap="all">
                <a:solidFill>
                  <a:schemeClr val="dk1">
                    <a:lumMod val="65000"/>
                    <a:lumOff val="35000"/>
                  </a:schemeClr>
                </a:solidFill>
                <a:latin typeface="Tw Cen MT"/>
              </a:rPr>
              <a:t>https://github.com/Frederic-P/automotive_project</a:t>
            </a:r>
            <a:endParaRPr b="0" lang="en-US" sz="105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ffffff"/>
            </a:gs>
            <a:gs pos="100000">
              <a:srgbClr val="a7a7a7"/>
            </a:gs>
          </a:gsLst>
          <a:lin ang="504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83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Tw Cen MT"/>
            </a:endParaRPr>
          </a:p>
        </p:txBody>
      </p:sp>
      <p:pic>
        <p:nvPicPr>
          <p:cNvPr id="1584" name="Picture 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1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ln w="0">
            <a:noFill/>
          </a:ln>
        </p:spPr>
      </p:pic>
      <p:grpSp>
        <p:nvGrpSpPr>
          <p:cNvPr id="1585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20400" cy="6857280"/>
            <a:chOff x="0" y="0"/>
            <a:chExt cx="1220400" cy="6857280"/>
          </a:xfrm>
        </p:grpSpPr>
        <p:sp>
          <p:nvSpPr>
            <p:cNvPr id="1586" name="Rectangle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28520" y="4680"/>
              <a:ext cx="23040" cy="218052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587" name="Freeform 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7520" y="217656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588" name="Freeform 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2840" y="4021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589" name="Freeform 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4200" y="4680"/>
              <a:ext cx="369000" cy="181044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810440"/>
                <a:gd name="textAreaBottom" fmla="*/ 1811160 h 1810440"/>
              </a:gdLst>
              <a:ahLst/>
              <a:rect l="textAreaLeft" t="textAreaTop" r="textAreaRight" b="textAreaBottom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590" name="Freeform 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17680" y="18018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591" name="Freeform 1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99880" y="4680"/>
              <a:ext cx="369000" cy="142956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429560"/>
                <a:gd name="textAreaBottom" fmla="*/ 1430280 h 1429560"/>
              </a:gdLst>
              <a:ahLst/>
              <a:rect l="textAreaLeft" t="textAreaTop" r="textAreaRight" b="textAreaBottom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592" name="Freeform 1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60520" y="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rect l="textAreaLeft" t="textAreaTop" r="textAreaRight" b="textAreaBottom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593" name="Freeform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3360" y="14209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594" name="Freeform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3360" y="9032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595" name="Freeform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55560" y="0"/>
              <a:ext cx="421560" cy="526320"/>
            </a:xfrm>
            <a:custGeom>
              <a:avLst/>
              <a:gdLst>
                <a:gd name="textAreaLeft" fmla="*/ 0 w 421560"/>
                <a:gd name="textAreaRight" fmla="*/ 422280 w 421560"/>
                <a:gd name="textAreaTop" fmla="*/ 0 h 526320"/>
                <a:gd name="textAreaBottom" fmla="*/ 527040 h 526320"/>
              </a:gdLst>
              <a:ahLst/>
              <a:rect l="textAreaLeft" t="textAreaTop" r="textAreaRight" b="textAreaBottom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596" name="Freeform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35000" y="488880"/>
              <a:ext cx="161280" cy="146880"/>
            </a:xfrm>
            <a:custGeom>
              <a:avLst/>
              <a:gdLst>
                <a:gd name="textAreaLeft" fmla="*/ 0 w 161280"/>
                <a:gd name="textAreaRight" fmla="*/ 162000 w 161280"/>
                <a:gd name="textAreaTop" fmla="*/ 0 h 146880"/>
                <a:gd name="textAreaBottom" fmla="*/ 147600 h 146880"/>
              </a:gdLst>
              <a:ahLst/>
              <a:rect l="textAreaLeft" t="textAreaTop" r="textAreaRight" b="textAreaBottom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597" name="Line 1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360" y="9360"/>
              <a:ext cx="360" cy="360"/>
            </a:xfrm>
            <a:prstGeom prst="line">
              <a:avLst/>
            </a:prstGeom>
            <a:ln w="15">
              <a:solidFill>
                <a:srgbClr val="ffffff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640" bIns="-44640" anchor="t">
              <a:noAutofit/>
            </a:bodyPr>
            <a:p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598" name="Freeform 1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60" y="1801800"/>
              <a:ext cx="123120" cy="126360"/>
            </a:xfrm>
            <a:custGeom>
              <a:avLst/>
              <a:gdLst>
                <a:gd name="textAreaLeft" fmla="*/ 0 w 123120"/>
                <a:gd name="textAreaRight" fmla="*/ 123840 w 123120"/>
                <a:gd name="textAreaTop" fmla="*/ 0 h 126360"/>
                <a:gd name="textAreaBottom" fmla="*/ 127080 h 126360"/>
              </a:gdLst>
              <a:ahLst/>
              <a:rect l="textAreaLeft" t="textAreaTop" r="textAreaRight" b="textAreaBottom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599" name="Freeform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680" y="3549600"/>
              <a:ext cx="146880" cy="480240"/>
            </a:xfrm>
            <a:custGeom>
              <a:avLst/>
              <a:gdLst>
                <a:gd name="textAreaLeft" fmla="*/ 0 w 146880"/>
                <a:gd name="textAreaRight" fmla="*/ 147600 w 146880"/>
                <a:gd name="textAreaTop" fmla="*/ 0 h 480240"/>
                <a:gd name="textAreaBottom" fmla="*/ 480960 h 480240"/>
              </a:gdLst>
              <a:ahLst/>
              <a:rect l="textAreaLeft" t="textAreaTop" r="textAreaRight" b="textAreaBottom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600" name="Freeform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2920" y="1382760"/>
              <a:ext cx="142200" cy="475560"/>
            </a:xfrm>
            <a:custGeom>
              <a:avLst/>
              <a:gdLst>
                <a:gd name="textAreaLeft" fmla="*/ 0 w 142200"/>
                <a:gd name="textAreaRight" fmla="*/ 142920 w 142200"/>
                <a:gd name="textAreaTop" fmla="*/ 0 h 475560"/>
                <a:gd name="textAreaBottom" fmla="*/ 476280 h 475560"/>
              </a:gdLst>
              <a:ahLst/>
              <a:rect l="textAreaLeft" t="textAreaTop" r="textAreaRight" b="textAreaBottom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601" name="Freeform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9240" y="1849320"/>
              <a:ext cx="113760" cy="107280"/>
            </a:xfrm>
            <a:custGeom>
              <a:avLst/>
              <a:gdLst>
                <a:gd name="textAreaLeft" fmla="*/ 0 w 113760"/>
                <a:gd name="textAreaRight" fmla="*/ 114480 w 113760"/>
                <a:gd name="textAreaTop" fmla="*/ 0 h 107280"/>
                <a:gd name="textAreaBottom" fmla="*/ 108000 h 107280"/>
              </a:gdLst>
              <a:ahLst/>
              <a:rect l="textAreaLeft" t="textAreaTop" r="textAreaRight" b="textAreaBottom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602" name="Rectangl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7600" y="4662360"/>
              <a:ext cx="23040" cy="218052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603" name="Freeform 2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960" y="5041800"/>
              <a:ext cx="369000" cy="180108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801080"/>
                <a:gd name="textAreaBottom" fmla="*/ 1801800 h 1801080"/>
              </a:gdLst>
              <a:ahLst/>
              <a:rect l="textAreaLeft" t="textAreaTop" r="textAreaRight" b="textAreaBottom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604" name="Freeform 2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6600" y="4481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605" name="Freeform 2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5627520"/>
              <a:ext cx="84960" cy="1215360"/>
            </a:xfrm>
            <a:custGeom>
              <a:avLst/>
              <a:gdLst>
                <a:gd name="textAreaLeft" fmla="*/ 0 w 84960"/>
                <a:gd name="textAreaRight" fmla="*/ 85680 w 84960"/>
                <a:gd name="textAreaTop" fmla="*/ 0 h 1215360"/>
                <a:gd name="textAreaBottom" fmla="*/ 1216080 h 1215360"/>
              </a:gdLst>
              <a:ahLst/>
              <a:rect l="textAreaLeft" t="textAreaTop" r="textAreaRight" b="textAreaBottom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606" name="Freeform 2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1440" y="4867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607" name="Freeform 2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4000" y="5423040"/>
              <a:ext cx="374040" cy="1424880"/>
            </a:xfrm>
            <a:custGeom>
              <a:avLst/>
              <a:gdLst>
                <a:gd name="textAreaLeft" fmla="*/ 0 w 374040"/>
                <a:gd name="textAreaRight" fmla="*/ 374760 w 374040"/>
                <a:gd name="textAreaTop" fmla="*/ 0 h 1424880"/>
                <a:gd name="textAreaBottom" fmla="*/ 1425600 h 1424880"/>
              </a:gdLst>
              <a:ahLst/>
              <a:rect l="textAreaLeft" t="textAreaTop" r="textAreaRight" b="textAreaBottom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608" name="Freeform 2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84280" y="594504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rect l="textAreaLeft" t="textAreaTop" r="textAreaRight" b="textAreaBottom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609" name="Freeform 2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7120" y="5246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610" name="Freeform 2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7120" y="57643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611" name="Freeform 3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84360" y="6330960"/>
              <a:ext cx="416880" cy="516960"/>
            </a:xfrm>
            <a:custGeom>
              <a:avLst/>
              <a:gdLst>
                <a:gd name="textAreaLeft" fmla="*/ 0 w 416880"/>
                <a:gd name="textAreaRight" fmla="*/ 417600 w 416880"/>
                <a:gd name="textAreaTop" fmla="*/ 0 h 516960"/>
                <a:gd name="textAreaBottom" fmla="*/ 517680 h 516960"/>
              </a:gdLst>
              <a:ahLst/>
              <a:rect l="textAreaLeft" t="textAreaTop" r="textAreaRight" b="textAreaBottom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612" name="Freeform 3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63800" y="6221520"/>
              <a:ext cx="156600" cy="14688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46880"/>
                <a:gd name="textAreaBottom" fmla="*/ 147600 h 146880"/>
              </a:gdLst>
              <a:ahLst/>
              <a:rect l="textAreaLeft" t="textAreaTop" r="textAreaRight" b="textAreaBottom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</p:grpSp>
      <p:sp>
        <p:nvSpPr>
          <p:cNvPr id="1613" name="PlaceHolder 1"/>
          <p:cNvSpPr>
            <a:spLocks noGrp="1"/>
          </p:cNvSpPr>
          <p:nvPr>
            <p:ph type="title"/>
          </p:nvPr>
        </p:nvSpPr>
        <p:spPr>
          <a:xfrm>
            <a:off x="-1325520" y="4191120"/>
            <a:ext cx="9905400" cy="1116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800" spc="-1" strike="noStrike" cap="all">
                <a:solidFill>
                  <a:srgbClr val="505050"/>
                </a:solidFill>
                <a:latin typeface="Calibri Light"/>
              </a:rPr>
              <a:t>Deliverable pipeline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614" name="Group 4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1364840" y="0"/>
            <a:ext cx="673920" cy="6847920"/>
            <a:chOff x="11364840" y="0"/>
            <a:chExt cx="673920" cy="6847920"/>
          </a:xfrm>
        </p:grpSpPr>
        <p:sp>
          <p:nvSpPr>
            <p:cNvPr id="1615" name="Freeform 3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84000" y="0"/>
              <a:ext cx="416880" cy="511920"/>
            </a:xfrm>
            <a:custGeom>
              <a:avLst/>
              <a:gdLst>
                <a:gd name="textAreaLeft" fmla="*/ 0 w 416880"/>
                <a:gd name="textAreaRight" fmla="*/ 417600 w 416880"/>
                <a:gd name="textAreaTop" fmla="*/ 0 h 511920"/>
                <a:gd name="textAreaBottom" fmla="*/ 512640 h 511920"/>
              </a:gdLst>
              <a:ahLst/>
              <a:rect l="textAreaLeft" t="textAreaTop" r="textAreaRight" b="textAreaBottom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616" name="Freeform 3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364840" y="474840"/>
              <a:ext cx="156600" cy="15156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1560"/>
                <a:gd name="textAreaBottom" fmla="*/ 152280 h 151560"/>
              </a:gdLst>
              <a:ahLst/>
              <a:rect l="textAreaLeft" t="textAreaTop" r="textAreaRight" b="textAreaBottom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617" name="Freeform 3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31600" y="1539720"/>
              <a:ext cx="188280" cy="189720"/>
            </a:xfrm>
            <a:custGeom>
              <a:avLst/>
              <a:gdLst>
                <a:gd name="textAreaLeft" fmla="*/ 0 w 188280"/>
                <a:gd name="textAreaRight" fmla="*/ 189000 w 18828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618" name="Freeform 3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531520" y="5694480"/>
              <a:ext cx="297720" cy="1153440"/>
            </a:xfrm>
            <a:custGeom>
              <a:avLst/>
              <a:gdLst>
                <a:gd name="textAreaLeft" fmla="*/ 0 w 297720"/>
                <a:gd name="textAreaRight" fmla="*/ 298440 w 297720"/>
                <a:gd name="textAreaTop" fmla="*/ 0 h 1153440"/>
                <a:gd name="textAreaBottom" fmla="*/ 1154160 h 1153440"/>
              </a:gdLst>
              <a:ahLst/>
              <a:rect l="textAreaLeft" t="textAreaTop" r="textAreaRight" b="textAreaBottom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619" name="Freeform 3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73080" y="5551560"/>
              <a:ext cx="156600" cy="15480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4800"/>
                <a:gd name="textAreaBottom" fmla="*/ 155520 h 154800"/>
              </a:gdLst>
              <a:ahLst/>
              <a:rect l="textAreaLeft" t="textAreaTop" r="textAreaRight" b="textAreaBottom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620" name="Freeform 3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11160" y="4680"/>
              <a:ext cx="304200" cy="154404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44040"/>
                <a:gd name="textAreaBottom" fmla="*/ 1544760 h 1544040"/>
              </a:gdLst>
              <a:ahLst/>
              <a:rect l="textAreaLeft" t="textAreaTop" r="textAreaRight" b="textAreaBottom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621" name="Freeform 3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36280" y="4867200"/>
              <a:ext cx="188280" cy="188280"/>
            </a:xfrm>
            <a:custGeom>
              <a:avLst/>
              <a:gdLst>
                <a:gd name="textAreaLeft" fmla="*/ 0 w 188280"/>
                <a:gd name="textAreaRight" fmla="*/ 189000 w 18828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622" name="Freeform 3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41160" y="5046840"/>
              <a:ext cx="307080" cy="1801080"/>
            </a:xfrm>
            <a:custGeom>
              <a:avLst/>
              <a:gdLst>
                <a:gd name="textAreaLeft" fmla="*/ 0 w 307080"/>
                <a:gd name="textAreaRight" fmla="*/ 307800 w 307080"/>
                <a:gd name="textAreaTop" fmla="*/ 0 h 1801080"/>
                <a:gd name="textAreaBottom" fmla="*/ 1801800 h 1801080"/>
              </a:gdLst>
              <a:ahLst/>
              <a:rect l="textAreaLeft" t="textAreaTop" r="textAreaRight" b="textAreaBottom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623" name="Freeform 4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849040" y="641664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624" name="Rectangle 4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939760" y="6595920"/>
              <a:ext cx="23040" cy="25164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</p:grpSp>
      <p:sp>
        <p:nvSpPr>
          <p:cNvPr id="1625" name="Title 1"/>
          <p:cNvSpPr/>
          <p:nvPr/>
        </p:nvSpPr>
        <p:spPr>
          <a:xfrm>
            <a:off x="299880" y="73800"/>
            <a:ext cx="10514880" cy="13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90000"/>
              </a:lnSpc>
            </a:pPr>
            <a:endParaRPr b="0" lang="nl-BE" sz="3600" spc="-1" strike="noStrike" cap="all">
              <a:solidFill>
                <a:schemeClr val="dk1"/>
              </a:solidFill>
              <a:latin typeface="Tw Cen MT"/>
            </a:endParaRPr>
          </a:p>
        </p:txBody>
      </p:sp>
      <p:pic>
        <p:nvPicPr>
          <p:cNvPr id="1626" name="Picture 3" descr="A black background with a black square&#10;&#10;Description automatically generated with medium confidence"/>
          <p:cNvPicPr/>
          <p:nvPr/>
        </p:nvPicPr>
        <p:blipFill>
          <a:blip r:embed="rId2"/>
          <a:stretch/>
        </p:blipFill>
        <p:spPr>
          <a:xfrm>
            <a:off x="225000" y="1384560"/>
            <a:ext cx="1225440" cy="997920"/>
          </a:xfrm>
          <a:prstGeom prst="rect">
            <a:avLst/>
          </a:prstGeom>
          <a:ln w="0">
            <a:noFill/>
          </a:ln>
        </p:spPr>
      </p:pic>
      <p:pic>
        <p:nvPicPr>
          <p:cNvPr id="1627" name="Picture 5" descr="A blue and white sign&#10;&#10;Description automatically generated"/>
          <p:cNvPicPr/>
          <p:nvPr/>
        </p:nvPicPr>
        <p:blipFill>
          <a:blip r:embed="rId3"/>
          <a:stretch/>
        </p:blipFill>
        <p:spPr>
          <a:xfrm>
            <a:off x="2277000" y="1402200"/>
            <a:ext cx="3142800" cy="980640"/>
          </a:xfrm>
          <a:prstGeom prst="rect">
            <a:avLst/>
          </a:prstGeom>
          <a:ln w="0">
            <a:noFill/>
          </a:ln>
        </p:spPr>
      </p:pic>
      <p:sp>
        <p:nvSpPr>
          <p:cNvPr id="1628" name="Arrow: Right 6"/>
          <p:cNvSpPr/>
          <p:nvPr/>
        </p:nvSpPr>
        <p:spPr>
          <a:xfrm>
            <a:off x="1546560" y="1789920"/>
            <a:ext cx="670320" cy="359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acd4c"/>
          </a:solidFill>
          <a:ln>
            <a:solidFill>
              <a:srgbClr val="43592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nl-BE" sz="1800" spc="-1" strike="noStrike">
              <a:solidFill>
                <a:schemeClr val="lt1"/>
              </a:solidFill>
              <a:latin typeface="Tw Cen MT"/>
            </a:endParaRPr>
          </a:p>
        </p:txBody>
      </p:sp>
      <p:sp>
        <p:nvSpPr>
          <p:cNvPr id="1629" name="TextBox 8"/>
          <p:cNvSpPr/>
          <p:nvPr/>
        </p:nvSpPr>
        <p:spPr>
          <a:xfrm>
            <a:off x="2352960" y="2393640"/>
            <a:ext cx="300528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Bounding box: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	</a:t>
            </a: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x1,y1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	</a:t>
            </a: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x2,y2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0" name="AutoShape 8"/>
          <p:cNvSpPr/>
          <p:nvPr/>
        </p:nvSpPr>
        <p:spPr>
          <a:xfrm>
            <a:off x="2881440" y="1285920"/>
            <a:ext cx="6428520" cy="42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nl-BE" sz="1800" spc="-1" strike="noStrike">
              <a:solidFill>
                <a:schemeClr val="dk1"/>
              </a:solidFill>
              <a:latin typeface="Tw Cen MT"/>
            </a:endParaRPr>
          </a:p>
        </p:txBody>
      </p:sp>
      <p:sp>
        <p:nvSpPr>
          <p:cNvPr id="1631" name="AutoShape 14"/>
          <p:cNvSpPr/>
          <p:nvPr/>
        </p:nvSpPr>
        <p:spPr>
          <a:xfrm>
            <a:off x="4905360" y="1995480"/>
            <a:ext cx="2380680" cy="286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nl-BE" sz="1800" spc="-1" strike="noStrike">
              <a:solidFill>
                <a:schemeClr val="dk1"/>
              </a:solidFill>
              <a:latin typeface="Tw Cen MT"/>
            </a:endParaRPr>
          </a:p>
        </p:txBody>
      </p:sp>
      <p:pic>
        <p:nvPicPr>
          <p:cNvPr id="1632" name="Picture 51" descr="A diagram of a network&#10;&#10;Description automatically generated"/>
          <p:cNvPicPr/>
          <p:nvPr/>
        </p:nvPicPr>
        <p:blipFill>
          <a:blip r:embed="rId4"/>
          <a:stretch/>
        </p:blipFill>
        <p:spPr>
          <a:xfrm>
            <a:off x="6217200" y="945000"/>
            <a:ext cx="1800000" cy="2049120"/>
          </a:xfrm>
          <a:prstGeom prst="rect">
            <a:avLst/>
          </a:prstGeom>
          <a:ln w="0">
            <a:noFill/>
          </a:ln>
        </p:spPr>
      </p:pic>
      <p:sp>
        <p:nvSpPr>
          <p:cNvPr id="1633" name="Arrow: Right 52"/>
          <p:cNvSpPr/>
          <p:nvPr/>
        </p:nvSpPr>
        <p:spPr>
          <a:xfrm>
            <a:off x="5483520" y="1712880"/>
            <a:ext cx="670320" cy="359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acd4c"/>
          </a:solidFill>
          <a:ln>
            <a:solidFill>
              <a:srgbClr val="43592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nl-BE" sz="1800" spc="-1" strike="noStrike">
              <a:solidFill>
                <a:schemeClr val="lt1"/>
              </a:solidFill>
              <a:latin typeface="Tw Cen MT"/>
            </a:endParaRPr>
          </a:p>
        </p:txBody>
      </p:sp>
      <p:sp>
        <p:nvSpPr>
          <p:cNvPr id="1634" name="TextBox 53"/>
          <p:cNvSpPr/>
          <p:nvPr/>
        </p:nvSpPr>
        <p:spPr>
          <a:xfrm>
            <a:off x="6088680" y="71280"/>
            <a:ext cx="187272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CNN1: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Bin tag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angle tag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5" name="Arrow: Right 54"/>
          <p:cNvSpPr/>
          <p:nvPr/>
        </p:nvSpPr>
        <p:spPr>
          <a:xfrm>
            <a:off x="8007840" y="1716120"/>
            <a:ext cx="670320" cy="359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acd4c"/>
          </a:solidFill>
          <a:ln>
            <a:solidFill>
              <a:srgbClr val="43592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nl-BE" sz="1800" spc="-1" strike="noStrike">
              <a:solidFill>
                <a:schemeClr val="lt1"/>
              </a:solidFill>
              <a:latin typeface="Tw Cen MT"/>
            </a:endParaRPr>
          </a:p>
        </p:txBody>
      </p:sp>
      <p:pic>
        <p:nvPicPr>
          <p:cNvPr id="1636" name="Picture 55" descr="A diagram of a network&#10;&#10;Description automatically generated"/>
          <p:cNvPicPr/>
          <p:nvPr/>
        </p:nvPicPr>
        <p:blipFill>
          <a:blip r:embed="rId5"/>
          <a:stretch/>
        </p:blipFill>
        <p:spPr>
          <a:xfrm>
            <a:off x="8961840" y="941400"/>
            <a:ext cx="1800000" cy="2049120"/>
          </a:xfrm>
          <a:prstGeom prst="rect">
            <a:avLst/>
          </a:prstGeom>
          <a:ln w="0">
            <a:noFill/>
          </a:ln>
        </p:spPr>
      </p:pic>
      <p:sp>
        <p:nvSpPr>
          <p:cNvPr id="1637" name="TextBox 56"/>
          <p:cNvSpPr/>
          <p:nvPr/>
        </p:nvSpPr>
        <p:spPr>
          <a:xfrm>
            <a:off x="8343720" y="351360"/>
            <a:ext cx="2918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CNN2: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brand classification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8" name="TextBox 57"/>
          <p:cNvSpPr/>
          <p:nvPr/>
        </p:nvSpPr>
        <p:spPr>
          <a:xfrm>
            <a:off x="6391080" y="3501000"/>
            <a:ext cx="291888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CNN3a: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Model classification (audi)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9" name="TextBox 58"/>
          <p:cNvSpPr/>
          <p:nvPr/>
        </p:nvSpPr>
        <p:spPr>
          <a:xfrm>
            <a:off x="9261720" y="3512160"/>
            <a:ext cx="2918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CNN3b: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Model classification (fiat)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0" name="Arrow: Right 59"/>
          <p:cNvSpPr/>
          <p:nvPr/>
        </p:nvSpPr>
        <p:spPr>
          <a:xfrm rot="7965000">
            <a:off x="8986680" y="3085560"/>
            <a:ext cx="670320" cy="359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acd4c"/>
          </a:solidFill>
          <a:ln>
            <a:solidFill>
              <a:srgbClr val="43592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nl-BE" sz="1800" spc="-1" strike="noStrike">
              <a:solidFill>
                <a:schemeClr val="lt1"/>
              </a:solidFill>
              <a:latin typeface="Tw Cen MT"/>
            </a:endParaRPr>
          </a:p>
        </p:txBody>
      </p:sp>
      <p:sp>
        <p:nvSpPr>
          <p:cNvPr id="1641" name="Arrow: Right 60"/>
          <p:cNvSpPr/>
          <p:nvPr/>
        </p:nvSpPr>
        <p:spPr>
          <a:xfrm rot="2662200">
            <a:off x="9932760" y="3050280"/>
            <a:ext cx="670320" cy="359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acd4c"/>
          </a:solidFill>
          <a:ln>
            <a:solidFill>
              <a:srgbClr val="43592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nl-BE" sz="1800" spc="-1" strike="noStrike">
              <a:solidFill>
                <a:schemeClr val="lt1"/>
              </a:solidFill>
              <a:latin typeface="Tw Cen MT"/>
            </a:endParaRPr>
          </a:p>
        </p:txBody>
      </p:sp>
      <p:pic>
        <p:nvPicPr>
          <p:cNvPr id="1642" name="Picture 61" descr="A diagram of a network&#10;&#10;Description automatically generated"/>
          <p:cNvPicPr/>
          <p:nvPr/>
        </p:nvPicPr>
        <p:blipFill>
          <a:blip r:embed="rId6"/>
          <a:stretch/>
        </p:blipFill>
        <p:spPr>
          <a:xfrm>
            <a:off x="7069320" y="4366800"/>
            <a:ext cx="1800000" cy="2049120"/>
          </a:xfrm>
          <a:prstGeom prst="rect">
            <a:avLst/>
          </a:prstGeom>
          <a:ln w="0">
            <a:noFill/>
          </a:ln>
        </p:spPr>
      </p:pic>
      <p:pic>
        <p:nvPicPr>
          <p:cNvPr id="1643" name="Picture 62" descr="A diagram of a network&#10;&#10;Description automatically generated"/>
          <p:cNvPicPr/>
          <p:nvPr/>
        </p:nvPicPr>
        <p:blipFill>
          <a:blip r:embed="rId7"/>
          <a:stretch/>
        </p:blipFill>
        <p:spPr>
          <a:xfrm>
            <a:off x="9902520" y="4366800"/>
            <a:ext cx="1800000" cy="2049120"/>
          </a:xfrm>
          <a:prstGeom prst="rect">
            <a:avLst/>
          </a:prstGeom>
          <a:ln w="0">
            <a:noFill/>
          </a:ln>
        </p:spPr>
      </p:pic>
      <p:sp>
        <p:nvSpPr>
          <p:cNvPr id="1644" name="Arrow: Right 63"/>
          <p:cNvSpPr/>
          <p:nvPr/>
        </p:nvSpPr>
        <p:spPr>
          <a:xfrm>
            <a:off x="5531400" y="2847240"/>
            <a:ext cx="3147120" cy="359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acd4c"/>
          </a:solidFill>
          <a:ln>
            <a:solidFill>
              <a:srgbClr val="43592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nl-BE" sz="1800" spc="-1" strike="noStrike">
              <a:solidFill>
                <a:schemeClr val="lt1"/>
              </a:solidFill>
              <a:latin typeface="Tw Cen MT"/>
            </a:endParaRPr>
          </a:p>
        </p:txBody>
      </p:sp>
      <p:sp>
        <p:nvSpPr>
          <p:cNvPr id="1645" name="PlaceHolder 2"/>
          <p:cNvSpPr>
            <a:spLocks noGrp="1"/>
          </p:cNvSpPr>
          <p:nvPr>
            <p:ph type="ftr" idx="61"/>
          </p:nvPr>
        </p:nvSpPr>
        <p:spPr>
          <a:xfrm>
            <a:off x="712800" y="-15840"/>
            <a:ext cx="623844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1" lang="en-US" sz="1050" spc="-1" strike="noStrike" cap="all">
                <a:solidFill>
                  <a:schemeClr val="dk1">
                    <a:lumMod val="65000"/>
                    <a:lumOff val="35000"/>
                  </a:schemeClr>
                </a:solidFill>
                <a:latin typeface="Tw Cen MT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50" spc="-1" strike="noStrike" cap="all">
                <a:solidFill>
                  <a:schemeClr val="dk1">
                    <a:lumMod val="65000"/>
                    <a:lumOff val="35000"/>
                  </a:schemeClr>
                </a:solidFill>
                <a:latin typeface="Tw Cen MT"/>
              </a:rPr>
              <a:t>https://github.com/Frederic-P/automotive_project</a:t>
            </a:r>
            <a:endParaRPr b="0" lang="en-US" sz="10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9" dur="indefinite" restart="never" nodeType="tmRoot">
          <p:childTnLst>
            <p:seq>
              <p:cTn id="10" dur="indefinite" nodeType="mainSeq">
                <p:childTnLst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nodeType="withEffect" fill="hold" presetClass="entr" presetID="1">
                                  <p:stCondLst>
                                    <p:cond delay="0"/>
                                  </p:stCondLst>
                                  <p:endCondLst>
                                    <p:cond delay="0" evt="begin">
                                      <p:tn val="2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nodeType="withEffect" fill="hold" presetClass="entr" presetID="1">
                                  <p:stCondLst>
                                    <p:cond delay="0"/>
                                  </p:stCondLst>
                                  <p:endCondLst>
                                    <p:cond delay="0" evt="begin">
                                      <p:tn val="3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nodeType="withEffect" fill="hold" presetClass="entr" presetID="1">
                                  <p:stCondLst>
                                    <p:cond delay="0"/>
                                  </p:stCondLst>
                                  <p:endCondLst>
                                    <p:cond delay="0" evt="begin">
                                      <p:tn val="3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ffffff"/>
            </a:gs>
            <a:gs pos="100000">
              <a:srgbClr val="a7a7a7"/>
            </a:gs>
          </a:gsLst>
          <a:lin ang="504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46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Tw Cen MT"/>
            </a:endParaRPr>
          </a:p>
        </p:txBody>
      </p:sp>
      <p:pic>
        <p:nvPicPr>
          <p:cNvPr id="1647" name="Picture 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1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ln w="0">
            <a:noFill/>
          </a:ln>
        </p:spPr>
      </p:pic>
      <p:grpSp>
        <p:nvGrpSpPr>
          <p:cNvPr id="1648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20400" cy="6857280"/>
            <a:chOff x="0" y="0"/>
            <a:chExt cx="1220400" cy="6857280"/>
          </a:xfrm>
        </p:grpSpPr>
        <p:sp>
          <p:nvSpPr>
            <p:cNvPr id="1649" name="Rectangle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28520" y="4680"/>
              <a:ext cx="23040" cy="218052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650" name="Freeform 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7520" y="217656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651" name="Freeform 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2840" y="4021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652" name="Freeform 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4200" y="4680"/>
              <a:ext cx="369000" cy="181044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810440"/>
                <a:gd name="textAreaBottom" fmla="*/ 1811160 h 1810440"/>
              </a:gdLst>
              <a:ahLst/>
              <a:rect l="textAreaLeft" t="textAreaTop" r="textAreaRight" b="textAreaBottom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653" name="Freeform 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17680" y="18018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654" name="Freeform 1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99880" y="4680"/>
              <a:ext cx="369000" cy="142956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429560"/>
                <a:gd name="textAreaBottom" fmla="*/ 1430280 h 1429560"/>
              </a:gdLst>
              <a:ahLst/>
              <a:rect l="textAreaLeft" t="textAreaTop" r="textAreaRight" b="textAreaBottom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655" name="Freeform 1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60520" y="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rect l="textAreaLeft" t="textAreaTop" r="textAreaRight" b="textAreaBottom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656" name="Freeform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3360" y="14209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657" name="Freeform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3360" y="9032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658" name="Freeform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55560" y="0"/>
              <a:ext cx="421560" cy="526320"/>
            </a:xfrm>
            <a:custGeom>
              <a:avLst/>
              <a:gdLst>
                <a:gd name="textAreaLeft" fmla="*/ 0 w 421560"/>
                <a:gd name="textAreaRight" fmla="*/ 422280 w 421560"/>
                <a:gd name="textAreaTop" fmla="*/ 0 h 526320"/>
                <a:gd name="textAreaBottom" fmla="*/ 527040 h 526320"/>
              </a:gdLst>
              <a:ahLst/>
              <a:rect l="textAreaLeft" t="textAreaTop" r="textAreaRight" b="textAreaBottom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659" name="Freeform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35000" y="488880"/>
              <a:ext cx="161280" cy="146880"/>
            </a:xfrm>
            <a:custGeom>
              <a:avLst/>
              <a:gdLst>
                <a:gd name="textAreaLeft" fmla="*/ 0 w 161280"/>
                <a:gd name="textAreaRight" fmla="*/ 162000 w 161280"/>
                <a:gd name="textAreaTop" fmla="*/ 0 h 146880"/>
                <a:gd name="textAreaBottom" fmla="*/ 147600 h 146880"/>
              </a:gdLst>
              <a:ahLst/>
              <a:rect l="textAreaLeft" t="textAreaTop" r="textAreaRight" b="textAreaBottom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660" name="Line 1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360" y="9360"/>
              <a:ext cx="360" cy="360"/>
            </a:xfrm>
            <a:prstGeom prst="line">
              <a:avLst/>
            </a:prstGeom>
            <a:ln w="15">
              <a:solidFill>
                <a:srgbClr val="ffffff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640" bIns="-44640" anchor="t">
              <a:noAutofit/>
            </a:bodyPr>
            <a:p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661" name="Freeform 1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60" y="1801800"/>
              <a:ext cx="123120" cy="126360"/>
            </a:xfrm>
            <a:custGeom>
              <a:avLst/>
              <a:gdLst>
                <a:gd name="textAreaLeft" fmla="*/ 0 w 123120"/>
                <a:gd name="textAreaRight" fmla="*/ 123840 w 123120"/>
                <a:gd name="textAreaTop" fmla="*/ 0 h 126360"/>
                <a:gd name="textAreaBottom" fmla="*/ 127080 h 126360"/>
              </a:gdLst>
              <a:ahLst/>
              <a:rect l="textAreaLeft" t="textAreaTop" r="textAreaRight" b="textAreaBottom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662" name="Freeform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680" y="3549600"/>
              <a:ext cx="146880" cy="480240"/>
            </a:xfrm>
            <a:custGeom>
              <a:avLst/>
              <a:gdLst>
                <a:gd name="textAreaLeft" fmla="*/ 0 w 146880"/>
                <a:gd name="textAreaRight" fmla="*/ 147600 w 146880"/>
                <a:gd name="textAreaTop" fmla="*/ 0 h 480240"/>
                <a:gd name="textAreaBottom" fmla="*/ 480960 h 480240"/>
              </a:gdLst>
              <a:ahLst/>
              <a:rect l="textAreaLeft" t="textAreaTop" r="textAreaRight" b="textAreaBottom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663" name="Freeform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2920" y="1382760"/>
              <a:ext cx="142200" cy="475560"/>
            </a:xfrm>
            <a:custGeom>
              <a:avLst/>
              <a:gdLst>
                <a:gd name="textAreaLeft" fmla="*/ 0 w 142200"/>
                <a:gd name="textAreaRight" fmla="*/ 142920 w 142200"/>
                <a:gd name="textAreaTop" fmla="*/ 0 h 475560"/>
                <a:gd name="textAreaBottom" fmla="*/ 476280 h 475560"/>
              </a:gdLst>
              <a:ahLst/>
              <a:rect l="textAreaLeft" t="textAreaTop" r="textAreaRight" b="textAreaBottom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664" name="Freeform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9240" y="1849320"/>
              <a:ext cx="113760" cy="107280"/>
            </a:xfrm>
            <a:custGeom>
              <a:avLst/>
              <a:gdLst>
                <a:gd name="textAreaLeft" fmla="*/ 0 w 113760"/>
                <a:gd name="textAreaRight" fmla="*/ 114480 w 113760"/>
                <a:gd name="textAreaTop" fmla="*/ 0 h 107280"/>
                <a:gd name="textAreaBottom" fmla="*/ 108000 h 107280"/>
              </a:gdLst>
              <a:ahLst/>
              <a:rect l="textAreaLeft" t="textAreaTop" r="textAreaRight" b="textAreaBottom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665" name="Rectangl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7600" y="4662360"/>
              <a:ext cx="23040" cy="218052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666" name="Freeform 2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960" y="5041800"/>
              <a:ext cx="369000" cy="180108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801080"/>
                <a:gd name="textAreaBottom" fmla="*/ 1801800 h 1801080"/>
              </a:gdLst>
              <a:ahLst/>
              <a:rect l="textAreaLeft" t="textAreaTop" r="textAreaRight" b="textAreaBottom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667" name="Freeform 2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6600" y="4481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668" name="Freeform 2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5627520"/>
              <a:ext cx="84960" cy="1215360"/>
            </a:xfrm>
            <a:custGeom>
              <a:avLst/>
              <a:gdLst>
                <a:gd name="textAreaLeft" fmla="*/ 0 w 84960"/>
                <a:gd name="textAreaRight" fmla="*/ 85680 w 84960"/>
                <a:gd name="textAreaTop" fmla="*/ 0 h 1215360"/>
                <a:gd name="textAreaBottom" fmla="*/ 1216080 h 1215360"/>
              </a:gdLst>
              <a:ahLst/>
              <a:rect l="textAreaLeft" t="textAreaTop" r="textAreaRight" b="textAreaBottom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669" name="Freeform 2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1440" y="4867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670" name="Freeform 2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4000" y="5423040"/>
              <a:ext cx="374040" cy="1424880"/>
            </a:xfrm>
            <a:custGeom>
              <a:avLst/>
              <a:gdLst>
                <a:gd name="textAreaLeft" fmla="*/ 0 w 374040"/>
                <a:gd name="textAreaRight" fmla="*/ 374760 w 374040"/>
                <a:gd name="textAreaTop" fmla="*/ 0 h 1424880"/>
                <a:gd name="textAreaBottom" fmla="*/ 1425600 h 1424880"/>
              </a:gdLst>
              <a:ahLst/>
              <a:rect l="textAreaLeft" t="textAreaTop" r="textAreaRight" b="textAreaBottom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671" name="Freeform 2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84280" y="594504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rect l="textAreaLeft" t="textAreaTop" r="textAreaRight" b="textAreaBottom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672" name="Freeform 2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7120" y="5246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673" name="Freeform 2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7120" y="57643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674" name="Freeform 3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84360" y="6330960"/>
              <a:ext cx="416880" cy="516960"/>
            </a:xfrm>
            <a:custGeom>
              <a:avLst/>
              <a:gdLst>
                <a:gd name="textAreaLeft" fmla="*/ 0 w 416880"/>
                <a:gd name="textAreaRight" fmla="*/ 417600 w 416880"/>
                <a:gd name="textAreaTop" fmla="*/ 0 h 516960"/>
                <a:gd name="textAreaBottom" fmla="*/ 517680 h 516960"/>
              </a:gdLst>
              <a:ahLst/>
              <a:rect l="textAreaLeft" t="textAreaTop" r="textAreaRight" b="textAreaBottom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675" name="Freeform 3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63800" y="6221520"/>
              <a:ext cx="156600" cy="14688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46880"/>
                <a:gd name="textAreaBottom" fmla="*/ 147600 h 146880"/>
              </a:gdLst>
              <a:ahLst/>
              <a:rect l="textAreaLeft" t="textAreaTop" r="textAreaRight" b="textAreaBottom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</p:grpSp>
      <p:grpSp>
        <p:nvGrpSpPr>
          <p:cNvPr id="1676" name="Group 4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1364840" y="0"/>
            <a:ext cx="673920" cy="6847920"/>
            <a:chOff x="11364840" y="0"/>
            <a:chExt cx="673920" cy="6847920"/>
          </a:xfrm>
        </p:grpSpPr>
        <p:sp>
          <p:nvSpPr>
            <p:cNvPr id="1677" name="Freeform 3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84000" y="0"/>
              <a:ext cx="416880" cy="511920"/>
            </a:xfrm>
            <a:custGeom>
              <a:avLst/>
              <a:gdLst>
                <a:gd name="textAreaLeft" fmla="*/ 0 w 416880"/>
                <a:gd name="textAreaRight" fmla="*/ 417600 w 416880"/>
                <a:gd name="textAreaTop" fmla="*/ 0 h 511920"/>
                <a:gd name="textAreaBottom" fmla="*/ 512640 h 511920"/>
              </a:gdLst>
              <a:ahLst/>
              <a:rect l="textAreaLeft" t="textAreaTop" r="textAreaRight" b="textAreaBottom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678" name="Freeform 3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364840" y="474840"/>
              <a:ext cx="156600" cy="15156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1560"/>
                <a:gd name="textAreaBottom" fmla="*/ 152280 h 151560"/>
              </a:gdLst>
              <a:ahLst/>
              <a:rect l="textAreaLeft" t="textAreaTop" r="textAreaRight" b="textAreaBottom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679" name="Freeform 3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31600" y="1539720"/>
              <a:ext cx="188280" cy="189720"/>
            </a:xfrm>
            <a:custGeom>
              <a:avLst/>
              <a:gdLst>
                <a:gd name="textAreaLeft" fmla="*/ 0 w 188280"/>
                <a:gd name="textAreaRight" fmla="*/ 189000 w 18828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680" name="Freeform 3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531520" y="5694480"/>
              <a:ext cx="297720" cy="1153440"/>
            </a:xfrm>
            <a:custGeom>
              <a:avLst/>
              <a:gdLst>
                <a:gd name="textAreaLeft" fmla="*/ 0 w 297720"/>
                <a:gd name="textAreaRight" fmla="*/ 298440 w 297720"/>
                <a:gd name="textAreaTop" fmla="*/ 0 h 1153440"/>
                <a:gd name="textAreaBottom" fmla="*/ 1154160 h 1153440"/>
              </a:gdLst>
              <a:ahLst/>
              <a:rect l="textAreaLeft" t="textAreaTop" r="textAreaRight" b="textAreaBottom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681" name="Freeform 3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73080" y="5551560"/>
              <a:ext cx="156600" cy="15480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4800"/>
                <a:gd name="textAreaBottom" fmla="*/ 155520 h 154800"/>
              </a:gdLst>
              <a:ahLst/>
              <a:rect l="textAreaLeft" t="textAreaTop" r="textAreaRight" b="textAreaBottom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682" name="Freeform 3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11160" y="4680"/>
              <a:ext cx="304200" cy="154404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44040"/>
                <a:gd name="textAreaBottom" fmla="*/ 1544760 h 1544040"/>
              </a:gdLst>
              <a:ahLst/>
              <a:rect l="textAreaLeft" t="textAreaTop" r="textAreaRight" b="textAreaBottom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683" name="Freeform 3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36280" y="4867200"/>
              <a:ext cx="188280" cy="188280"/>
            </a:xfrm>
            <a:custGeom>
              <a:avLst/>
              <a:gdLst>
                <a:gd name="textAreaLeft" fmla="*/ 0 w 188280"/>
                <a:gd name="textAreaRight" fmla="*/ 189000 w 18828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684" name="Freeform 3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41160" y="5046840"/>
              <a:ext cx="307080" cy="1801080"/>
            </a:xfrm>
            <a:custGeom>
              <a:avLst/>
              <a:gdLst>
                <a:gd name="textAreaLeft" fmla="*/ 0 w 307080"/>
                <a:gd name="textAreaRight" fmla="*/ 307800 w 307080"/>
                <a:gd name="textAreaTop" fmla="*/ 0 h 1801080"/>
                <a:gd name="textAreaBottom" fmla="*/ 1801800 h 1801080"/>
              </a:gdLst>
              <a:ahLst/>
              <a:rect l="textAreaLeft" t="textAreaTop" r="textAreaRight" b="textAreaBottom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685" name="Freeform 4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849040" y="641664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686" name="Rectangle 4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939760" y="6595920"/>
              <a:ext cx="23040" cy="25164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</p:grpSp>
      <p:sp>
        <p:nvSpPr>
          <p:cNvPr id="1687" name="Title 1"/>
          <p:cNvSpPr/>
          <p:nvPr/>
        </p:nvSpPr>
        <p:spPr>
          <a:xfrm>
            <a:off x="299880" y="73800"/>
            <a:ext cx="10514880" cy="13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90000"/>
              </a:lnSpc>
            </a:pPr>
            <a:endParaRPr b="0" lang="nl-BE" sz="3600" spc="-1" strike="noStrike" cap="all">
              <a:solidFill>
                <a:schemeClr val="dk1"/>
              </a:solidFill>
              <a:latin typeface="Tw Cen MT"/>
            </a:endParaRPr>
          </a:p>
        </p:txBody>
      </p:sp>
      <p:pic>
        <p:nvPicPr>
          <p:cNvPr id="1688" name="Picture 3" descr="A black background with a black square&#10;&#10;Description automatically generated with medium confidence"/>
          <p:cNvPicPr/>
          <p:nvPr/>
        </p:nvPicPr>
        <p:blipFill>
          <a:blip r:embed="rId2"/>
          <a:stretch/>
        </p:blipFill>
        <p:spPr>
          <a:xfrm>
            <a:off x="225000" y="1384560"/>
            <a:ext cx="1225440" cy="997920"/>
          </a:xfrm>
          <a:prstGeom prst="rect">
            <a:avLst/>
          </a:prstGeom>
          <a:ln w="0">
            <a:noFill/>
          </a:ln>
        </p:spPr>
      </p:pic>
      <p:pic>
        <p:nvPicPr>
          <p:cNvPr id="1689" name="Picture 5" descr="A blue and white sign&#10;&#10;Description automatically generated"/>
          <p:cNvPicPr/>
          <p:nvPr/>
        </p:nvPicPr>
        <p:blipFill>
          <a:blip r:embed="rId3"/>
          <a:stretch/>
        </p:blipFill>
        <p:spPr>
          <a:xfrm>
            <a:off x="2277000" y="1402200"/>
            <a:ext cx="3142800" cy="980640"/>
          </a:xfrm>
          <a:prstGeom prst="rect">
            <a:avLst/>
          </a:prstGeom>
          <a:ln w="0">
            <a:noFill/>
          </a:ln>
        </p:spPr>
      </p:pic>
      <p:sp>
        <p:nvSpPr>
          <p:cNvPr id="1690" name="Arrow: Right 6"/>
          <p:cNvSpPr/>
          <p:nvPr/>
        </p:nvSpPr>
        <p:spPr>
          <a:xfrm>
            <a:off x="1546560" y="1789920"/>
            <a:ext cx="670320" cy="359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acd4c"/>
          </a:solidFill>
          <a:ln>
            <a:solidFill>
              <a:srgbClr val="43592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nl-BE" sz="1800" spc="-1" strike="noStrike">
              <a:solidFill>
                <a:schemeClr val="lt1"/>
              </a:solidFill>
              <a:latin typeface="Tw Cen MT"/>
            </a:endParaRPr>
          </a:p>
        </p:txBody>
      </p:sp>
      <p:sp>
        <p:nvSpPr>
          <p:cNvPr id="1691" name="TextBox 8"/>
          <p:cNvSpPr/>
          <p:nvPr/>
        </p:nvSpPr>
        <p:spPr>
          <a:xfrm>
            <a:off x="2352960" y="2393640"/>
            <a:ext cx="300528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Bounding box: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	</a:t>
            </a: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x1,y1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	</a:t>
            </a: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x2,y2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2" name="AutoShape 8"/>
          <p:cNvSpPr/>
          <p:nvPr/>
        </p:nvSpPr>
        <p:spPr>
          <a:xfrm>
            <a:off x="2881440" y="1285920"/>
            <a:ext cx="6428520" cy="42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nl-BE" sz="1800" spc="-1" strike="noStrike">
              <a:solidFill>
                <a:schemeClr val="dk1"/>
              </a:solidFill>
              <a:latin typeface="Tw Cen MT"/>
            </a:endParaRPr>
          </a:p>
        </p:txBody>
      </p:sp>
      <p:sp>
        <p:nvSpPr>
          <p:cNvPr id="1693" name="AutoShape 14"/>
          <p:cNvSpPr/>
          <p:nvPr/>
        </p:nvSpPr>
        <p:spPr>
          <a:xfrm>
            <a:off x="4905360" y="1995480"/>
            <a:ext cx="2380680" cy="286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nl-BE" sz="1800" spc="-1" strike="noStrike">
              <a:solidFill>
                <a:schemeClr val="dk1"/>
              </a:solidFill>
              <a:latin typeface="Tw Cen MT"/>
            </a:endParaRPr>
          </a:p>
        </p:txBody>
      </p:sp>
      <p:pic>
        <p:nvPicPr>
          <p:cNvPr id="1694" name="Picture 51" descr="A diagram of a network&#10;&#10;Description automatically generated"/>
          <p:cNvPicPr/>
          <p:nvPr/>
        </p:nvPicPr>
        <p:blipFill>
          <a:blip r:embed="rId4"/>
          <a:stretch/>
        </p:blipFill>
        <p:spPr>
          <a:xfrm>
            <a:off x="6217200" y="945000"/>
            <a:ext cx="1800000" cy="2049120"/>
          </a:xfrm>
          <a:prstGeom prst="rect">
            <a:avLst/>
          </a:prstGeom>
          <a:ln w="0">
            <a:noFill/>
          </a:ln>
        </p:spPr>
      </p:pic>
      <p:sp>
        <p:nvSpPr>
          <p:cNvPr id="1695" name="Arrow: Right 52"/>
          <p:cNvSpPr/>
          <p:nvPr/>
        </p:nvSpPr>
        <p:spPr>
          <a:xfrm>
            <a:off x="5483520" y="1712880"/>
            <a:ext cx="670320" cy="359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acd4c"/>
          </a:solidFill>
          <a:ln>
            <a:solidFill>
              <a:srgbClr val="43592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nl-BE" sz="1800" spc="-1" strike="noStrike">
              <a:solidFill>
                <a:schemeClr val="lt1"/>
              </a:solidFill>
              <a:latin typeface="Tw Cen MT"/>
            </a:endParaRPr>
          </a:p>
        </p:txBody>
      </p:sp>
      <p:sp>
        <p:nvSpPr>
          <p:cNvPr id="1696" name="TextBox 53"/>
          <p:cNvSpPr/>
          <p:nvPr/>
        </p:nvSpPr>
        <p:spPr>
          <a:xfrm>
            <a:off x="6088680" y="71280"/>
            <a:ext cx="187272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CNN1: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Bin tag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angle tag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7" name="Arrow: Right 54"/>
          <p:cNvSpPr/>
          <p:nvPr/>
        </p:nvSpPr>
        <p:spPr>
          <a:xfrm>
            <a:off x="8007840" y="1716120"/>
            <a:ext cx="670320" cy="359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acd4c"/>
          </a:solidFill>
          <a:ln>
            <a:solidFill>
              <a:srgbClr val="43592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nl-BE" sz="1800" spc="-1" strike="noStrike">
              <a:solidFill>
                <a:schemeClr val="lt1"/>
              </a:solidFill>
              <a:latin typeface="Tw Cen MT"/>
            </a:endParaRPr>
          </a:p>
        </p:txBody>
      </p:sp>
      <p:pic>
        <p:nvPicPr>
          <p:cNvPr id="1698" name="Picture 55" descr="A diagram of a network&#10;&#10;Description automatically generated"/>
          <p:cNvPicPr/>
          <p:nvPr/>
        </p:nvPicPr>
        <p:blipFill>
          <a:blip r:embed="rId5"/>
          <a:stretch/>
        </p:blipFill>
        <p:spPr>
          <a:xfrm>
            <a:off x="8961840" y="941400"/>
            <a:ext cx="1800000" cy="2049120"/>
          </a:xfrm>
          <a:prstGeom prst="rect">
            <a:avLst/>
          </a:prstGeom>
          <a:ln w="0">
            <a:noFill/>
          </a:ln>
        </p:spPr>
      </p:pic>
      <p:sp>
        <p:nvSpPr>
          <p:cNvPr id="1699" name="TextBox 56"/>
          <p:cNvSpPr/>
          <p:nvPr/>
        </p:nvSpPr>
        <p:spPr>
          <a:xfrm>
            <a:off x="8343720" y="351360"/>
            <a:ext cx="2918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CNN2: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brand classification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0" name="TextBox 57"/>
          <p:cNvSpPr/>
          <p:nvPr/>
        </p:nvSpPr>
        <p:spPr>
          <a:xfrm>
            <a:off x="6391080" y="3501000"/>
            <a:ext cx="291888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CNN3a: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Model classification (audi)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1" name="TextBox 58"/>
          <p:cNvSpPr/>
          <p:nvPr/>
        </p:nvSpPr>
        <p:spPr>
          <a:xfrm>
            <a:off x="9261720" y="3512160"/>
            <a:ext cx="2918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CNN3b: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Model classification (fiat)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2" name="Arrow: Right 59"/>
          <p:cNvSpPr/>
          <p:nvPr/>
        </p:nvSpPr>
        <p:spPr>
          <a:xfrm rot="7965000">
            <a:off x="8986680" y="3085560"/>
            <a:ext cx="670320" cy="359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acd4c"/>
          </a:solidFill>
          <a:ln>
            <a:solidFill>
              <a:srgbClr val="43592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nl-BE" sz="1800" spc="-1" strike="noStrike">
              <a:solidFill>
                <a:schemeClr val="lt1"/>
              </a:solidFill>
              <a:latin typeface="Tw Cen MT"/>
            </a:endParaRPr>
          </a:p>
        </p:txBody>
      </p:sp>
      <p:sp>
        <p:nvSpPr>
          <p:cNvPr id="1703" name="Arrow: Right 60"/>
          <p:cNvSpPr/>
          <p:nvPr/>
        </p:nvSpPr>
        <p:spPr>
          <a:xfrm rot="2662200">
            <a:off x="9932760" y="3050280"/>
            <a:ext cx="670320" cy="359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acd4c"/>
          </a:solidFill>
          <a:ln>
            <a:solidFill>
              <a:srgbClr val="43592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nl-BE" sz="1800" spc="-1" strike="noStrike">
              <a:solidFill>
                <a:schemeClr val="lt1"/>
              </a:solidFill>
              <a:latin typeface="Tw Cen MT"/>
            </a:endParaRPr>
          </a:p>
        </p:txBody>
      </p:sp>
      <p:pic>
        <p:nvPicPr>
          <p:cNvPr id="1704" name="Picture 61" descr="A diagram of a network&#10;&#10;Description automatically generated"/>
          <p:cNvPicPr/>
          <p:nvPr/>
        </p:nvPicPr>
        <p:blipFill>
          <a:blip r:embed="rId6"/>
          <a:stretch/>
        </p:blipFill>
        <p:spPr>
          <a:xfrm>
            <a:off x="7069320" y="4366800"/>
            <a:ext cx="1800000" cy="2049120"/>
          </a:xfrm>
          <a:prstGeom prst="rect">
            <a:avLst/>
          </a:prstGeom>
          <a:ln w="0">
            <a:noFill/>
          </a:ln>
        </p:spPr>
      </p:pic>
      <p:pic>
        <p:nvPicPr>
          <p:cNvPr id="1705" name="Picture 62" descr="A diagram of a network&#10;&#10;Description automatically generated"/>
          <p:cNvPicPr/>
          <p:nvPr/>
        </p:nvPicPr>
        <p:blipFill>
          <a:blip r:embed="rId7"/>
          <a:stretch/>
        </p:blipFill>
        <p:spPr>
          <a:xfrm>
            <a:off x="9902520" y="4366800"/>
            <a:ext cx="1800000" cy="2049120"/>
          </a:xfrm>
          <a:prstGeom prst="rect">
            <a:avLst/>
          </a:prstGeom>
          <a:ln w="0">
            <a:noFill/>
          </a:ln>
        </p:spPr>
      </p:pic>
      <p:sp>
        <p:nvSpPr>
          <p:cNvPr id="1706" name="Arrow: Right 63"/>
          <p:cNvSpPr/>
          <p:nvPr/>
        </p:nvSpPr>
        <p:spPr>
          <a:xfrm>
            <a:off x="5531400" y="2847240"/>
            <a:ext cx="3147120" cy="359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acd4c"/>
          </a:solidFill>
          <a:ln>
            <a:solidFill>
              <a:srgbClr val="43592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nl-BE" sz="1800" spc="-1" strike="noStrike">
              <a:solidFill>
                <a:schemeClr val="lt1"/>
              </a:solidFill>
              <a:latin typeface="Tw Cen MT"/>
            </a:endParaRPr>
          </a:p>
        </p:txBody>
      </p:sp>
      <p:sp>
        <p:nvSpPr>
          <p:cNvPr id="1707" name="Rectangle 64"/>
          <p:cNvSpPr/>
          <p:nvPr/>
        </p:nvSpPr>
        <p:spPr>
          <a:xfrm>
            <a:off x="23760" y="1179000"/>
            <a:ext cx="1658520" cy="1573920"/>
          </a:xfrm>
          <a:prstGeom prst="rect">
            <a:avLst/>
          </a:prstGeom>
          <a:noFill/>
          <a:ln w="57150">
            <a:solidFill>
              <a:srgbClr val="719738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Tw Cen MT"/>
            </a:endParaRPr>
          </a:p>
        </p:txBody>
      </p:sp>
      <p:sp>
        <p:nvSpPr>
          <p:cNvPr id="1708" name="PlaceHolder 1"/>
          <p:cNvSpPr>
            <a:spLocks noGrp="1"/>
          </p:cNvSpPr>
          <p:nvPr>
            <p:ph type="ftr" idx="62"/>
          </p:nvPr>
        </p:nvSpPr>
        <p:spPr>
          <a:xfrm>
            <a:off x="712800" y="-15840"/>
            <a:ext cx="623844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1" lang="en-US" sz="1050" spc="-1" strike="noStrike" cap="all">
                <a:solidFill>
                  <a:schemeClr val="dk1">
                    <a:lumMod val="65000"/>
                    <a:lumOff val="35000"/>
                  </a:schemeClr>
                </a:solidFill>
                <a:latin typeface="Tw Cen MT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50" spc="-1" strike="noStrike" cap="all">
                <a:solidFill>
                  <a:schemeClr val="dk1">
                    <a:lumMod val="65000"/>
                    <a:lumOff val="35000"/>
                  </a:schemeClr>
                </a:solidFill>
                <a:latin typeface="Tw Cen MT"/>
              </a:rPr>
              <a:t>https://github.com/Frederic-P/automotive_project</a:t>
            </a:r>
            <a:endParaRPr b="0" lang="en-US" sz="10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ffffff"/>
            </a:gs>
            <a:gs pos="100000">
              <a:srgbClr val="a7a7a7"/>
            </a:gs>
          </a:gsLst>
          <a:lin ang="504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09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Tw Cen MT"/>
            </a:endParaRPr>
          </a:p>
        </p:txBody>
      </p:sp>
      <p:pic>
        <p:nvPicPr>
          <p:cNvPr id="1710" name="Picture 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1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ln w="0">
            <a:noFill/>
          </a:ln>
        </p:spPr>
      </p:pic>
      <p:grpSp>
        <p:nvGrpSpPr>
          <p:cNvPr id="1711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20400" cy="6857280"/>
            <a:chOff x="0" y="0"/>
            <a:chExt cx="1220400" cy="6857280"/>
          </a:xfrm>
        </p:grpSpPr>
        <p:sp>
          <p:nvSpPr>
            <p:cNvPr id="1712" name="Rectangle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28520" y="4680"/>
              <a:ext cx="23040" cy="218052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13" name="Freeform 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7520" y="217656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14" name="Freeform 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2840" y="4021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15" name="Freeform 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4200" y="4680"/>
              <a:ext cx="369000" cy="181044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810440"/>
                <a:gd name="textAreaBottom" fmla="*/ 1811160 h 1810440"/>
              </a:gdLst>
              <a:ahLst/>
              <a:rect l="textAreaLeft" t="textAreaTop" r="textAreaRight" b="textAreaBottom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16" name="Freeform 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17680" y="18018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17" name="Freeform 1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99880" y="4680"/>
              <a:ext cx="369000" cy="142956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429560"/>
                <a:gd name="textAreaBottom" fmla="*/ 1430280 h 1429560"/>
              </a:gdLst>
              <a:ahLst/>
              <a:rect l="textAreaLeft" t="textAreaTop" r="textAreaRight" b="textAreaBottom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18" name="Freeform 1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60520" y="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rect l="textAreaLeft" t="textAreaTop" r="textAreaRight" b="textAreaBottom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19" name="Freeform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3360" y="14209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20" name="Freeform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3360" y="9032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21" name="Freeform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55560" y="0"/>
              <a:ext cx="421560" cy="526320"/>
            </a:xfrm>
            <a:custGeom>
              <a:avLst/>
              <a:gdLst>
                <a:gd name="textAreaLeft" fmla="*/ 0 w 421560"/>
                <a:gd name="textAreaRight" fmla="*/ 422280 w 421560"/>
                <a:gd name="textAreaTop" fmla="*/ 0 h 526320"/>
                <a:gd name="textAreaBottom" fmla="*/ 527040 h 526320"/>
              </a:gdLst>
              <a:ahLst/>
              <a:rect l="textAreaLeft" t="textAreaTop" r="textAreaRight" b="textAreaBottom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22" name="Freeform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35000" y="488880"/>
              <a:ext cx="161280" cy="146880"/>
            </a:xfrm>
            <a:custGeom>
              <a:avLst/>
              <a:gdLst>
                <a:gd name="textAreaLeft" fmla="*/ 0 w 161280"/>
                <a:gd name="textAreaRight" fmla="*/ 162000 w 161280"/>
                <a:gd name="textAreaTop" fmla="*/ 0 h 146880"/>
                <a:gd name="textAreaBottom" fmla="*/ 147600 h 146880"/>
              </a:gdLst>
              <a:ahLst/>
              <a:rect l="textAreaLeft" t="textAreaTop" r="textAreaRight" b="textAreaBottom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23" name="Line 1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360" y="9360"/>
              <a:ext cx="360" cy="360"/>
            </a:xfrm>
            <a:prstGeom prst="line">
              <a:avLst/>
            </a:prstGeom>
            <a:ln w="15">
              <a:solidFill>
                <a:srgbClr val="ffffff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640" bIns="-44640" anchor="t">
              <a:noAutofit/>
            </a:bodyPr>
            <a:p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24" name="Freeform 1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60" y="1801800"/>
              <a:ext cx="123120" cy="126360"/>
            </a:xfrm>
            <a:custGeom>
              <a:avLst/>
              <a:gdLst>
                <a:gd name="textAreaLeft" fmla="*/ 0 w 123120"/>
                <a:gd name="textAreaRight" fmla="*/ 123840 w 123120"/>
                <a:gd name="textAreaTop" fmla="*/ 0 h 126360"/>
                <a:gd name="textAreaBottom" fmla="*/ 127080 h 126360"/>
              </a:gdLst>
              <a:ahLst/>
              <a:rect l="textAreaLeft" t="textAreaTop" r="textAreaRight" b="textAreaBottom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25" name="Freeform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680" y="3549600"/>
              <a:ext cx="146880" cy="480240"/>
            </a:xfrm>
            <a:custGeom>
              <a:avLst/>
              <a:gdLst>
                <a:gd name="textAreaLeft" fmla="*/ 0 w 146880"/>
                <a:gd name="textAreaRight" fmla="*/ 147600 w 146880"/>
                <a:gd name="textAreaTop" fmla="*/ 0 h 480240"/>
                <a:gd name="textAreaBottom" fmla="*/ 480960 h 480240"/>
              </a:gdLst>
              <a:ahLst/>
              <a:rect l="textAreaLeft" t="textAreaTop" r="textAreaRight" b="textAreaBottom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26" name="Freeform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2920" y="1382760"/>
              <a:ext cx="142200" cy="475560"/>
            </a:xfrm>
            <a:custGeom>
              <a:avLst/>
              <a:gdLst>
                <a:gd name="textAreaLeft" fmla="*/ 0 w 142200"/>
                <a:gd name="textAreaRight" fmla="*/ 142920 w 142200"/>
                <a:gd name="textAreaTop" fmla="*/ 0 h 475560"/>
                <a:gd name="textAreaBottom" fmla="*/ 476280 h 475560"/>
              </a:gdLst>
              <a:ahLst/>
              <a:rect l="textAreaLeft" t="textAreaTop" r="textAreaRight" b="textAreaBottom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27" name="Freeform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9240" y="1849320"/>
              <a:ext cx="113760" cy="107280"/>
            </a:xfrm>
            <a:custGeom>
              <a:avLst/>
              <a:gdLst>
                <a:gd name="textAreaLeft" fmla="*/ 0 w 113760"/>
                <a:gd name="textAreaRight" fmla="*/ 114480 w 113760"/>
                <a:gd name="textAreaTop" fmla="*/ 0 h 107280"/>
                <a:gd name="textAreaBottom" fmla="*/ 108000 h 107280"/>
              </a:gdLst>
              <a:ahLst/>
              <a:rect l="textAreaLeft" t="textAreaTop" r="textAreaRight" b="textAreaBottom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28" name="Rectangl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7600" y="4662360"/>
              <a:ext cx="23040" cy="218052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29" name="Freeform 2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960" y="5041800"/>
              <a:ext cx="369000" cy="180108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801080"/>
                <a:gd name="textAreaBottom" fmla="*/ 1801800 h 1801080"/>
              </a:gdLst>
              <a:ahLst/>
              <a:rect l="textAreaLeft" t="textAreaTop" r="textAreaRight" b="textAreaBottom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30" name="Freeform 2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6600" y="4481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31" name="Freeform 2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5627520"/>
              <a:ext cx="84960" cy="1215360"/>
            </a:xfrm>
            <a:custGeom>
              <a:avLst/>
              <a:gdLst>
                <a:gd name="textAreaLeft" fmla="*/ 0 w 84960"/>
                <a:gd name="textAreaRight" fmla="*/ 85680 w 84960"/>
                <a:gd name="textAreaTop" fmla="*/ 0 h 1215360"/>
                <a:gd name="textAreaBottom" fmla="*/ 1216080 h 1215360"/>
              </a:gdLst>
              <a:ahLst/>
              <a:rect l="textAreaLeft" t="textAreaTop" r="textAreaRight" b="textAreaBottom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32" name="Freeform 2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1440" y="4867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33" name="Freeform 2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4000" y="5423040"/>
              <a:ext cx="374040" cy="1424880"/>
            </a:xfrm>
            <a:custGeom>
              <a:avLst/>
              <a:gdLst>
                <a:gd name="textAreaLeft" fmla="*/ 0 w 374040"/>
                <a:gd name="textAreaRight" fmla="*/ 374760 w 374040"/>
                <a:gd name="textAreaTop" fmla="*/ 0 h 1424880"/>
                <a:gd name="textAreaBottom" fmla="*/ 1425600 h 1424880"/>
              </a:gdLst>
              <a:ahLst/>
              <a:rect l="textAreaLeft" t="textAreaTop" r="textAreaRight" b="textAreaBottom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34" name="Freeform 2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84280" y="594504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rect l="textAreaLeft" t="textAreaTop" r="textAreaRight" b="textAreaBottom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35" name="Freeform 2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7120" y="5246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36" name="Freeform 2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7120" y="57643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37" name="Freeform 3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84360" y="6330960"/>
              <a:ext cx="416880" cy="516960"/>
            </a:xfrm>
            <a:custGeom>
              <a:avLst/>
              <a:gdLst>
                <a:gd name="textAreaLeft" fmla="*/ 0 w 416880"/>
                <a:gd name="textAreaRight" fmla="*/ 417600 w 416880"/>
                <a:gd name="textAreaTop" fmla="*/ 0 h 516960"/>
                <a:gd name="textAreaBottom" fmla="*/ 517680 h 516960"/>
              </a:gdLst>
              <a:ahLst/>
              <a:rect l="textAreaLeft" t="textAreaTop" r="textAreaRight" b="textAreaBottom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38" name="Freeform 3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63800" y="6221520"/>
              <a:ext cx="156600" cy="14688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46880"/>
                <a:gd name="textAreaBottom" fmla="*/ 147600 h 146880"/>
              </a:gdLst>
              <a:ahLst/>
              <a:rect l="textAreaLeft" t="textAreaTop" r="textAreaRight" b="textAreaBottom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</p:grpSp>
      <p:grpSp>
        <p:nvGrpSpPr>
          <p:cNvPr id="1739" name="Group 4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1364840" y="0"/>
            <a:ext cx="673920" cy="6847920"/>
            <a:chOff x="11364840" y="0"/>
            <a:chExt cx="673920" cy="6847920"/>
          </a:xfrm>
        </p:grpSpPr>
        <p:sp>
          <p:nvSpPr>
            <p:cNvPr id="1740" name="Freeform 3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84000" y="0"/>
              <a:ext cx="416880" cy="511920"/>
            </a:xfrm>
            <a:custGeom>
              <a:avLst/>
              <a:gdLst>
                <a:gd name="textAreaLeft" fmla="*/ 0 w 416880"/>
                <a:gd name="textAreaRight" fmla="*/ 417600 w 416880"/>
                <a:gd name="textAreaTop" fmla="*/ 0 h 511920"/>
                <a:gd name="textAreaBottom" fmla="*/ 512640 h 511920"/>
              </a:gdLst>
              <a:ahLst/>
              <a:rect l="textAreaLeft" t="textAreaTop" r="textAreaRight" b="textAreaBottom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41" name="Freeform 3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364840" y="474840"/>
              <a:ext cx="156600" cy="15156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1560"/>
                <a:gd name="textAreaBottom" fmla="*/ 152280 h 151560"/>
              </a:gdLst>
              <a:ahLst/>
              <a:rect l="textAreaLeft" t="textAreaTop" r="textAreaRight" b="textAreaBottom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42" name="Freeform 3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31600" y="1539720"/>
              <a:ext cx="188280" cy="189720"/>
            </a:xfrm>
            <a:custGeom>
              <a:avLst/>
              <a:gdLst>
                <a:gd name="textAreaLeft" fmla="*/ 0 w 188280"/>
                <a:gd name="textAreaRight" fmla="*/ 189000 w 18828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43" name="Freeform 3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531520" y="5694480"/>
              <a:ext cx="297720" cy="1153440"/>
            </a:xfrm>
            <a:custGeom>
              <a:avLst/>
              <a:gdLst>
                <a:gd name="textAreaLeft" fmla="*/ 0 w 297720"/>
                <a:gd name="textAreaRight" fmla="*/ 298440 w 297720"/>
                <a:gd name="textAreaTop" fmla="*/ 0 h 1153440"/>
                <a:gd name="textAreaBottom" fmla="*/ 1154160 h 1153440"/>
              </a:gdLst>
              <a:ahLst/>
              <a:rect l="textAreaLeft" t="textAreaTop" r="textAreaRight" b="textAreaBottom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44" name="Freeform 3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73080" y="5551560"/>
              <a:ext cx="156600" cy="15480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4800"/>
                <a:gd name="textAreaBottom" fmla="*/ 155520 h 154800"/>
              </a:gdLst>
              <a:ahLst/>
              <a:rect l="textAreaLeft" t="textAreaTop" r="textAreaRight" b="textAreaBottom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45" name="Freeform 3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11160" y="4680"/>
              <a:ext cx="304200" cy="154404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44040"/>
                <a:gd name="textAreaBottom" fmla="*/ 1544760 h 1544040"/>
              </a:gdLst>
              <a:ahLst/>
              <a:rect l="textAreaLeft" t="textAreaTop" r="textAreaRight" b="textAreaBottom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46" name="Freeform 3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36280" y="4867200"/>
              <a:ext cx="188280" cy="188280"/>
            </a:xfrm>
            <a:custGeom>
              <a:avLst/>
              <a:gdLst>
                <a:gd name="textAreaLeft" fmla="*/ 0 w 188280"/>
                <a:gd name="textAreaRight" fmla="*/ 189000 w 18828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47" name="Freeform 3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41160" y="5046840"/>
              <a:ext cx="307080" cy="1801080"/>
            </a:xfrm>
            <a:custGeom>
              <a:avLst/>
              <a:gdLst>
                <a:gd name="textAreaLeft" fmla="*/ 0 w 307080"/>
                <a:gd name="textAreaRight" fmla="*/ 307800 w 307080"/>
                <a:gd name="textAreaTop" fmla="*/ 0 h 1801080"/>
                <a:gd name="textAreaBottom" fmla="*/ 1801800 h 1801080"/>
              </a:gdLst>
              <a:ahLst/>
              <a:rect l="textAreaLeft" t="textAreaTop" r="textAreaRight" b="textAreaBottom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48" name="Freeform 4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849040" y="641664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49" name="Rectangle 4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939760" y="6595920"/>
              <a:ext cx="23040" cy="25164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</p:grpSp>
      <p:sp>
        <p:nvSpPr>
          <p:cNvPr id="1750" name="Title 1"/>
          <p:cNvSpPr/>
          <p:nvPr/>
        </p:nvSpPr>
        <p:spPr>
          <a:xfrm>
            <a:off x="299880" y="73800"/>
            <a:ext cx="10514880" cy="13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90000"/>
              </a:lnSpc>
            </a:pPr>
            <a:endParaRPr b="0" lang="nl-BE" sz="3600" spc="-1" strike="noStrike" cap="all">
              <a:solidFill>
                <a:schemeClr val="dk1"/>
              </a:solidFill>
              <a:latin typeface="Tw Cen MT"/>
            </a:endParaRPr>
          </a:p>
        </p:txBody>
      </p:sp>
      <p:sp>
        <p:nvSpPr>
          <p:cNvPr id="1751" name="AutoShape 8"/>
          <p:cNvSpPr/>
          <p:nvPr/>
        </p:nvSpPr>
        <p:spPr>
          <a:xfrm>
            <a:off x="2881440" y="1285920"/>
            <a:ext cx="6428520" cy="42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nl-BE" sz="1800" spc="-1" strike="noStrike">
              <a:solidFill>
                <a:schemeClr val="dk1"/>
              </a:solidFill>
              <a:latin typeface="Tw Cen MT"/>
            </a:endParaRPr>
          </a:p>
        </p:txBody>
      </p:sp>
      <p:sp>
        <p:nvSpPr>
          <p:cNvPr id="1752" name="AutoShape 14"/>
          <p:cNvSpPr/>
          <p:nvPr/>
        </p:nvSpPr>
        <p:spPr>
          <a:xfrm>
            <a:off x="4905360" y="1995480"/>
            <a:ext cx="2380680" cy="286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nl-BE" sz="1800" spc="-1" strike="noStrike">
              <a:solidFill>
                <a:schemeClr val="dk1"/>
              </a:solidFill>
              <a:latin typeface="Tw Cen MT"/>
            </a:endParaRPr>
          </a:p>
        </p:txBody>
      </p:sp>
      <p:sp>
        <p:nvSpPr>
          <p:cNvPr id="1753" name="PlaceHolder 1"/>
          <p:cNvSpPr>
            <a:spLocks noGrp="1"/>
          </p:cNvSpPr>
          <p:nvPr>
            <p:ph type="ftr" idx="63"/>
          </p:nvPr>
        </p:nvSpPr>
        <p:spPr>
          <a:xfrm>
            <a:off x="712800" y="-15840"/>
            <a:ext cx="623844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1" lang="en-US" sz="1050" spc="-1" strike="noStrike" cap="all">
                <a:solidFill>
                  <a:schemeClr val="dk1">
                    <a:lumMod val="65000"/>
                    <a:lumOff val="35000"/>
                  </a:schemeClr>
                </a:solidFill>
                <a:latin typeface="Tw Cen MT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50" spc="-1" strike="noStrike" cap="all">
                <a:solidFill>
                  <a:schemeClr val="dk1">
                    <a:lumMod val="65000"/>
                    <a:lumOff val="35000"/>
                  </a:schemeClr>
                </a:solidFill>
                <a:latin typeface="Tw Cen MT"/>
              </a:rPr>
              <a:t>https://github.com/Frederic-P/automotive_project</a:t>
            </a:r>
            <a:endParaRPr b="0" lang="en-US" sz="1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4" name="PlaceHolder 2"/>
          <p:cNvSpPr>
            <a:spLocks noGrp="1"/>
          </p:cNvSpPr>
          <p:nvPr>
            <p:ph type="title"/>
          </p:nvPr>
        </p:nvSpPr>
        <p:spPr>
          <a:xfrm>
            <a:off x="1141560" y="748080"/>
            <a:ext cx="9905400" cy="1116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800" spc="-1" strike="noStrike" cap="all">
                <a:solidFill>
                  <a:srgbClr val="505050"/>
                </a:solidFill>
                <a:latin typeface="Calibri Light"/>
              </a:rPr>
              <a:t>Data harvesting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5" name="TextBox 72"/>
          <p:cNvSpPr/>
          <p:nvPr/>
        </p:nvSpPr>
        <p:spPr>
          <a:xfrm>
            <a:off x="932400" y="1683360"/>
            <a:ext cx="10372680" cy="22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457200">
              <a:lnSpc>
                <a:spcPct val="100000"/>
              </a:lnSpc>
              <a:buClr>
                <a:srgbClr val="000000"/>
              </a:buClr>
              <a:buFont typeface="OpenSymbol"/>
              <a:buChar char="-"/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Data Sources: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buClr>
                <a:srgbClr val="000000"/>
              </a:buClr>
              <a:buFont typeface="OpenSymbol"/>
              <a:buChar char="-"/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Autoscout (Listings)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buClr>
                <a:srgbClr val="000000"/>
              </a:buClr>
              <a:buFont typeface="OpenSymbol"/>
              <a:buChar char="-"/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Autodoc (chassis codes)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85840" indent="-285840" defTabSz="457200">
              <a:lnSpc>
                <a:spcPct val="100000"/>
              </a:lnSpc>
              <a:buClr>
                <a:srgbClr val="000000"/>
              </a:buClr>
              <a:buFont typeface="OpenSymbol"/>
              <a:buChar char="-"/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Merging data: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buClr>
                <a:srgbClr val="000000"/>
              </a:buClr>
              <a:buFont typeface="OpenSymbol"/>
              <a:buChar char="-"/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Pending task (based on support features)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457200">
              <a:lnSpc>
                <a:spcPct val="100000"/>
              </a:lnSpc>
              <a:buClr>
                <a:srgbClr val="000000"/>
              </a:buClr>
              <a:buFont typeface="OpenSymbol"/>
              <a:buChar char="-"/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Doorcount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457200">
              <a:lnSpc>
                <a:spcPct val="100000"/>
              </a:lnSpc>
              <a:buClr>
                <a:srgbClr val="000000"/>
              </a:buClr>
              <a:buFont typeface="OpenSymbol"/>
              <a:buChar char="-"/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Registration year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457200">
              <a:lnSpc>
                <a:spcPct val="100000"/>
              </a:lnSpc>
              <a:buClr>
                <a:srgbClr val="000000"/>
              </a:buClr>
              <a:buFont typeface="OpenSymbol"/>
              <a:buChar char="-"/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Shell type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56" name="Picture 4" descr=""/>
          <p:cNvPicPr/>
          <p:nvPr/>
        </p:nvPicPr>
        <p:blipFill>
          <a:blip r:embed="rId2"/>
          <a:stretch/>
        </p:blipFill>
        <p:spPr>
          <a:xfrm>
            <a:off x="741960" y="4242600"/>
            <a:ext cx="10354680" cy="21711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ffffff"/>
            </a:gs>
            <a:gs pos="100000">
              <a:srgbClr val="a7a7a7"/>
            </a:gs>
          </a:gsLst>
          <a:lin ang="504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57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Tw Cen MT"/>
            </a:endParaRPr>
          </a:p>
        </p:txBody>
      </p:sp>
      <p:pic>
        <p:nvPicPr>
          <p:cNvPr id="1758" name="Picture 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1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ln w="0">
            <a:noFill/>
          </a:ln>
        </p:spPr>
      </p:pic>
      <p:grpSp>
        <p:nvGrpSpPr>
          <p:cNvPr id="1759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20400" cy="6857280"/>
            <a:chOff x="0" y="0"/>
            <a:chExt cx="1220400" cy="6857280"/>
          </a:xfrm>
        </p:grpSpPr>
        <p:sp>
          <p:nvSpPr>
            <p:cNvPr id="1760" name="Rectangle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28520" y="4680"/>
              <a:ext cx="23040" cy="218052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61" name="Freeform 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7520" y="217656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62" name="Freeform 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2840" y="4021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63" name="Freeform 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4200" y="4680"/>
              <a:ext cx="369000" cy="181044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810440"/>
                <a:gd name="textAreaBottom" fmla="*/ 1811160 h 1810440"/>
              </a:gdLst>
              <a:ahLst/>
              <a:rect l="textAreaLeft" t="textAreaTop" r="textAreaRight" b="textAreaBottom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64" name="Freeform 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17680" y="18018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65" name="Freeform 1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99880" y="4680"/>
              <a:ext cx="369000" cy="142956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429560"/>
                <a:gd name="textAreaBottom" fmla="*/ 1430280 h 1429560"/>
              </a:gdLst>
              <a:ahLst/>
              <a:rect l="textAreaLeft" t="textAreaTop" r="textAreaRight" b="textAreaBottom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66" name="Freeform 1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60520" y="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rect l="textAreaLeft" t="textAreaTop" r="textAreaRight" b="textAreaBottom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67" name="Freeform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3360" y="14209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68" name="Freeform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3360" y="9032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69" name="Freeform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55560" y="0"/>
              <a:ext cx="421560" cy="526320"/>
            </a:xfrm>
            <a:custGeom>
              <a:avLst/>
              <a:gdLst>
                <a:gd name="textAreaLeft" fmla="*/ 0 w 421560"/>
                <a:gd name="textAreaRight" fmla="*/ 422280 w 421560"/>
                <a:gd name="textAreaTop" fmla="*/ 0 h 526320"/>
                <a:gd name="textAreaBottom" fmla="*/ 527040 h 526320"/>
              </a:gdLst>
              <a:ahLst/>
              <a:rect l="textAreaLeft" t="textAreaTop" r="textAreaRight" b="textAreaBottom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70" name="Freeform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35000" y="488880"/>
              <a:ext cx="161280" cy="146880"/>
            </a:xfrm>
            <a:custGeom>
              <a:avLst/>
              <a:gdLst>
                <a:gd name="textAreaLeft" fmla="*/ 0 w 161280"/>
                <a:gd name="textAreaRight" fmla="*/ 162000 w 161280"/>
                <a:gd name="textAreaTop" fmla="*/ 0 h 146880"/>
                <a:gd name="textAreaBottom" fmla="*/ 147600 h 146880"/>
              </a:gdLst>
              <a:ahLst/>
              <a:rect l="textAreaLeft" t="textAreaTop" r="textAreaRight" b="textAreaBottom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71" name="Line 1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360" y="9360"/>
              <a:ext cx="360" cy="360"/>
            </a:xfrm>
            <a:prstGeom prst="line">
              <a:avLst/>
            </a:prstGeom>
            <a:ln w="15">
              <a:solidFill>
                <a:srgbClr val="ffffff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640" bIns="-44640" anchor="t">
              <a:noAutofit/>
            </a:bodyPr>
            <a:p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72" name="Freeform 1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60" y="1801800"/>
              <a:ext cx="123120" cy="126360"/>
            </a:xfrm>
            <a:custGeom>
              <a:avLst/>
              <a:gdLst>
                <a:gd name="textAreaLeft" fmla="*/ 0 w 123120"/>
                <a:gd name="textAreaRight" fmla="*/ 123840 w 123120"/>
                <a:gd name="textAreaTop" fmla="*/ 0 h 126360"/>
                <a:gd name="textAreaBottom" fmla="*/ 127080 h 126360"/>
              </a:gdLst>
              <a:ahLst/>
              <a:rect l="textAreaLeft" t="textAreaTop" r="textAreaRight" b="textAreaBottom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73" name="Freeform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680" y="3549600"/>
              <a:ext cx="146880" cy="480240"/>
            </a:xfrm>
            <a:custGeom>
              <a:avLst/>
              <a:gdLst>
                <a:gd name="textAreaLeft" fmla="*/ 0 w 146880"/>
                <a:gd name="textAreaRight" fmla="*/ 147600 w 146880"/>
                <a:gd name="textAreaTop" fmla="*/ 0 h 480240"/>
                <a:gd name="textAreaBottom" fmla="*/ 480960 h 480240"/>
              </a:gdLst>
              <a:ahLst/>
              <a:rect l="textAreaLeft" t="textAreaTop" r="textAreaRight" b="textAreaBottom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74" name="Freeform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2920" y="1382760"/>
              <a:ext cx="142200" cy="475560"/>
            </a:xfrm>
            <a:custGeom>
              <a:avLst/>
              <a:gdLst>
                <a:gd name="textAreaLeft" fmla="*/ 0 w 142200"/>
                <a:gd name="textAreaRight" fmla="*/ 142920 w 142200"/>
                <a:gd name="textAreaTop" fmla="*/ 0 h 475560"/>
                <a:gd name="textAreaBottom" fmla="*/ 476280 h 475560"/>
              </a:gdLst>
              <a:ahLst/>
              <a:rect l="textAreaLeft" t="textAreaTop" r="textAreaRight" b="textAreaBottom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75" name="Freeform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9240" y="1849320"/>
              <a:ext cx="113760" cy="107280"/>
            </a:xfrm>
            <a:custGeom>
              <a:avLst/>
              <a:gdLst>
                <a:gd name="textAreaLeft" fmla="*/ 0 w 113760"/>
                <a:gd name="textAreaRight" fmla="*/ 114480 w 113760"/>
                <a:gd name="textAreaTop" fmla="*/ 0 h 107280"/>
                <a:gd name="textAreaBottom" fmla="*/ 108000 h 107280"/>
              </a:gdLst>
              <a:ahLst/>
              <a:rect l="textAreaLeft" t="textAreaTop" r="textAreaRight" b="textAreaBottom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76" name="Rectangl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7600" y="4662360"/>
              <a:ext cx="23040" cy="218052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77" name="Freeform 2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960" y="5041800"/>
              <a:ext cx="369000" cy="180108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801080"/>
                <a:gd name="textAreaBottom" fmla="*/ 1801800 h 1801080"/>
              </a:gdLst>
              <a:ahLst/>
              <a:rect l="textAreaLeft" t="textAreaTop" r="textAreaRight" b="textAreaBottom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78" name="Freeform 2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6600" y="4481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79" name="Freeform 2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5627520"/>
              <a:ext cx="84960" cy="1215360"/>
            </a:xfrm>
            <a:custGeom>
              <a:avLst/>
              <a:gdLst>
                <a:gd name="textAreaLeft" fmla="*/ 0 w 84960"/>
                <a:gd name="textAreaRight" fmla="*/ 85680 w 84960"/>
                <a:gd name="textAreaTop" fmla="*/ 0 h 1215360"/>
                <a:gd name="textAreaBottom" fmla="*/ 1216080 h 1215360"/>
              </a:gdLst>
              <a:ahLst/>
              <a:rect l="textAreaLeft" t="textAreaTop" r="textAreaRight" b="textAreaBottom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80" name="Freeform 2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1440" y="4867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81" name="Freeform 2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4000" y="5423040"/>
              <a:ext cx="374040" cy="1424880"/>
            </a:xfrm>
            <a:custGeom>
              <a:avLst/>
              <a:gdLst>
                <a:gd name="textAreaLeft" fmla="*/ 0 w 374040"/>
                <a:gd name="textAreaRight" fmla="*/ 374760 w 374040"/>
                <a:gd name="textAreaTop" fmla="*/ 0 h 1424880"/>
                <a:gd name="textAreaBottom" fmla="*/ 1425600 h 1424880"/>
              </a:gdLst>
              <a:ahLst/>
              <a:rect l="textAreaLeft" t="textAreaTop" r="textAreaRight" b="textAreaBottom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82" name="Freeform 2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84280" y="594504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rect l="textAreaLeft" t="textAreaTop" r="textAreaRight" b="textAreaBottom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83" name="Freeform 2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7120" y="5246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84" name="Freeform 2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7120" y="57643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85" name="Freeform 3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84360" y="6330960"/>
              <a:ext cx="416880" cy="516960"/>
            </a:xfrm>
            <a:custGeom>
              <a:avLst/>
              <a:gdLst>
                <a:gd name="textAreaLeft" fmla="*/ 0 w 416880"/>
                <a:gd name="textAreaRight" fmla="*/ 417600 w 416880"/>
                <a:gd name="textAreaTop" fmla="*/ 0 h 516960"/>
                <a:gd name="textAreaBottom" fmla="*/ 517680 h 516960"/>
              </a:gdLst>
              <a:ahLst/>
              <a:rect l="textAreaLeft" t="textAreaTop" r="textAreaRight" b="textAreaBottom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86" name="Freeform 3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63800" y="6221520"/>
              <a:ext cx="156600" cy="14688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46880"/>
                <a:gd name="textAreaBottom" fmla="*/ 147600 h 146880"/>
              </a:gdLst>
              <a:ahLst/>
              <a:rect l="textAreaLeft" t="textAreaTop" r="textAreaRight" b="textAreaBottom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</p:grpSp>
      <p:grpSp>
        <p:nvGrpSpPr>
          <p:cNvPr id="1787" name="Group 4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1364840" y="0"/>
            <a:ext cx="673920" cy="6847920"/>
            <a:chOff x="11364840" y="0"/>
            <a:chExt cx="673920" cy="6847920"/>
          </a:xfrm>
        </p:grpSpPr>
        <p:sp>
          <p:nvSpPr>
            <p:cNvPr id="1788" name="Freeform 3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84000" y="0"/>
              <a:ext cx="416880" cy="511920"/>
            </a:xfrm>
            <a:custGeom>
              <a:avLst/>
              <a:gdLst>
                <a:gd name="textAreaLeft" fmla="*/ 0 w 416880"/>
                <a:gd name="textAreaRight" fmla="*/ 417600 w 416880"/>
                <a:gd name="textAreaTop" fmla="*/ 0 h 511920"/>
                <a:gd name="textAreaBottom" fmla="*/ 512640 h 511920"/>
              </a:gdLst>
              <a:ahLst/>
              <a:rect l="textAreaLeft" t="textAreaTop" r="textAreaRight" b="textAreaBottom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89" name="Freeform 3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364840" y="474840"/>
              <a:ext cx="156600" cy="15156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1560"/>
                <a:gd name="textAreaBottom" fmla="*/ 152280 h 151560"/>
              </a:gdLst>
              <a:ahLst/>
              <a:rect l="textAreaLeft" t="textAreaTop" r="textAreaRight" b="textAreaBottom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90" name="Freeform 3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31600" y="1539720"/>
              <a:ext cx="188280" cy="189720"/>
            </a:xfrm>
            <a:custGeom>
              <a:avLst/>
              <a:gdLst>
                <a:gd name="textAreaLeft" fmla="*/ 0 w 188280"/>
                <a:gd name="textAreaRight" fmla="*/ 189000 w 18828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91" name="Freeform 3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531520" y="5694480"/>
              <a:ext cx="297720" cy="1153440"/>
            </a:xfrm>
            <a:custGeom>
              <a:avLst/>
              <a:gdLst>
                <a:gd name="textAreaLeft" fmla="*/ 0 w 297720"/>
                <a:gd name="textAreaRight" fmla="*/ 298440 w 297720"/>
                <a:gd name="textAreaTop" fmla="*/ 0 h 1153440"/>
                <a:gd name="textAreaBottom" fmla="*/ 1154160 h 1153440"/>
              </a:gdLst>
              <a:ahLst/>
              <a:rect l="textAreaLeft" t="textAreaTop" r="textAreaRight" b="textAreaBottom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92" name="Freeform 3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73080" y="5551560"/>
              <a:ext cx="156600" cy="15480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4800"/>
                <a:gd name="textAreaBottom" fmla="*/ 155520 h 154800"/>
              </a:gdLst>
              <a:ahLst/>
              <a:rect l="textAreaLeft" t="textAreaTop" r="textAreaRight" b="textAreaBottom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93" name="Freeform 3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11160" y="4680"/>
              <a:ext cx="304200" cy="154404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44040"/>
                <a:gd name="textAreaBottom" fmla="*/ 1544760 h 1544040"/>
              </a:gdLst>
              <a:ahLst/>
              <a:rect l="textAreaLeft" t="textAreaTop" r="textAreaRight" b="textAreaBottom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94" name="Freeform 3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36280" y="4867200"/>
              <a:ext cx="188280" cy="188280"/>
            </a:xfrm>
            <a:custGeom>
              <a:avLst/>
              <a:gdLst>
                <a:gd name="textAreaLeft" fmla="*/ 0 w 188280"/>
                <a:gd name="textAreaRight" fmla="*/ 189000 w 18828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95" name="Freeform 3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41160" y="5046840"/>
              <a:ext cx="307080" cy="1801080"/>
            </a:xfrm>
            <a:custGeom>
              <a:avLst/>
              <a:gdLst>
                <a:gd name="textAreaLeft" fmla="*/ 0 w 307080"/>
                <a:gd name="textAreaRight" fmla="*/ 307800 w 307080"/>
                <a:gd name="textAreaTop" fmla="*/ 0 h 1801080"/>
                <a:gd name="textAreaBottom" fmla="*/ 1801800 h 1801080"/>
              </a:gdLst>
              <a:ahLst/>
              <a:rect l="textAreaLeft" t="textAreaTop" r="textAreaRight" b="textAreaBottom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96" name="Freeform 4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849040" y="641664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797" name="Rectangle 4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939760" y="6595920"/>
              <a:ext cx="23040" cy="25164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</p:grpSp>
      <p:sp>
        <p:nvSpPr>
          <p:cNvPr id="1798" name="Title 1"/>
          <p:cNvSpPr/>
          <p:nvPr/>
        </p:nvSpPr>
        <p:spPr>
          <a:xfrm>
            <a:off x="299880" y="73800"/>
            <a:ext cx="10514880" cy="13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90000"/>
              </a:lnSpc>
            </a:pPr>
            <a:endParaRPr b="0" lang="nl-BE" sz="3600" spc="-1" strike="noStrike" cap="all">
              <a:solidFill>
                <a:schemeClr val="dk1"/>
              </a:solidFill>
              <a:latin typeface="Tw Cen MT"/>
            </a:endParaRPr>
          </a:p>
        </p:txBody>
      </p:sp>
      <p:sp>
        <p:nvSpPr>
          <p:cNvPr id="1799" name="AutoShape 8"/>
          <p:cNvSpPr/>
          <p:nvPr/>
        </p:nvSpPr>
        <p:spPr>
          <a:xfrm>
            <a:off x="2881440" y="1285920"/>
            <a:ext cx="6428520" cy="42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nl-BE" sz="1800" spc="-1" strike="noStrike">
              <a:solidFill>
                <a:schemeClr val="dk1"/>
              </a:solidFill>
              <a:latin typeface="Tw Cen MT"/>
            </a:endParaRPr>
          </a:p>
        </p:txBody>
      </p:sp>
      <p:sp>
        <p:nvSpPr>
          <p:cNvPr id="1800" name="AutoShape 14"/>
          <p:cNvSpPr/>
          <p:nvPr/>
        </p:nvSpPr>
        <p:spPr>
          <a:xfrm>
            <a:off x="4905360" y="1995480"/>
            <a:ext cx="2380680" cy="286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nl-BE" sz="1800" spc="-1" strike="noStrike">
              <a:solidFill>
                <a:schemeClr val="dk1"/>
              </a:solidFill>
              <a:latin typeface="Tw Cen MT"/>
            </a:endParaRPr>
          </a:p>
        </p:txBody>
      </p:sp>
      <p:sp>
        <p:nvSpPr>
          <p:cNvPr id="1801" name="PlaceHolder 1"/>
          <p:cNvSpPr>
            <a:spLocks noGrp="1"/>
          </p:cNvSpPr>
          <p:nvPr>
            <p:ph type="ftr" idx="64"/>
          </p:nvPr>
        </p:nvSpPr>
        <p:spPr>
          <a:xfrm>
            <a:off x="712800" y="-15840"/>
            <a:ext cx="623844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1" lang="en-US" sz="1050" spc="-1" strike="noStrike" cap="all">
                <a:solidFill>
                  <a:schemeClr val="dk1">
                    <a:lumMod val="65000"/>
                    <a:lumOff val="35000"/>
                  </a:schemeClr>
                </a:solidFill>
                <a:latin typeface="Tw Cen MT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50" spc="-1" strike="noStrike" cap="all">
                <a:solidFill>
                  <a:schemeClr val="dk1">
                    <a:lumMod val="65000"/>
                    <a:lumOff val="35000"/>
                  </a:schemeClr>
                </a:solidFill>
                <a:latin typeface="Tw Cen MT"/>
              </a:rPr>
              <a:t>https://github.com/Frederic-P/automotive_project</a:t>
            </a:r>
            <a:endParaRPr b="0" lang="en-US" sz="1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2" name="PlaceHolder 2"/>
          <p:cNvSpPr>
            <a:spLocks noGrp="1"/>
          </p:cNvSpPr>
          <p:nvPr>
            <p:ph type="title"/>
          </p:nvPr>
        </p:nvSpPr>
        <p:spPr>
          <a:xfrm>
            <a:off x="1141560" y="748080"/>
            <a:ext cx="9905400" cy="1116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800" spc="-1" strike="noStrike" cap="all">
                <a:solidFill>
                  <a:srgbClr val="505050"/>
                </a:solidFill>
                <a:latin typeface="Calibri Light"/>
              </a:rPr>
              <a:t>Data harvesting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03" name="Picture 3" descr=""/>
          <p:cNvPicPr/>
          <p:nvPr/>
        </p:nvPicPr>
        <p:blipFill>
          <a:blip r:embed="rId2"/>
          <a:stretch/>
        </p:blipFill>
        <p:spPr>
          <a:xfrm>
            <a:off x="0" y="1537560"/>
            <a:ext cx="4018680" cy="5319720"/>
          </a:xfrm>
          <a:prstGeom prst="rect">
            <a:avLst/>
          </a:prstGeom>
          <a:ln w="0">
            <a:noFill/>
          </a:ln>
        </p:spPr>
      </p:pic>
      <p:pic>
        <p:nvPicPr>
          <p:cNvPr id="1804" name="Picture 4" descr=""/>
          <p:cNvPicPr/>
          <p:nvPr/>
        </p:nvPicPr>
        <p:blipFill>
          <a:blip r:embed="rId3"/>
          <a:stretch/>
        </p:blipFill>
        <p:spPr>
          <a:xfrm>
            <a:off x="4709880" y="1492200"/>
            <a:ext cx="3179880" cy="3601080"/>
          </a:xfrm>
          <a:prstGeom prst="rect">
            <a:avLst/>
          </a:prstGeom>
          <a:ln w="0">
            <a:noFill/>
          </a:ln>
        </p:spPr>
      </p:pic>
      <p:pic>
        <p:nvPicPr>
          <p:cNvPr id="1805" name="Picture 5" descr=""/>
          <p:cNvPicPr/>
          <p:nvPr/>
        </p:nvPicPr>
        <p:blipFill>
          <a:blip r:embed="rId4"/>
          <a:stretch/>
        </p:blipFill>
        <p:spPr>
          <a:xfrm>
            <a:off x="4709880" y="5094000"/>
            <a:ext cx="5579280" cy="1547280"/>
          </a:xfrm>
          <a:prstGeom prst="rect">
            <a:avLst/>
          </a:prstGeom>
          <a:ln w="0">
            <a:noFill/>
          </a:ln>
        </p:spPr>
      </p:pic>
      <p:cxnSp>
        <p:nvCxnSpPr>
          <p:cNvPr id="1806" name="Straight Connector 55"/>
          <p:cNvCxnSpPr/>
          <p:nvPr/>
        </p:nvCxnSpPr>
        <p:spPr>
          <a:xfrm>
            <a:off x="3935880" y="3203280"/>
            <a:ext cx="774720" cy="3439080"/>
          </a:xfrm>
          <a:prstGeom prst="straightConnector1">
            <a:avLst/>
          </a:prstGeom>
          <a:ln w="38100">
            <a:solidFill>
              <a:srgbClr val="9acd4c"/>
            </a:solidFill>
            <a:round/>
          </a:ln>
        </p:spPr>
      </p:cxnSp>
      <p:cxnSp>
        <p:nvCxnSpPr>
          <p:cNvPr id="1807" name="Straight Connector 56"/>
          <p:cNvCxnSpPr/>
          <p:nvPr/>
        </p:nvCxnSpPr>
        <p:spPr>
          <a:xfrm>
            <a:off x="3935880" y="1537560"/>
            <a:ext cx="774720" cy="720"/>
          </a:xfrm>
          <a:prstGeom prst="straightConnector1">
            <a:avLst/>
          </a:prstGeom>
          <a:ln w="38100">
            <a:solidFill>
              <a:srgbClr val="9acd4c"/>
            </a:solidFill>
            <a:round/>
          </a:ln>
        </p:spPr>
      </p:cxnSp>
      <p:sp>
        <p:nvSpPr>
          <p:cNvPr id="1808" name="Rectangle 57"/>
          <p:cNvSpPr/>
          <p:nvPr/>
        </p:nvSpPr>
        <p:spPr>
          <a:xfrm>
            <a:off x="7272720" y="5208840"/>
            <a:ext cx="2960640" cy="1360800"/>
          </a:xfrm>
          <a:prstGeom prst="rect">
            <a:avLst/>
          </a:prstGeom>
          <a:noFill/>
          <a:ln w="38100">
            <a:solidFill>
              <a:srgbClr val="719738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Tw Cen MT"/>
            </a:endParaRPr>
          </a:p>
        </p:txBody>
      </p:sp>
      <p:sp>
        <p:nvSpPr>
          <p:cNvPr id="1809" name="Rectangle 58"/>
          <p:cNvSpPr/>
          <p:nvPr/>
        </p:nvSpPr>
        <p:spPr>
          <a:xfrm>
            <a:off x="4709880" y="3827160"/>
            <a:ext cx="3252600" cy="550440"/>
          </a:xfrm>
          <a:prstGeom prst="rect">
            <a:avLst/>
          </a:prstGeom>
          <a:noFill/>
          <a:ln w="38100">
            <a:solidFill>
              <a:srgbClr val="719738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Tw Cen M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ffffff"/>
            </a:gs>
            <a:gs pos="100000">
              <a:srgbClr val="a7a7a7"/>
            </a:gs>
          </a:gsLst>
          <a:lin ang="504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10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Tw Cen MT"/>
            </a:endParaRPr>
          </a:p>
        </p:txBody>
      </p:sp>
      <p:pic>
        <p:nvPicPr>
          <p:cNvPr id="1811" name="Picture 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1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ln w="0">
            <a:noFill/>
          </a:ln>
        </p:spPr>
      </p:pic>
      <p:grpSp>
        <p:nvGrpSpPr>
          <p:cNvPr id="1812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20400" cy="6857280"/>
            <a:chOff x="0" y="0"/>
            <a:chExt cx="1220400" cy="6857280"/>
          </a:xfrm>
        </p:grpSpPr>
        <p:sp>
          <p:nvSpPr>
            <p:cNvPr id="1813" name="Rectangle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28520" y="4680"/>
              <a:ext cx="23040" cy="218052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814" name="Freeform 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7520" y="217656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815" name="Freeform 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2840" y="4021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816" name="Freeform 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4200" y="4680"/>
              <a:ext cx="369000" cy="181044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810440"/>
                <a:gd name="textAreaBottom" fmla="*/ 1811160 h 1810440"/>
              </a:gdLst>
              <a:ahLst/>
              <a:rect l="textAreaLeft" t="textAreaTop" r="textAreaRight" b="textAreaBottom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817" name="Freeform 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17680" y="18018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818" name="Freeform 1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99880" y="4680"/>
              <a:ext cx="369000" cy="142956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429560"/>
                <a:gd name="textAreaBottom" fmla="*/ 1430280 h 1429560"/>
              </a:gdLst>
              <a:ahLst/>
              <a:rect l="textAreaLeft" t="textAreaTop" r="textAreaRight" b="textAreaBottom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819" name="Freeform 1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60520" y="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rect l="textAreaLeft" t="textAreaTop" r="textAreaRight" b="textAreaBottom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820" name="Freeform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3360" y="14209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821" name="Freeform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3360" y="9032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822" name="Freeform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55560" y="0"/>
              <a:ext cx="421560" cy="526320"/>
            </a:xfrm>
            <a:custGeom>
              <a:avLst/>
              <a:gdLst>
                <a:gd name="textAreaLeft" fmla="*/ 0 w 421560"/>
                <a:gd name="textAreaRight" fmla="*/ 422280 w 421560"/>
                <a:gd name="textAreaTop" fmla="*/ 0 h 526320"/>
                <a:gd name="textAreaBottom" fmla="*/ 527040 h 526320"/>
              </a:gdLst>
              <a:ahLst/>
              <a:rect l="textAreaLeft" t="textAreaTop" r="textAreaRight" b="textAreaBottom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823" name="Freeform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35000" y="488880"/>
              <a:ext cx="161280" cy="146880"/>
            </a:xfrm>
            <a:custGeom>
              <a:avLst/>
              <a:gdLst>
                <a:gd name="textAreaLeft" fmla="*/ 0 w 161280"/>
                <a:gd name="textAreaRight" fmla="*/ 162000 w 161280"/>
                <a:gd name="textAreaTop" fmla="*/ 0 h 146880"/>
                <a:gd name="textAreaBottom" fmla="*/ 147600 h 146880"/>
              </a:gdLst>
              <a:ahLst/>
              <a:rect l="textAreaLeft" t="textAreaTop" r="textAreaRight" b="textAreaBottom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824" name="Line 1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360" y="9360"/>
              <a:ext cx="360" cy="360"/>
            </a:xfrm>
            <a:prstGeom prst="line">
              <a:avLst/>
            </a:prstGeom>
            <a:ln w="15">
              <a:solidFill>
                <a:srgbClr val="ffffff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640" bIns="-44640" anchor="t">
              <a:noAutofit/>
            </a:bodyPr>
            <a:p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825" name="Freeform 1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60" y="1801800"/>
              <a:ext cx="123120" cy="126360"/>
            </a:xfrm>
            <a:custGeom>
              <a:avLst/>
              <a:gdLst>
                <a:gd name="textAreaLeft" fmla="*/ 0 w 123120"/>
                <a:gd name="textAreaRight" fmla="*/ 123840 w 123120"/>
                <a:gd name="textAreaTop" fmla="*/ 0 h 126360"/>
                <a:gd name="textAreaBottom" fmla="*/ 127080 h 126360"/>
              </a:gdLst>
              <a:ahLst/>
              <a:rect l="textAreaLeft" t="textAreaTop" r="textAreaRight" b="textAreaBottom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826" name="Freeform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680" y="3549600"/>
              <a:ext cx="146880" cy="480240"/>
            </a:xfrm>
            <a:custGeom>
              <a:avLst/>
              <a:gdLst>
                <a:gd name="textAreaLeft" fmla="*/ 0 w 146880"/>
                <a:gd name="textAreaRight" fmla="*/ 147600 w 146880"/>
                <a:gd name="textAreaTop" fmla="*/ 0 h 480240"/>
                <a:gd name="textAreaBottom" fmla="*/ 480960 h 480240"/>
              </a:gdLst>
              <a:ahLst/>
              <a:rect l="textAreaLeft" t="textAreaTop" r="textAreaRight" b="textAreaBottom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827" name="Freeform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2920" y="1382760"/>
              <a:ext cx="142200" cy="475560"/>
            </a:xfrm>
            <a:custGeom>
              <a:avLst/>
              <a:gdLst>
                <a:gd name="textAreaLeft" fmla="*/ 0 w 142200"/>
                <a:gd name="textAreaRight" fmla="*/ 142920 w 142200"/>
                <a:gd name="textAreaTop" fmla="*/ 0 h 475560"/>
                <a:gd name="textAreaBottom" fmla="*/ 476280 h 475560"/>
              </a:gdLst>
              <a:ahLst/>
              <a:rect l="textAreaLeft" t="textAreaTop" r="textAreaRight" b="textAreaBottom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828" name="Freeform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9240" y="1849320"/>
              <a:ext cx="113760" cy="107280"/>
            </a:xfrm>
            <a:custGeom>
              <a:avLst/>
              <a:gdLst>
                <a:gd name="textAreaLeft" fmla="*/ 0 w 113760"/>
                <a:gd name="textAreaRight" fmla="*/ 114480 w 113760"/>
                <a:gd name="textAreaTop" fmla="*/ 0 h 107280"/>
                <a:gd name="textAreaBottom" fmla="*/ 108000 h 107280"/>
              </a:gdLst>
              <a:ahLst/>
              <a:rect l="textAreaLeft" t="textAreaTop" r="textAreaRight" b="textAreaBottom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829" name="Rectangl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7600" y="4662360"/>
              <a:ext cx="23040" cy="218052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830" name="Freeform 2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960" y="5041800"/>
              <a:ext cx="369000" cy="180108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801080"/>
                <a:gd name="textAreaBottom" fmla="*/ 1801800 h 1801080"/>
              </a:gdLst>
              <a:ahLst/>
              <a:rect l="textAreaLeft" t="textAreaTop" r="textAreaRight" b="textAreaBottom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831" name="Freeform 2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6600" y="4481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832" name="Freeform 2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5627520"/>
              <a:ext cx="84960" cy="1215360"/>
            </a:xfrm>
            <a:custGeom>
              <a:avLst/>
              <a:gdLst>
                <a:gd name="textAreaLeft" fmla="*/ 0 w 84960"/>
                <a:gd name="textAreaRight" fmla="*/ 85680 w 84960"/>
                <a:gd name="textAreaTop" fmla="*/ 0 h 1215360"/>
                <a:gd name="textAreaBottom" fmla="*/ 1216080 h 1215360"/>
              </a:gdLst>
              <a:ahLst/>
              <a:rect l="textAreaLeft" t="textAreaTop" r="textAreaRight" b="textAreaBottom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833" name="Freeform 2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1440" y="4867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834" name="Freeform 2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4000" y="5423040"/>
              <a:ext cx="374040" cy="1424880"/>
            </a:xfrm>
            <a:custGeom>
              <a:avLst/>
              <a:gdLst>
                <a:gd name="textAreaLeft" fmla="*/ 0 w 374040"/>
                <a:gd name="textAreaRight" fmla="*/ 374760 w 374040"/>
                <a:gd name="textAreaTop" fmla="*/ 0 h 1424880"/>
                <a:gd name="textAreaBottom" fmla="*/ 1425600 h 1424880"/>
              </a:gdLst>
              <a:ahLst/>
              <a:rect l="textAreaLeft" t="textAreaTop" r="textAreaRight" b="textAreaBottom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835" name="Freeform 2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84280" y="594504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rect l="textAreaLeft" t="textAreaTop" r="textAreaRight" b="textAreaBottom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836" name="Freeform 2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7120" y="5246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837" name="Freeform 2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7120" y="57643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838" name="Freeform 3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84360" y="6330960"/>
              <a:ext cx="416880" cy="516960"/>
            </a:xfrm>
            <a:custGeom>
              <a:avLst/>
              <a:gdLst>
                <a:gd name="textAreaLeft" fmla="*/ 0 w 416880"/>
                <a:gd name="textAreaRight" fmla="*/ 417600 w 416880"/>
                <a:gd name="textAreaTop" fmla="*/ 0 h 516960"/>
                <a:gd name="textAreaBottom" fmla="*/ 517680 h 516960"/>
              </a:gdLst>
              <a:ahLst/>
              <a:rect l="textAreaLeft" t="textAreaTop" r="textAreaRight" b="textAreaBottom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839" name="Freeform 3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63800" y="6221520"/>
              <a:ext cx="156600" cy="14688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46880"/>
                <a:gd name="textAreaBottom" fmla="*/ 147600 h 146880"/>
              </a:gdLst>
              <a:ahLst/>
              <a:rect l="textAreaLeft" t="textAreaTop" r="textAreaRight" b="textAreaBottom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</p:grpSp>
      <p:grpSp>
        <p:nvGrpSpPr>
          <p:cNvPr id="1840" name="Group 4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1364840" y="0"/>
            <a:ext cx="673920" cy="6847920"/>
            <a:chOff x="11364840" y="0"/>
            <a:chExt cx="673920" cy="6847920"/>
          </a:xfrm>
        </p:grpSpPr>
        <p:sp>
          <p:nvSpPr>
            <p:cNvPr id="1841" name="Freeform 3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84000" y="0"/>
              <a:ext cx="416880" cy="511920"/>
            </a:xfrm>
            <a:custGeom>
              <a:avLst/>
              <a:gdLst>
                <a:gd name="textAreaLeft" fmla="*/ 0 w 416880"/>
                <a:gd name="textAreaRight" fmla="*/ 417600 w 416880"/>
                <a:gd name="textAreaTop" fmla="*/ 0 h 511920"/>
                <a:gd name="textAreaBottom" fmla="*/ 512640 h 511920"/>
              </a:gdLst>
              <a:ahLst/>
              <a:rect l="textAreaLeft" t="textAreaTop" r="textAreaRight" b="textAreaBottom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842" name="Freeform 3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364840" y="474840"/>
              <a:ext cx="156600" cy="15156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1560"/>
                <a:gd name="textAreaBottom" fmla="*/ 152280 h 151560"/>
              </a:gdLst>
              <a:ahLst/>
              <a:rect l="textAreaLeft" t="textAreaTop" r="textAreaRight" b="textAreaBottom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843" name="Freeform 3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31600" y="1539720"/>
              <a:ext cx="188280" cy="189720"/>
            </a:xfrm>
            <a:custGeom>
              <a:avLst/>
              <a:gdLst>
                <a:gd name="textAreaLeft" fmla="*/ 0 w 188280"/>
                <a:gd name="textAreaRight" fmla="*/ 189000 w 18828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844" name="Freeform 3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531520" y="5694480"/>
              <a:ext cx="297720" cy="1153440"/>
            </a:xfrm>
            <a:custGeom>
              <a:avLst/>
              <a:gdLst>
                <a:gd name="textAreaLeft" fmla="*/ 0 w 297720"/>
                <a:gd name="textAreaRight" fmla="*/ 298440 w 297720"/>
                <a:gd name="textAreaTop" fmla="*/ 0 h 1153440"/>
                <a:gd name="textAreaBottom" fmla="*/ 1154160 h 1153440"/>
              </a:gdLst>
              <a:ahLst/>
              <a:rect l="textAreaLeft" t="textAreaTop" r="textAreaRight" b="textAreaBottom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845" name="Freeform 3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73080" y="5551560"/>
              <a:ext cx="156600" cy="15480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4800"/>
                <a:gd name="textAreaBottom" fmla="*/ 155520 h 154800"/>
              </a:gdLst>
              <a:ahLst/>
              <a:rect l="textAreaLeft" t="textAreaTop" r="textAreaRight" b="textAreaBottom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846" name="Freeform 3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11160" y="4680"/>
              <a:ext cx="304200" cy="154404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44040"/>
                <a:gd name="textAreaBottom" fmla="*/ 1544760 h 1544040"/>
              </a:gdLst>
              <a:ahLst/>
              <a:rect l="textAreaLeft" t="textAreaTop" r="textAreaRight" b="textAreaBottom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847" name="Freeform 3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36280" y="4867200"/>
              <a:ext cx="188280" cy="188280"/>
            </a:xfrm>
            <a:custGeom>
              <a:avLst/>
              <a:gdLst>
                <a:gd name="textAreaLeft" fmla="*/ 0 w 188280"/>
                <a:gd name="textAreaRight" fmla="*/ 189000 w 18828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848" name="Freeform 3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41160" y="5046840"/>
              <a:ext cx="307080" cy="1801080"/>
            </a:xfrm>
            <a:custGeom>
              <a:avLst/>
              <a:gdLst>
                <a:gd name="textAreaLeft" fmla="*/ 0 w 307080"/>
                <a:gd name="textAreaRight" fmla="*/ 307800 w 307080"/>
                <a:gd name="textAreaTop" fmla="*/ 0 h 1801080"/>
                <a:gd name="textAreaBottom" fmla="*/ 1801800 h 1801080"/>
              </a:gdLst>
              <a:ahLst/>
              <a:rect l="textAreaLeft" t="textAreaTop" r="textAreaRight" b="textAreaBottom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849" name="Freeform 4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849040" y="641664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850" name="Rectangle 4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939760" y="6595920"/>
              <a:ext cx="23040" cy="25164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</p:grpSp>
      <p:sp>
        <p:nvSpPr>
          <p:cNvPr id="1851" name="Title 1"/>
          <p:cNvSpPr/>
          <p:nvPr/>
        </p:nvSpPr>
        <p:spPr>
          <a:xfrm>
            <a:off x="299880" y="73800"/>
            <a:ext cx="10514880" cy="13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90000"/>
              </a:lnSpc>
            </a:pPr>
            <a:endParaRPr b="0" lang="nl-BE" sz="3600" spc="-1" strike="noStrike" cap="all">
              <a:solidFill>
                <a:schemeClr val="dk1"/>
              </a:solidFill>
              <a:latin typeface="Tw Cen MT"/>
            </a:endParaRPr>
          </a:p>
        </p:txBody>
      </p:sp>
      <p:sp>
        <p:nvSpPr>
          <p:cNvPr id="1852" name="AutoShape 8"/>
          <p:cNvSpPr/>
          <p:nvPr/>
        </p:nvSpPr>
        <p:spPr>
          <a:xfrm>
            <a:off x="2881440" y="1285920"/>
            <a:ext cx="6428520" cy="42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nl-BE" sz="1800" spc="-1" strike="noStrike">
              <a:solidFill>
                <a:schemeClr val="dk1"/>
              </a:solidFill>
              <a:latin typeface="Tw Cen MT"/>
            </a:endParaRPr>
          </a:p>
        </p:txBody>
      </p:sp>
      <p:sp>
        <p:nvSpPr>
          <p:cNvPr id="1853" name="AutoShape 14"/>
          <p:cNvSpPr/>
          <p:nvPr/>
        </p:nvSpPr>
        <p:spPr>
          <a:xfrm>
            <a:off x="4905360" y="1995480"/>
            <a:ext cx="2380680" cy="286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nl-BE" sz="1800" spc="-1" strike="noStrike">
              <a:solidFill>
                <a:schemeClr val="dk1"/>
              </a:solidFill>
              <a:latin typeface="Tw Cen MT"/>
            </a:endParaRPr>
          </a:p>
        </p:txBody>
      </p:sp>
      <p:sp>
        <p:nvSpPr>
          <p:cNvPr id="1854" name="PlaceHolder 1"/>
          <p:cNvSpPr>
            <a:spLocks noGrp="1"/>
          </p:cNvSpPr>
          <p:nvPr>
            <p:ph type="ftr" idx="65"/>
          </p:nvPr>
        </p:nvSpPr>
        <p:spPr>
          <a:xfrm>
            <a:off x="712800" y="-15840"/>
            <a:ext cx="623844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1" lang="en-US" sz="1050" spc="-1" strike="noStrike" cap="all">
                <a:solidFill>
                  <a:schemeClr val="dk1">
                    <a:lumMod val="65000"/>
                    <a:lumOff val="35000"/>
                  </a:schemeClr>
                </a:solidFill>
                <a:latin typeface="Tw Cen MT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50" spc="-1" strike="noStrike" cap="all">
                <a:solidFill>
                  <a:schemeClr val="dk1">
                    <a:lumMod val="65000"/>
                    <a:lumOff val="35000"/>
                  </a:schemeClr>
                </a:solidFill>
                <a:latin typeface="Tw Cen MT"/>
              </a:rPr>
              <a:t>https://github.com/Frederic-P/automotive_project</a:t>
            </a:r>
            <a:endParaRPr b="0" lang="en-US" sz="1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5" name="PlaceHolder 2"/>
          <p:cNvSpPr>
            <a:spLocks noGrp="1"/>
          </p:cNvSpPr>
          <p:nvPr>
            <p:ph type="title"/>
          </p:nvPr>
        </p:nvSpPr>
        <p:spPr>
          <a:xfrm>
            <a:off x="1141560" y="748080"/>
            <a:ext cx="9905400" cy="1116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800" spc="-1" strike="noStrike" cap="all">
                <a:solidFill>
                  <a:srgbClr val="505050"/>
                </a:solidFill>
                <a:latin typeface="Calibri Light"/>
              </a:rPr>
              <a:t>Data harvesting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56" name="Picture 3" descr=""/>
          <p:cNvPicPr/>
          <p:nvPr/>
        </p:nvPicPr>
        <p:blipFill>
          <a:blip r:embed="rId2"/>
          <a:stretch/>
        </p:blipFill>
        <p:spPr>
          <a:xfrm>
            <a:off x="0" y="1537560"/>
            <a:ext cx="4018680" cy="5319720"/>
          </a:xfrm>
          <a:prstGeom prst="rect">
            <a:avLst/>
          </a:prstGeom>
          <a:ln w="0">
            <a:noFill/>
          </a:ln>
        </p:spPr>
      </p:pic>
      <p:pic>
        <p:nvPicPr>
          <p:cNvPr id="1857" name="Picture 4" descr=""/>
          <p:cNvPicPr/>
          <p:nvPr/>
        </p:nvPicPr>
        <p:blipFill>
          <a:blip r:embed="rId3"/>
          <a:stretch/>
        </p:blipFill>
        <p:spPr>
          <a:xfrm>
            <a:off x="4709880" y="1492200"/>
            <a:ext cx="3179880" cy="3601080"/>
          </a:xfrm>
          <a:prstGeom prst="rect">
            <a:avLst/>
          </a:prstGeom>
          <a:ln w="0">
            <a:noFill/>
          </a:ln>
        </p:spPr>
      </p:pic>
      <p:pic>
        <p:nvPicPr>
          <p:cNvPr id="1858" name="Picture 5" descr=""/>
          <p:cNvPicPr/>
          <p:nvPr/>
        </p:nvPicPr>
        <p:blipFill>
          <a:blip r:embed="rId4"/>
          <a:stretch/>
        </p:blipFill>
        <p:spPr>
          <a:xfrm>
            <a:off x="4709880" y="5094000"/>
            <a:ext cx="5579280" cy="1547280"/>
          </a:xfrm>
          <a:prstGeom prst="rect">
            <a:avLst/>
          </a:prstGeom>
          <a:ln w="0">
            <a:noFill/>
          </a:ln>
        </p:spPr>
      </p:pic>
      <p:cxnSp>
        <p:nvCxnSpPr>
          <p:cNvPr id="1859" name="Straight Connector 55"/>
          <p:cNvCxnSpPr/>
          <p:nvPr/>
        </p:nvCxnSpPr>
        <p:spPr>
          <a:xfrm>
            <a:off x="3935880" y="3203280"/>
            <a:ext cx="774720" cy="3439080"/>
          </a:xfrm>
          <a:prstGeom prst="straightConnector1">
            <a:avLst/>
          </a:prstGeom>
          <a:ln w="38100">
            <a:solidFill>
              <a:srgbClr val="9acd4c"/>
            </a:solidFill>
            <a:round/>
          </a:ln>
        </p:spPr>
      </p:cxnSp>
      <p:cxnSp>
        <p:nvCxnSpPr>
          <p:cNvPr id="1860" name="Straight Connector 56"/>
          <p:cNvCxnSpPr/>
          <p:nvPr/>
        </p:nvCxnSpPr>
        <p:spPr>
          <a:xfrm>
            <a:off x="3935880" y="1537560"/>
            <a:ext cx="774720" cy="720"/>
          </a:xfrm>
          <a:prstGeom prst="straightConnector1">
            <a:avLst/>
          </a:prstGeom>
          <a:ln w="38100">
            <a:solidFill>
              <a:srgbClr val="9acd4c"/>
            </a:solidFill>
            <a:round/>
          </a:ln>
        </p:spPr>
      </p:cxnSp>
      <p:sp>
        <p:nvSpPr>
          <p:cNvPr id="1861" name="Rectangle 57"/>
          <p:cNvSpPr/>
          <p:nvPr/>
        </p:nvSpPr>
        <p:spPr>
          <a:xfrm>
            <a:off x="7272720" y="5208840"/>
            <a:ext cx="2960640" cy="1360800"/>
          </a:xfrm>
          <a:prstGeom prst="rect">
            <a:avLst/>
          </a:prstGeom>
          <a:noFill/>
          <a:ln w="38100">
            <a:solidFill>
              <a:srgbClr val="719738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Tw Cen MT"/>
            </a:endParaRPr>
          </a:p>
        </p:txBody>
      </p:sp>
      <p:sp>
        <p:nvSpPr>
          <p:cNvPr id="1862" name="Rectangle 58"/>
          <p:cNvSpPr/>
          <p:nvPr/>
        </p:nvSpPr>
        <p:spPr>
          <a:xfrm>
            <a:off x="4709880" y="3827160"/>
            <a:ext cx="3252600" cy="550440"/>
          </a:xfrm>
          <a:prstGeom prst="rect">
            <a:avLst/>
          </a:prstGeom>
          <a:noFill/>
          <a:ln w="38100">
            <a:solidFill>
              <a:srgbClr val="719738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Tw Cen MT"/>
            </a:endParaRPr>
          </a:p>
        </p:txBody>
      </p:sp>
      <p:pic>
        <p:nvPicPr>
          <p:cNvPr id="1863" name="Picture 2" descr=""/>
          <p:cNvPicPr/>
          <p:nvPr/>
        </p:nvPicPr>
        <p:blipFill>
          <a:blip r:embed="rId5"/>
          <a:stretch/>
        </p:blipFill>
        <p:spPr>
          <a:xfrm>
            <a:off x="8539920" y="1400760"/>
            <a:ext cx="3387240" cy="3605040"/>
          </a:xfrm>
          <a:prstGeom prst="rect">
            <a:avLst/>
          </a:prstGeom>
          <a:ln w="0">
            <a:noFill/>
          </a:ln>
        </p:spPr>
      </p:pic>
      <p:cxnSp>
        <p:nvCxnSpPr>
          <p:cNvPr id="1864" name="Straight Arrow Connector 60"/>
          <p:cNvCxnSpPr/>
          <p:nvPr/>
        </p:nvCxnSpPr>
        <p:spPr>
          <a:xfrm flipV="1">
            <a:off x="7690320" y="2709720"/>
            <a:ext cx="1063800" cy="1880280"/>
          </a:xfrm>
          <a:prstGeom prst="straightConnector1">
            <a:avLst/>
          </a:prstGeom>
          <a:ln w="38100">
            <a:solidFill>
              <a:srgbClr val="9acd4c"/>
            </a:solidFill>
            <a:round/>
            <a:tailEnd len="med" type="arrow" w="med"/>
          </a:ln>
        </p:spPr>
      </p:cxnSp>
      <p:cxnSp>
        <p:nvCxnSpPr>
          <p:cNvPr id="1865" name="Straight Arrow Connector 61"/>
          <p:cNvCxnSpPr/>
          <p:nvPr/>
        </p:nvCxnSpPr>
        <p:spPr>
          <a:xfrm flipV="1">
            <a:off x="9567720" y="2688480"/>
            <a:ext cx="491400" cy="2695680"/>
          </a:xfrm>
          <a:prstGeom prst="straightConnector1">
            <a:avLst/>
          </a:prstGeom>
          <a:ln w="38100">
            <a:solidFill>
              <a:srgbClr val="9acd4c"/>
            </a:solidFill>
            <a:round/>
            <a:tailEnd len="med" type="arrow" w="med"/>
          </a:ln>
        </p:spPr>
      </p:cxnSp>
      <p:sp>
        <p:nvSpPr>
          <p:cNvPr id="1866" name="Left Brace 62"/>
          <p:cNvSpPr/>
          <p:nvPr/>
        </p:nvSpPr>
        <p:spPr>
          <a:xfrm>
            <a:off x="8835120" y="2561400"/>
            <a:ext cx="114480" cy="295920"/>
          </a:xfrm>
          <a:prstGeom prst="leftBrace">
            <a:avLst>
              <a:gd name="adj1" fmla="val 8333"/>
              <a:gd name="adj2" fmla="val 50000"/>
            </a:avLst>
          </a:prstGeom>
          <a:noFill/>
          <a:ln w="38100">
            <a:solidFill>
              <a:srgbClr val="9acd4c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Tw Cen MT"/>
            </a:endParaRPr>
          </a:p>
        </p:txBody>
      </p:sp>
      <p:sp>
        <p:nvSpPr>
          <p:cNvPr id="1867" name="Rectangle 63"/>
          <p:cNvSpPr/>
          <p:nvPr/>
        </p:nvSpPr>
        <p:spPr>
          <a:xfrm>
            <a:off x="6813720" y="4413240"/>
            <a:ext cx="876240" cy="351720"/>
          </a:xfrm>
          <a:prstGeom prst="rect">
            <a:avLst/>
          </a:prstGeom>
          <a:noFill/>
          <a:ln w="38100">
            <a:solidFill>
              <a:srgbClr val="719738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Tw Cen M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ffffff"/>
            </a:gs>
            <a:gs pos="100000">
              <a:srgbClr val="a7a7a7"/>
            </a:gs>
          </a:gsLst>
          <a:lin ang="504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68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Tw Cen MT"/>
            </a:endParaRPr>
          </a:p>
        </p:txBody>
      </p:sp>
      <p:pic>
        <p:nvPicPr>
          <p:cNvPr id="1869" name="Picture 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1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ln w="0">
            <a:noFill/>
          </a:ln>
        </p:spPr>
      </p:pic>
      <p:grpSp>
        <p:nvGrpSpPr>
          <p:cNvPr id="1870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20400" cy="6857280"/>
            <a:chOff x="0" y="0"/>
            <a:chExt cx="1220400" cy="6857280"/>
          </a:xfrm>
        </p:grpSpPr>
        <p:sp>
          <p:nvSpPr>
            <p:cNvPr id="1871" name="Rectangle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28520" y="4680"/>
              <a:ext cx="23040" cy="218052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872" name="Freeform 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7520" y="217656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873" name="Freeform 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2840" y="4021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874" name="Freeform 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4200" y="4680"/>
              <a:ext cx="369000" cy="181044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810440"/>
                <a:gd name="textAreaBottom" fmla="*/ 1811160 h 1810440"/>
              </a:gdLst>
              <a:ahLst/>
              <a:rect l="textAreaLeft" t="textAreaTop" r="textAreaRight" b="textAreaBottom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875" name="Freeform 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17680" y="18018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876" name="Freeform 1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99880" y="4680"/>
              <a:ext cx="369000" cy="142956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429560"/>
                <a:gd name="textAreaBottom" fmla="*/ 1430280 h 1429560"/>
              </a:gdLst>
              <a:ahLst/>
              <a:rect l="textAreaLeft" t="textAreaTop" r="textAreaRight" b="textAreaBottom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877" name="Freeform 1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60520" y="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rect l="textAreaLeft" t="textAreaTop" r="textAreaRight" b="textAreaBottom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878" name="Freeform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3360" y="14209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879" name="Freeform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3360" y="9032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880" name="Freeform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55560" y="0"/>
              <a:ext cx="421560" cy="526320"/>
            </a:xfrm>
            <a:custGeom>
              <a:avLst/>
              <a:gdLst>
                <a:gd name="textAreaLeft" fmla="*/ 0 w 421560"/>
                <a:gd name="textAreaRight" fmla="*/ 422280 w 421560"/>
                <a:gd name="textAreaTop" fmla="*/ 0 h 526320"/>
                <a:gd name="textAreaBottom" fmla="*/ 527040 h 526320"/>
              </a:gdLst>
              <a:ahLst/>
              <a:rect l="textAreaLeft" t="textAreaTop" r="textAreaRight" b="textAreaBottom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881" name="Freeform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35000" y="488880"/>
              <a:ext cx="161280" cy="146880"/>
            </a:xfrm>
            <a:custGeom>
              <a:avLst/>
              <a:gdLst>
                <a:gd name="textAreaLeft" fmla="*/ 0 w 161280"/>
                <a:gd name="textAreaRight" fmla="*/ 162000 w 161280"/>
                <a:gd name="textAreaTop" fmla="*/ 0 h 146880"/>
                <a:gd name="textAreaBottom" fmla="*/ 147600 h 146880"/>
              </a:gdLst>
              <a:ahLst/>
              <a:rect l="textAreaLeft" t="textAreaTop" r="textAreaRight" b="textAreaBottom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882" name="Line 1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360" y="9360"/>
              <a:ext cx="360" cy="360"/>
            </a:xfrm>
            <a:prstGeom prst="line">
              <a:avLst/>
            </a:prstGeom>
            <a:ln w="15">
              <a:solidFill>
                <a:srgbClr val="ffffff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640" bIns="-44640" anchor="t">
              <a:noAutofit/>
            </a:bodyPr>
            <a:p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883" name="Freeform 1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60" y="1801800"/>
              <a:ext cx="123120" cy="126360"/>
            </a:xfrm>
            <a:custGeom>
              <a:avLst/>
              <a:gdLst>
                <a:gd name="textAreaLeft" fmla="*/ 0 w 123120"/>
                <a:gd name="textAreaRight" fmla="*/ 123840 w 123120"/>
                <a:gd name="textAreaTop" fmla="*/ 0 h 126360"/>
                <a:gd name="textAreaBottom" fmla="*/ 127080 h 126360"/>
              </a:gdLst>
              <a:ahLst/>
              <a:rect l="textAreaLeft" t="textAreaTop" r="textAreaRight" b="textAreaBottom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884" name="Freeform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680" y="3549600"/>
              <a:ext cx="146880" cy="480240"/>
            </a:xfrm>
            <a:custGeom>
              <a:avLst/>
              <a:gdLst>
                <a:gd name="textAreaLeft" fmla="*/ 0 w 146880"/>
                <a:gd name="textAreaRight" fmla="*/ 147600 w 146880"/>
                <a:gd name="textAreaTop" fmla="*/ 0 h 480240"/>
                <a:gd name="textAreaBottom" fmla="*/ 480960 h 480240"/>
              </a:gdLst>
              <a:ahLst/>
              <a:rect l="textAreaLeft" t="textAreaTop" r="textAreaRight" b="textAreaBottom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885" name="Freeform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2920" y="1382760"/>
              <a:ext cx="142200" cy="475560"/>
            </a:xfrm>
            <a:custGeom>
              <a:avLst/>
              <a:gdLst>
                <a:gd name="textAreaLeft" fmla="*/ 0 w 142200"/>
                <a:gd name="textAreaRight" fmla="*/ 142920 w 142200"/>
                <a:gd name="textAreaTop" fmla="*/ 0 h 475560"/>
                <a:gd name="textAreaBottom" fmla="*/ 476280 h 475560"/>
              </a:gdLst>
              <a:ahLst/>
              <a:rect l="textAreaLeft" t="textAreaTop" r="textAreaRight" b="textAreaBottom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886" name="Freeform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9240" y="1849320"/>
              <a:ext cx="113760" cy="107280"/>
            </a:xfrm>
            <a:custGeom>
              <a:avLst/>
              <a:gdLst>
                <a:gd name="textAreaLeft" fmla="*/ 0 w 113760"/>
                <a:gd name="textAreaRight" fmla="*/ 114480 w 113760"/>
                <a:gd name="textAreaTop" fmla="*/ 0 h 107280"/>
                <a:gd name="textAreaBottom" fmla="*/ 108000 h 107280"/>
              </a:gdLst>
              <a:ahLst/>
              <a:rect l="textAreaLeft" t="textAreaTop" r="textAreaRight" b="textAreaBottom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887" name="Rectangl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7600" y="4662360"/>
              <a:ext cx="23040" cy="218052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888" name="Freeform 2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960" y="5041800"/>
              <a:ext cx="369000" cy="180108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801080"/>
                <a:gd name="textAreaBottom" fmla="*/ 1801800 h 1801080"/>
              </a:gdLst>
              <a:ahLst/>
              <a:rect l="textAreaLeft" t="textAreaTop" r="textAreaRight" b="textAreaBottom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889" name="Freeform 2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6600" y="4481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890" name="Freeform 2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5627520"/>
              <a:ext cx="84960" cy="1215360"/>
            </a:xfrm>
            <a:custGeom>
              <a:avLst/>
              <a:gdLst>
                <a:gd name="textAreaLeft" fmla="*/ 0 w 84960"/>
                <a:gd name="textAreaRight" fmla="*/ 85680 w 84960"/>
                <a:gd name="textAreaTop" fmla="*/ 0 h 1215360"/>
                <a:gd name="textAreaBottom" fmla="*/ 1216080 h 1215360"/>
              </a:gdLst>
              <a:ahLst/>
              <a:rect l="textAreaLeft" t="textAreaTop" r="textAreaRight" b="textAreaBottom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891" name="Freeform 2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1440" y="4867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892" name="Freeform 2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4000" y="5423040"/>
              <a:ext cx="374040" cy="1424880"/>
            </a:xfrm>
            <a:custGeom>
              <a:avLst/>
              <a:gdLst>
                <a:gd name="textAreaLeft" fmla="*/ 0 w 374040"/>
                <a:gd name="textAreaRight" fmla="*/ 374760 w 374040"/>
                <a:gd name="textAreaTop" fmla="*/ 0 h 1424880"/>
                <a:gd name="textAreaBottom" fmla="*/ 1425600 h 1424880"/>
              </a:gdLst>
              <a:ahLst/>
              <a:rect l="textAreaLeft" t="textAreaTop" r="textAreaRight" b="textAreaBottom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893" name="Freeform 2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84280" y="594504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rect l="textAreaLeft" t="textAreaTop" r="textAreaRight" b="textAreaBottom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894" name="Freeform 2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7120" y="5246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895" name="Freeform 2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7120" y="57643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896" name="Freeform 3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84360" y="6330960"/>
              <a:ext cx="416880" cy="516960"/>
            </a:xfrm>
            <a:custGeom>
              <a:avLst/>
              <a:gdLst>
                <a:gd name="textAreaLeft" fmla="*/ 0 w 416880"/>
                <a:gd name="textAreaRight" fmla="*/ 417600 w 416880"/>
                <a:gd name="textAreaTop" fmla="*/ 0 h 516960"/>
                <a:gd name="textAreaBottom" fmla="*/ 517680 h 516960"/>
              </a:gdLst>
              <a:ahLst/>
              <a:rect l="textAreaLeft" t="textAreaTop" r="textAreaRight" b="textAreaBottom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897" name="Freeform 3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63800" y="6221520"/>
              <a:ext cx="156600" cy="14688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46880"/>
                <a:gd name="textAreaBottom" fmla="*/ 147600 h 146880"/>
              </a:gdLst>
              <a:ahLst/>
              <a:rect l="textAreaLeft" t="textAreaTop" r="textAreaRight" b="textAreaBottom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</p:grpSp>
      <p:grpSp>
        <p:nvGrpSpPr>
          <p:cNvPr id="1898" name="Group 4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1364840" y="0"/>
            <a:ext cx="673920" cy="6847920"/>
            <a:chOff x="11364840" y="0"/>
            <a:chExt cx="673920" cy="6847920"/>
          </a:xfrm>
        </p:grpSpPr>
        <p:sp>
          <p:nvSpPr>
            <p:cNvPr id="1899" name="Freeform 3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84000" y="0"/>
              <a:ext cx="416880" cy="511920"/>
            </a:xfrm>
            <a:custGeom>
              <a:avLst/>
              <a:gdLst>
                <a:gd name="textAreaLeft" fmla="*/ 0 w 416880"/>
                <a:gd name="textAreaRight" fmla="*/ 417600 w 416880"/>
                <a:gd name="textAreaTop" fmla="*/ 0 h 511920"/>
                <a:gd name="textAreaBottom" fmla="*/ 512640 h 511920"/>
              </a:gdLst>
              <a:ahLst/>
              <a:rect l="textAreaLeft" t="textAreaTop" r="textAreaRight" b="textAreaBottom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900" name="Freeform 3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364840" y="474840"/>
              <a:ext cx="156600" cy="15156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1560"/>
                <a:gd name="textAreaBottom" fmla="*/ 152280 h 151560"/>
              </a:gdLst>
              <a:ahLst/>
              <a:rect l="textAreaLeft" t="textAreaTop" r="textAreaRight" b="textAreaBottom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901" name="Freeform 3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31600" y="1539720"/>
              <a:ext cx="188280" cy="189720"/>
            </a:xfrm>
            <a:custGeom>
              <a:avLst/>
              <a:gdLst>
                <a:gd name="textAreaLeft" fmla="*/ 0 w 188280"/>
                <a:gd name="textAreaRight" fmla="*/ 189000 w 18828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902" name="Freeform 3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531520" y="5694480"/>
              <a:ext cx="297720" cy="1153440"/>
            </a:xfrm>
            <a:custGeom>
              <a:avLst/>
              <a:gdLst>
                <a:gd name="textAreaLeft" fmla="*/ 0 w 297720"/>
                <a:gd name="textAreaRight" fmla="*/ 298440 w 297720"/>
                <a:gd name="textAreaTop" fmla="*/ 0 h 1153440"/>
                <a:gd name="textAreaBottom" fmla="*/ 1154160 h 1153440"/>
              </a:gdLst>
              <a:ahLst/>
              <a:rect l="textAreaLeft" t="textAreaTop" r="textAreaRight" b="textAreaBottom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903" name="Freeform 3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73080" y="5551560"/>
              <a:ext cx="156600" cy="15480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4800"/>
                <a:gd name="textAreaBottom" fmla="*/ 155520 h 154800"/>
              </a:gdLst>
              <a:ahLst/>
              <a:rect l="textAreaLeft" t="textAreaTop" r="textAreaRight" b="textAreaBottom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904" name="Freeform 3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11160" y="4680"/>
              <a:ext cx="304200" cy="154404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44040"/>
                <a:gd name="textAreaBottom" fmla="*/ 1544760 h 1544040"/>
              </a:gdLst>
              <a:ahLst/>
              <a:rect l="textAreaLeft" t="textAreaTop" r="textAreaRight" b="textAreaBottom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905" name="Freeform 3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36280" y="4867200"/>
              <a:ext cx="188280" cy="188280"/>
            </a:xfrm>
            <a:custGeom>
              <a:avLst/>
              <a:gdLst>
                <a:gd name="textAreaLeft" fmla="*/ 0 w 188280"/>
                <a:gd name="textAreaRight" fmla="*/ 189000 w 18828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906" name="Freeform 3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41160" y="5046840"/>
              <a:ext cx="307080" cy="1801080"/>
            </a:xfrm>
            <a:custGeom>
              <a:avLst/>
              <a:gdLst>
                <a:gd name="textAreaLeft" fmla="*/ 0 w 307080"/>
                <a:gd name="textAreaRight" fmla="*/ 307800 w 307080"/>
                <a:gd name="textAreaTop" fmla="*/ 0 h 1801080"/>
                <a:gd name="textAreaBottom" fmla="*/ 1801800 h 1801080"/>
              </a:gdLst>
              <a:ahLst/>
              <a:rect l="textAreaLeft" t="textAreaTop" r="textAreaRight" b="textAreaBottom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907" name="Freeform 4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849040" y="641664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908" name="Rectangle 4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939760" y="6595920"/>
              <a:ext cx="23040" cy="25164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</p:grpSp>
      <p:sp>
        <p:nvSpPr>
          <p:cNvPr id="1909" name="Title 1"/>
          <p:cNvSpPr/>
          <p:nvPr/>
        </p:nvSpPr>
        <p:spPr>
          <a:xfrm>
            <a:off x="299880" y="73800"/>
            <a:ext cx="10514880" cy="13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90000"/>
              </a:lnSpc>
            </a:pPr>
            <a:endParaRPr b="0" lang="nl-BE" sz="3600" spc="-1" strike="noStrike" cap="all">
              <a:solidFill>
                <a:schemeClr val="dk1"/>
              </a:solidFill>
              <a:latin typeface="Tw Cen MT"/>
            </a:endParaRPr>
          </a:p>
        </p:txBody>
      </p:sp>
      <p:pic>
        <p:nvPicPr>
          <p:cNvPr id="1910" name="Picture 3" descr="A black background with a black square&#10;&#10;Description automatically generated with medium confidence"/>
          <p:cNvPicPr/>
          <p:nvPr/>
        </p:nvPicPr>
        <p:blipFill>
          <a:blip r:embed="rId2"/>
          <a:stretch/>
        </p:blipFill>
        <p:spPr>
          <a:xfrm>
            <a:off x="225000" y="1384560"/>
            <a:ext cx="1225440" cy="997920"/>
          </a:xfrm>
          <a:prstGeom prst="rect">
            <a:avLst/>
          </a:prstGeom>
          <a:ln w="0">
            <a:noFill/>
          </a:ln>
        </p:spPr>
      </p:pic>
      <p:pic>
        <p:nvPicPr>
          <p:cNvPr id="1911" name="Picture 5" descr="A blue and white sign&#10;&#10;Description automatically generated"/>
          <p:cNvPicPr/>
          <p:nvPr/>
        </p:nvPicPr>
        <p:blipFill>
          <a:blip r:embed="rId3"/>
          <a:stretch/>
        </p:blipFill>
        <p:spPr>
          <a:xfrm>
            <a:off x="2277000" y="1402200"/>
            <a:ext cx="3142800" cy="980640"/>
          </a:xfrm>
          <a:prstGeom prst="rect">
            <a:avLst/>
          </a:prstGeom>
          <a:ln w="0">
            <a:noFill/>
          </a:ln>
        </p:spPr>
      </p:pic>
      <p:sp>
        <p:nvSpPr>
          <p:cNvPr id="1912" name="Arrow: Right 6"/>
          <p:cNvSpPr/>
          <p:nvPr/>
        </p:nvSpPr>
        <p:spPr>
          <a:xfrm>
            <a:off x="1546560" y="1789920"/>
            <a:ext cx="670320" cy="359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acd4c"/>
          </a:solidFill>
          <a:ln>
            <a:solidFill>
              <a:srgbClr val="43592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nl-BE" sz="1800" spc="-1" strike="noStrike">
              <a:solidFill>
                <a:schemeClr val="lt1"/>
              </a:solidFill>
              <a:latin typeface="Tw Cen MT"/>
            </a:endParaRPr>
          </a:p>
        </p:txBody>
      </p:sp>
      <p:sp>
        <p:nvSpPr>
          <p:cNvPr id="1913" name="TextBox 8"/>
          <p:cNvSpPr/>
          <p:nvPr/>
        </p:nvSpPr>
        <p:spPr>
          <a:xfrm>
            <a:off x="2352960" y="2393640"/>
            <a:ext cx="300528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Bounding box: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	</a:t>
            </a: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x1,y1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	</a:t>
            </a: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x2,y2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4" name="AutoShape 8"/>
          <p:cNvSpPr/>
          <p:nvPr/>
        </p:nvSpPr>
        <p:spPr>
          <a:xfrm>
            <a:off x="2881440" y="1285920"/>
            <a:ext cx="6428520" cy="42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nl-BE" sz="1800" spc="-1" strike="noStrike">
              <a:solidFill>
                <a:schemeClr val="dk1"/>
              </a:solidFill>
              <a:latin typeface="Tw Cen MT"/>
            </a:endParaRPr>
          </a:p>
        </p:txBody>
      </p:sp>
      <p:sp>
        <p:nvSpPr>
          <p:cNvPr id="1915" name="AutoShape 14"/>
          <p:cNvSpPr/>
          <p:nvPr/>
        </p:nvSpPr>
        <p:spPr>
          <a:xfrm>
            <a:off x="4905360" y="1995480"/>
            <a:ext cx="2380680" cy="286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nl-BE" sz="1800" spc="-1" strike="noStrike">
              <a:solidFill>
                <a:schemeClr val="dk1"/>
              </a:solidFill>
              <a:latin typeface="Tw Cen MT"/>
            </a:endParaRPr>
          </a:p>
        </p:txBody>
      </p:sp>
      <p:pic>
        <p:nvPicPr>
          <p:cNvPr id="1916" name="Picture 51" descr="A diagram of a network&#10;&#10;Description automatically generated"/>
          <p:cNvPicPr/>
          <p:nvPr/>
        </p:nvPicPr>
        <p:blipFill>
          <a:blip r:embed="rId4"/>
          <a:stretch/>
        </p:blipFill>
        <p:spPr>
          <a:xfrm>
            <a:off x="6217200" y="945000"/>
            <a:ext cx="1800000" cy="2049120"/>
          </a:xfrm>
          <a:prstGeom prst="rect">
            <a:avLst/>
          </a:prstGeom>
          <a:ln w="0">
            <a:noFill/>
          </a:ln>
        </p:spPr>
      </p:pic>
      <p:sp>
        <p:nvSpPr>
          <p:cNvPr id="1917" name="Arrow: Right 52"/>
          <p:cNvSpPr/>
          <p:nvPr/>
        </p:nvSpPr>
        <p:spPr>
          <a:xfrm>
            <a:off x="5483520" y="1712880"/>
            <a:ext cx="670320" cy="359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acd4c"/>
          </a:solidFill>
          <a:ln>
            <a:solidFill>
              <a:srgbClr val="43592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nl-BE" sz="1800" spc="-1" strike="noStrike">
              <a:solidFill>
                <a:schemeClr val="lt1"/>
              </a:solidFill>
              <a:latin typeface="Tw Cen MT"/>
            </a:endParaRPr>
          </a:p>
        </p:txBody>
      </p:sp>
      <p:sp>
        <p:nvSpPr>
          <p:cNvPr id="1918" name="TextBox 53"/>
          <p:cNvSpPr/>
          <p:nvPr/>
        </p:nvSpPr>
        <p:spPr>
          <a:xfrm>
            <a:off x="6088680" y="71280"/>
            <a:ext cx="187272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CNN1: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Bin tag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angle tag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9" name="Arrow: Right 54"/>
          <p:cNvSpPr/>
          <p:nvPr/>
        </p:nvSpPr>
        <p:spPr>
          <a:xfrm>
            <a:off x="8007840" y="1716120"/>
            <a:ext cx="670320" cy="359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acd4c"/>
          </a:solidFill>
          <a:ln>
            <a:solidFill>
              <a:srgbClr val="43592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nl-BE" sz="1800" spc="-1" strike="noStrike">
              <a:solidFill>
                <a:schemeClr val="lt1"/>
              </a:solidFill>
              <a:latin typeface="Tw Cen MT"/>
            </a:endParaRPr>
          </a:p>
        </p:txBody>
      </p:sp>
      <p:pic>
        <p:nvPicPr>
          <p:cNvPr id="1920" name="Picture 55" descr="A diagram of a network&#10;&#10;Description automatically generated"/>
          <p:cNvPicPr/>
          <p:nvPr/>
        </p:nvPicPr>
        <p:blipFill>
          <a:blip r:embed="rId5"/>
          <a:stretch/>
        </p:blipFill>
        <p:spPr>
          <a:xfrm>
            <a:off x="8961840" y="941400"/>
            <a:ext cx="1800000" cy="2049120"/>
          </a:xfrm>
          <a:prstGeom prst="rect">
            <a:avLst/>
          </a:prstGeom>
          <a:ln w="0">
            <a:noFill/>
          </a:ln>
        </p:spPr>
      </p:pic>
      <p:sp>
        <p:nvSpPr>
          <p:cNvPr id="1921" name="TextBox 56"/>
          <p:cNvSpPr/>
          <p:nvPr/>
        </p:nvSpPr>
        <p:spPr>
          <a:xfrm>
            <a:off x="8343720" y="351360"/>
            <a:ext cx="2918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CNN2: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brand classification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2" name="TextBox 57"/>
          <p:cNvSpPr/>
          <p:nvPr/>
        </p:nvSpPr>
        <p:spPr>
          <a:xfrm>
            <a:off x="6391080" y="3501000"/>
            <a:ext cx="291888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CNN3a: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Model classification (audi)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3" name="TextBox 58"/>
          <p:cNvSpPr/>
          <p:nvPr/>
        </p:nvSpPr>
        <p:spPr>
          <a:xfrm>
            <a:off x="9261720" y="3512160"/>
            <a:ext cx="2918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CNN3b: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Model classification (fiat)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4" name="Arrow: Right 59"/>
          <p:cNvSpPr/>
          <p:nvPr/>
        </p:nvSpPr>
        <p:spPr>
          <a:xfrm rot="7965000">
            <a:off x="8986680" y="3085560"/>
            <a:ext cx="670320" cy="359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acd4c"/>
          </a:solidFill>
          <a:ln>
            <a:solidFill>
              <a:srgbClr val="43592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nl-BE" sz="1800" spc="-1" strike="noStrike">
              <a:solidFill>
                <a:schemeClr val="lt1"/>
              </a:solidFill>
              <a:latin typeface="Tw Cen MT"/>
            </a:endParaRPr>
          </a:p>
        </p:txBody>
      </p:sp>
      <p:sp>
        <p:nvSpPr>
          <p:cNvPr id="1925" name="Arrow: Right 60"/>
          <p:cNvSpPr/>
          <p:nvPr/>
        </p:nvSpPr>
        <p:spPr>
          <a:xfrm rot="2662200">
            <a:off x="9932760" y="3050280"/>
            <a:ext cx="670320" cy="359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acd4c"/>
          </a:solidFill>
          <a:ln>
            <a:solidFill>
              <a:srgbClr val="43592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nl-BE" sz="1800" spc="-1" strike="noStrike">
              <a:solidFill>
                <a:schemeClr val="lt1"/>
              </a:solidFill>
              <a:latin typeface="Tw Cen MT"/>
            </a:endParaRPr>
          </a:p>
        </p:txBody>
      </p:sp>
      <p:pic>
        <p:nvPicPr>
          <p:cNvPr id="1926" name="Picture 61" descr="A diagram of a network&#10;&#10;Description automatically generated"/>
          <p:cNvPicPr/>
          <p:nvPr/>
        </p:nvPicPr>
        <p:blipFill>
          <a:blip r:embed="rId6"/>
          <a:stretch/>
        </p:blipFill>
        <p:spPr>
          <a:xfrm>
            <a:off x="7069320" y="4366800"/>
            <a:ext cx="1800000" cy="2049120"/>
          </a:xfrm>
          <a:prstGeom prst="rect">
            <a:avLst/>
          </a:prstGeom>
          <a:ln w="0">
            <a:noFill/>
          </a:ln>
        </p:spPr>
      </p:pic>
      <p:pic>
        <p:nvPicPr>
          <p:cNvPr id="1927" name="Picture 62" descr="A diagram of a network&#10;&#10;Description automatically generated"/>
          <p:cNvPicPr/>
          <p:nvPr/>
        </p:nvPicPr>
        <p:blipFill>
          <a:blip r:embed="rId7"/>
          <a:stretch/>
        </p:blipFill>
        <p:spPr>
          <a:xfrm>
            <a:off x="9902520" y="4366800"/>
            <a:ext cx="1800000" cy="2049120"/>
          </a:xfrm>
          <a:prstGeom prst="rect">
            <a:avLst/>
          </a:prstGeom>
          <a:ln w="0">
            <a:noFill/>
          </a:ln>
        </p:spPr>
      </p:pic>
      <p:sp>
        <p:nvSpPr>
          <p:cNvPr id="1928" name="Arrow: Right 63"/>
          <p:cNvSpPr/>
          <p:nvPr/>
        </p:nvSpPr>
        <p:spPr>
          <a:xfrm>
            <a:off x="5531400" y="2847240"/>
            <a:ext cx="3147120" cy="359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acd4c"/>
          </a:solidFill>
          <a:ln>
            <a:solidFill>
              <a:srgbClr val="43592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nl-BE" sz="1800" spc="-1" strike="noStrike">
              <a:solidFill>
                <a:schemeClr val="lt1"/>
              </a:solidFill>
              <a:latin typeface="Tw Cen MT"/>
            </a:endParaRPr>
          </a:p>
        </p:txBody>
      </p:sp>
      <p:sp>
        <p:nvSpPr>
          <p:cNvPr id="1929" name="Rectangle 64"/>
          <p:cNvSpPr/>
          <p:nvPr/>
        </p:nvSpPr>
        <p:spPr>
          <a:xfrm>
            <a:off x="2187360" y="1258920"/>
            <a:ext cx="3295080" cy="2241360"/>
          </a:xfrm>
          <a:prstGeom prst="rect">
            <a:avLst/>
          </a:prstGeom>
          <a:noFill/>
          <a:ln w="57150">
            <a:solidFill>
              <a:srgbClr val="719738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Tw Cen MT"/>
            </a:endParaRPr>
          </a:p>
        </p:txBody>
      </p:sp>
      <p:sp>
        <p:nvSpPr>
          <p:cNvPr id="1930" name="PlaceHolder 1"/>
          <p:cNvSpPr>
            <a:spLocks noGrp="1"/>
          </p:cNvSpPr>
          <p:nvPr>
            <p:ph type="title"/>
          </p:nvPr>
        </p:nvSpPr>
        <p:spPr>
          <a:xfrm>
            <a:off x="1141560" y="618480"/>
            <a:ext cx="9905400" cy="1477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1" name="PlaceHolder 2"/>
          <p:cNvSpPr>
            <a:spLocks noGrp="1"/>
          </p:cNvSpPr>
          <p:nvPr>
            <p:ph type="ftr" idx="66"/>
          </p:nvPr>
        </p:nvSpPr>
        <p:spPr>
          <a:xfrm>
            <a:off x="712800" y="-15840"/>
            <a:ext cx="623844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1" lang="en-US" sz="1050" spc="-1" strike="noStrike" cap="all">
                <a:solidFill>
                  <a:schemeClr val="dk1">
                    <a:lumMod val="65000"/>
                    <a:lumOff val="35000"/>
                  </a:schemeClr>
                </a:solidFill>
                <a:latin typeface="Tw Cen MT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50" spc="-1" strike="noStrike" cap="all">
                <a:solidFill>
                  <a:schemeClr val="dk1">
                    <a:lumMod val="65000"/>
                    <a:lumOff val="35000"/>
                  </a:schemeClr>
                </a:solidFill>
                <a:latin typeface="Tw Cen MT"/>
              </a:rPr>
              <a:t>https://github.com/Frederic-P/automotive_project</a:t>
            </a:r>
            <a:endParaRPr b="0" lang="en-US" sz="10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ffffff"/>
            </a:gs>
            <a:gs pos="100000">
              <a:srgbClr val="a7a7a7"/>
            </a:gs>
          </a:gsLst>
          <a:lin ang="504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32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Tw Cen MT"/>
            </a:endParaRPr>
          </a:p>
        </p:txBody>
      </p:sp>
      <p:pic>
        <p:nvPicPr>
          <p:cNvPr id="1933" name="Picture 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1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ln w="0">
            <a:noFill/>
          </a:ln>
        </p:spPr>
      </p:pic>
      <p:grpSp>
        <p:nvGrpSpPr>
          <p:cNvPr id="1934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20400" cy="6857280"/>
            <a:chOff x="0" y="0"/>
            <a:chExt cx="1220400" cy="6857280"/>
          </a:xfrm>
        </p:grpSpPr>
        <p:sp>
          <p:nvSpPr>
            <p:cNvPr id="1935" name="Rectangle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28520" y="4680"/>
              <a:ext cx="23040" cy="218052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936" name="Freeform 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7520" y="217656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937" name="Freeform 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2840" y="4021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938" name="Freeform 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4200" y="4680"/>
              <a:ext cx="369000" cy="181044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810440"/>
                <a:gd name="textAreaBottom" fmla="*/ 1811160 h 1810440"/>
              </a:gdLst>
              <a:ahLst/>
              <a:rect l="textAreaLeft" t="textAreaTop" r="textAreaRight" b="textAreaBottom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939" name="Freeform 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17680" y="18018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940" name="Freeform 1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99880" y="4680"/>
              <a:ext cx="369000" cy="142956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429560"/>
                <a:gd name="textAreaBottom" fmla="*/ 1430280 h 1429560"/>
              </a:gdLst>
              <a:ahLst/>
              <a:rect l="textAreaLeft" t="textAreaTop" r="textAreaRight" b="textAreaBottom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941" name="Freeform 1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60520" y="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rect l="textAreaLeft" t="textAreaTop" r="textAreaRight" b="textAreaBottom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942" name="Freeform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3360" y="14209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943" name="Freeform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3360" y="9032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944" name="Freeform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55560" y="0"/>
              <a:ext cx="421560" cy="526320"/>
            </a:xfrm>
            <a:custGeom>
              <a:avLst/>
              <a:gdLst>
                <a:gd name="textAreaLeft" fmla="*/ 0 w 421560"/>
                <a:gd name="textAreaRight" fmla="*/ 422280 w 421560"/>
                <a:gd name="textAreaTop" fmla="*/ 0 h 526320"/>
                <a:gd name="textAreaBottom" fmla="*/ 527040 h 526320"/>
              </a:gdLst>
              <a:ahLst/>
              <a:rect l="textAreaLeft" t="textAreaTop" r="textAreaRight" b="textAreaBottom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945" name="Freeform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35000" y="488880"/>
              <a:ext cx="161280" cy="146880"/>
            </a:xfrm>
            <a:custGeom>
              <a:avLst/>
              <a:gdLst>
                <a:gd name="textAreaLeft" fmla="*/ 0 w 161280"/>
                <a:gd name="textAreaRight" fmla="*/ 162000 w 161280"/>
                <a:gd name="textAreaTop" fmla="*/ 0 h 146880"/>
                <a:gd name="textAreaBottom" fmla="*/ 147600 h 146880"/>
              </a:gdLst>
              <a:ahLst/>
              <a:rect l="textAreaLeft" t="textAreaTop" r="textAreaRight" b="textAreaBottom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946" name="Line 1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360" y="9360"/>
              <a:ext cx="360" cy="360"/>
            </a:xfrm>
            <a:prstGeom prst="line">
              <a:avLst/>
            </a:prstGeom>
            <a:ln w="15">
              <a:solidFill>
                <a:srgbClr val="ffffff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640" bIns="-44640" anchor="t">
              <a:noAutofit/>
            </a:bodyPr>
            <a:p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947" name="Freeform 1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60" y="1801800"/>
              <a:ext cx="123120" cy="126360"/>
            </a:xfrm>
            <a:custGeom>
              <a:avLst/>
              <a:gdLst>
                <a:gd name="textAreaLeft" fmla="*/ 0 w 123120"/>
                <a:gd name="textAreaRight" fmla="*/ 123840 w 123120"/>
                <a:gd name="textAreaTop" fmla="*/ 0 h 126360"/>
                <a:gd name="textAreaBottom" fmla="*/ 127080 h 126360"/>
              </a:gdLst>
              <a:ahLst/>
              <a:rect l="textAreaLeft" t="textAreaTop" r="textAreaRight" b="textAreaBottom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948" name="Freeform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680" y="3549600"/>
              <a:ext cx="146880" cy="480240"/>
            </a:xfrm>
            <a:custGeom>
              <a:avLst/>
              <a:gdLst>
                <a:gd name="textAreaLeft" fmla="*/ 0 w 146880"/>
                <a:gd name="textAreaRight" fmla="*/ 147600 w 146880"/>
                <a:gd name="textAreaTop" fmla="*/ 0 h 480240"/>
                <a:gd name="textAreaBottom" fmla="*/ 480960 h 480240"/>
              </a:gdLst>
              <a:ahLst/>
              <a:rect l="textAreaLeft" t="textAreaTop" r="textAreaRight" b="textAreaBottom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949" name="Freeform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2920" y="1382760"/>
              <a:ext cx="142200" cy="475560"/>
            </a:xfrm>
            <a:custGeom>
              <a:avLst/>
              <a:gdLst>
                <a:gd name="textAreaLeft" fmla="*/ 0 w 142200"/>
                <a:gd name="textAreaRight" fmla="*/ 142920 w 142200"/>
                <a:gd name="textAreaTop" fmla="*/ 0 h 475560"/>
                <a:gd name="textAreaBottom" fmla="*/ 476280 h 475560"/>
              </a:gdLst>
              <a:ahLst/>
              <a:rect l="textAreaLeft" t="textAreaTop" r="textAreaRight" b="textAreaBottom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950" name="Freeform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9240" y="1849320"/>
              <a:ext cx="113760" cy="107280"/>
            </a:xfrm>
            <a:custGeom>
              <a:avLst/>
              <a:gdLst>
                <a:gd name="textAreaLeft" fmla="*/ 0 w 113760"/>
                <a:gd name="textAreaRight" fmla="*/ 114480 w 113760"/>
                <a:gd name="textAreaTop" fmla="*/ 0 h 107280"/>
                <a:gd name="textAreaBottom" fmla="*/ 108000 h 107280"/>
              </a:gdLst>
              <a:ahLst/>
              <a:rect l="textAreaLeft" t="textAreaTop" r="textAreaRight" b="textAreaBottom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951" name="Rectangl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7600" y="4662360"/>
              <a:ext cx="23040" cy="218052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952" name="Freeform 2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960" y="5041800"/>
              <a:ext cx="369000" cy="180108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801080"/>
                <a:gd name="textAreaBottom" fmla="*/ 1801800 h 1801080"/>
              </a:gdLst>
              <a:ahLst/>
              <a:rect l="textAreaLeft" t="textAreaTop" r="textAreaRight" b="textAreaBottom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953" name="Freeform 2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6600" y="4481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954" name="Freeform 2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5627520"/>
              <a:ext cx="84960" cy="1215360"/>
            </a:xfrm>
            <a:custGeom>
              <a:avLst/>
              <a:gdLst>
                <a:gd name="textAreaLeft" fmla="*/ 0 w 84960"/>
                <a:gd name="textAreaRight" fmla="*/ 85680 w 84960"/>
                <a:gd name="textAreaTop" fmla="*/ 0 h 1215360"/>
                <a:gd name="textAreaBottom" fmla="*/ 1216080 h 1215360"/>
              </a:gdLst>
              <a:ahLst/>
              <a:rect l="textAreaLeft" t="textAreaTop" r="textAreaRight" b="textAreaBottom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955" name="Freeform 2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1440" y="4867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956" name="Freeform 2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4000" y="5423040"/>
              <a:ext cx="374040" cy="1424880"/>
            </a:xfrm>
            <a:custGeom>
              <a:avLst/>
              <a:gdLst>
                <a:gd name="textAreaLeft" fmla="*/ 0 w 374040"/>
                <a:gd name="textAreaRight" fmla="*/ 374760 w 374040"/>
                <a:gd name="textAreaTop" fmla="*/ 0 h 1424880"/>
                <a:gd name="textAreaBottom" fmla="*/ 1425600 h 1424880"/>
              </a:gdLst>
              <a:ahLst/>
              <a:rect l="textAreaLeft" t="textAreaTop" r="textAreaRight" b="textAreaBottom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957" name="Freeform 2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84280" y="594504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rect l="textAreaLeft" t="textAreaTop" r="textAreaRight" b="textAreaBottom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958" name="Freeform 2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7120" y="5246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959" name="Freeform 2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7120" y="57643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960" name="Freeform 3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84360" y="6330960"/>
              <a:ext cx="416880" cy="516960"/>
            </a:xfrm>
            <a:custGeom>
              <a:avLst/>
              <a:gdLst>
                <a:gd name="textAreaLeft" fmla="*/ 0 w 416880"/>
                <a:gd name="textAreaRight" fmla="*/ 417600 w 416880"/>
                <a:gd name="textAreaTop" fmla="*/ 0 h 516960"/>
                <a:gd name="textAreaBottom" fmla="*/ 517680 h 516960"/>
              </a:gdLst>
              <a:ahLst/>
              <a:rect l="textAreaLeft" t="textAreaTop" r="textAreaRight" b="textAreaBottom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961" name="Freeform 3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63800" y="6221520"/>
              <a:ext cx="156600" cy="14688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46880"/>
                <a:gd name="textAreaBottom" fmla="*/ 147600 h 146880"/>
              </a:gdLst>
              <a:ahLst/>
              <a:rect l="textAreaLeft" t="textAreaTop" r="textAreaRight" b="textAreaBottom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</p:grpSp>
      <p:grpSp>
        <p:nvGrpSpPr>
          <p:cNvPr id="1962" name="Group 4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1364840" y="0"/>
            <a:ext cx="673920" cy="6847920"/>
            <a:chOff x="11364840" y="0"/>
            <a:chExt cx="673920" cy="6847920"/>
          </a:xfrm>
        </p:grpSpPr>
        <p:sp>
          <p:nvSpPr>
            <p:cNvPr id="1963" name="Freeform 3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84000" y="0"/>
              <a:ext cx="416880" cy="511920"/>
            </a:xfrm>
            <a:custGeom>
              <a:avLst/>
              <a:gdLst>
                <a:gd name="textAreaLeft" fmla="*/ 0 w 416880"/>
                <a:gd name="textAreaRight" fmla="*/ 417600 w 416880"/>
                <a:gd name="textAreaTop" fmla="*/ 0 h 511920"/>
                <a:gd name="textAreaBottom" fmla="*/ 512640 h 511920"/>
              </a:gdLst>
              <a:ahLst/>
              <a:rect l="textAreaLeft" t="textAreaTop" r="textAreaRight" b="textAreaBottom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964" name="Freeform 3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364840" y="474840"/>
              <a:ext cx="156600" cy="15156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1560"/>
                <a:gd name="textAreaBottom" fmla="*/ 152280 h 151560"/>
              </a:gdLst>
              <a:ahLst/>
              <a:rect l="textAreaLeft" t="textAreaTop" r="textAreaRight" b="textAreaBottom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965" name="Freeform 3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31600" y="1539720"/>
              <a:ext cx="188280" cy="189720"/>
            </a:xfrm>
            <a:custGeom>
              <a:avLst/>
              <a:gdLst>
                <a:gd name="textAreaLeft" fmla="*/ 0 w 188280"/>
                <a:gd name="textAreaRight" fmla="*/ 189000 w 18828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966" name="Freeform 3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531520" y="5694480"/>
              <a:ext cx="297720" cy="1153440"/>
            </a:xfrm>
            <a:custGeom>
              <a:avLst/>
              <a:gdLst>
                <a:gd name="textAreaLeft" fmla="*/ 0 w 297720"/>
                <a:gd name="textAreaRight" fmla="*/ 298440 w 297720"/>
                <a:gd name="textAreaTop" fmla="*/ 0 h 1153440"/>
                <a:gd name="textAreaBottom" fmla="*/ 1154160 h 1153440"/>
              </a:gdLst>
              <a:ahLst/>
              <a:rect l="textAreaLeft" t="textAreaTop" r="textAreaRight" b="textAreaBottom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967" name="Freeform 3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73080" y="5551560"/>
              <a:ext cx="156600" cy="15480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4800"/>
                <a:gd name="textAreaBottom" fmla="*/ 155520 h 154800"/>
              </a:gdLst>
              <a:ahLst/>
              <a:rect l="textAreaLeft" t="textAreaTop" r="textAreaRight" b="textAreaBottom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968" name="Freeform 3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11160" y="4680"/>
              <a:ext cx="304200" cy="154404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44040"/>
                <a:gd name="textAreaBottom" fmla="*/ 1544760 h 1544040"/>
              </a:gdLst>
              <a:ahLst/>
              <a:rect l="textAreaLeft" t="textAreaTop" r="textAreaRight" b="textAreaBottom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969" name="Freeform 3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36280" y="4867200"/>
              <a:ext cx="188280" cy="188280"/>
            </a:xfrm>
            <a:custGeom>
              <a:avLst/>
              <a:gdLst>
                <a:gd name="textAreaLeft" fmla="*/ 0 w 188280"/>
                <a:gd name="textAreaRight" fmla="*/ 189000 w 18828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970" name="Freeform 3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41160" y="5046840"/>
              <a:ext cx="307080" cy="1801080"/>
            </a:xfrm>
            <a:custGeom>
              <a:avLst/>
              <a:gdLst>
                <a:gd name="textAreaLeft" fmla="*/ 0 w 307080"/>
                <a:gd name="textAreaRight" fmla="*/ 307800 w 307080"/>
                <a:gd name="textAreaTop" fmla="*/ 0 h 1801080"/>
                <a:gd name="textAreaBottom" fmla="*/ 1801800 h 1801080"/>
              </a:gdLst>
              <a:ahLst/>
              <a:rect l="textAreaLeft" t="textAreaTop" r="textAreaRight" b="textAreaBottom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971" name="Freeform 4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849040" y="641664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972" name="Rectangle 4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939760" y="6595920"/>
              <a:ext cx="23040" cy="25164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</p:grpSp>
      <p:sp>
        <p:nvSpPr>
          <p:cNvPr id="1973" name="Title 1"/>
          <p:cNvSpPr/>
          <p:nvPr/>
        </p:nvSpPr>
        <p:spPr>
          <a:xfrm>
            <a:off x="299880" y="73800"/>
            <a:ext cx="10514880" cy="13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90000"/>
              </a:lnSpc>
            </a:pPr>
            <a:endParaRPr b="0" lang="nl-BE" sz="3600" spc="-1" strike="noStrike" cap="all">
              <a:solidFill>
                <a:schemeClr val="dk1"/>
              </a:solidFill>
              <a:latin typeface="Tw Cen MT"/>
            </a:endParaRPr>
          </a:p>
        </p:txBody>
      </p:sp>
      <p:sp>
        <p:nvSpPr>
          <p:cNvPr id="1974" name="AutoShape 8"/>
          <p:cNvSpPr/>
          <p:nvPr/>
        </p:nvSpPr>
        <p:spPr>
          <a:xfrm>
            <a:off x="2881440" y="1285920"/>
            <a:ext cx="6428520" cy="42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nl-BE" sz="1800" spc="-1" strike="noStrike">
              <a:solidFill>
                <a:schemeClr val="dk1"/>
              </a:solidFill>
              <a:latin typeface="Tw Cen MT"/>
            </a:endParaRPr>
          </a:p>
        </p:txBody>
      </p:sp>
      <p:sp>
        <p:nvSpPr>
          <p:cNvPr id="1975" name="AutoShape 14"/>
          <p:cNvSpPr/>
          <p:nvPr/>
        </p:nvSpPr>
        <p:spPr>
          <a:xfrm>
            <a:off x="4905360" y="1995480"/>
            <a:ext cx="2380680" cy="286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nl-BE" sz="1800" spc="-1" strike="noStrike">
              <a:solidFill>
                <a:schemeClr val="dk1"/>
              </a:solidFill>
              <a:latin typeface="Tw Cen MT"/>
            </a:endParaRPr>
          </a:p>
        </p:txBody>
      </p:sp>
      <p:sp>
        <p:nvSpPr>
          <p:cNvPr id="1976" name="PlaceHolder 1"/>
          <p:cNvSpPr>
            <a:spLocks noGrp="1"/>
          </p:cNvSpPr>
          <p:nvPr>
            <p:ph type="ftr" idx="67"/>
          </p:nvPr>
        </p:nvSpPr>
        <p:spPr>
          <a:xfrm>
            <a:off x="712800" y="-15840"/>
            <a:ext cx="623844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1" lang="en-US" sz="1050" spc="-1" strike="noStrike" cap="all">
                <a:solidFill>
                  <a:schemeClr val="dk1">
                    <a:lumMod val="65000"/>
                    <a:lumOff val="35000"/>
                  </a:schemeClr>
                </a:solidFill>
                <a:latin typeface="Tw Cen MT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50" spc="-1" strike="noStrike" cap="all">
                <a:solidFill>
                  <a:schemeClr val="dk1">
                    <a:lumMod val="65000"/>
                    <a:lumOff val="35000"/>
                  </a:schemeClr>
                </a:solidFill>
                <a:latin typeface="Tw Cen MT"/>
              </a:rPr>
              <a:t>https://github.com/Frederic-P/automotive_project</a:t>
            </a:r>
            <a:endParaRPr b="0" lang="en-US" sz="1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7" name="PlaceHolder 2"/>
          <p:cNvSpPr>
            <a:spLocks noGrp="1"/>
          </p:cNvSpPr>
          <p:nvPr>
            <p:ph type="title"/>
          </p:nvPr>
        </p:nvSpPr>
        <p:spPr>
          <a:xfrm>
            <a:off x="1141560" y="748080"/>
            <a:ext cx="9905400" cy="1116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800" spc="-1" strike="noStrike" cap="all">
                <a:solidFill>
                  <a:srgbClr val="505050"/>
                </a:solidFill>
                <a:latin typeface="Calibri Light"/>
              </a:rPr>
              <a:t>Bounding boxes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8" name="TextBox 67"/>
          <p:cNvSpPr/>
          <p:nvPr/>
        </p:nvSpPr>
        <p:spPr>
          <a:xfrm>
            <a:off x="823680" y="1677240"/>
            <a:ext cx="11044800" cy="20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Real time object detection: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	</a:t>
            </a: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- </a:t>
            </a:r>
            <a:r>
              <a:rPr b="0" lang="en-US" sz="1800" spc="-1" strike="noStrike" u="sng">
                <a:solidFill>
                  <a:schemeClr val="dk1"/>
                </a:solidFill>
                <a:uFillTx/>
                <a:latin typeface="Tw Cen MT"/>
                <a:hlinkClick r:id="rId2"/>
              </a:rPr>
              <a:t>https://www.datacamp.com/blog/yolo-object-detection-explained</a:t>
            </a: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	</a:t>
            </a: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- Speed (16million images) </a:t>
            </a:r>
            <a:r>
              <a:rPr b="0" lang="en-US" sz="1800" spc="-1" strike="noStrike">
                <a:solidFill>
                  <a:schemeClr val="dk1"/>
                </a:solidFill>
                <a:latin typeface="Wingdings"/>
              </a:rPr>
              <a:t></a:t>
            </a: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 ca. 250h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	</a:t>
            </a: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- Custom rules (maxarea, minarea, mincertainty, biggest area…)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	</a:t>
            </a: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- GOAL: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	</a:t>
            </a: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	</a:t>
            </a: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- Crop the image to the relevant bit (the car)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	</a:t>
            </a: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	</a:t>
            </a: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- Why?: Neural networks require a square grid.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79" name="Picture 3" descr=""/>
          <p:cNvPicPr/>
          <p:nvPr/>
        </p:nvPicPr>
        <p:blipFill>
          <a:blip r:embed="rId3"/>
          <a:srcRect l="1709" t="0" r="1085" b="0"/>
          <a:stretch/>
        </p:blipFill>
        <p:spPr>
          <a:xfrm>
            <a:off x="0" y="4403160"/>
            <a:ext cx="3034440" cy="2454120"/>
          </a:xfrm>
          <a:prstGeom prst="rect">
            <a:avLst/>
          </a:prstGeom>
          <a:ln w="0">
            <a:noFill/>
          </a:ln>
        </p:spPr>
      </p:pic>
      <p:pic>
        <p:nvPicPr>
          <p:cNvPr id="1980" name="Picture 4" descr=""/>
          <p:cNvPicPr/>
          <p:nvPr/>
        </p:nvPicPr>
        <p:blipFill>
          <a:blip r:embed="rId4"/>
          <a:srcRect l="790" t="0" r="1270" b="0"/>
          <a:stretch/>
        </p:blipFill>
        <p:spPr>
          <a:xfrm>
            <a:off x="3035160" y="4403160"/>
            <a:ext cx="2991960" cy="2454120"/>
          </a:xfrm>
          <a:prstGeom prst="rect">
            <a:avLst/>
          </a:prstGeom>
          <a:ln w="0">
            <a:noFill/>
          </a:ln>
        </p:spPr>
      </p:pic>
      <p:pic>
        <p:nvPicPr>
          <p:cNvPr id="1981" name="Picture 5" descr="C:\Users\Frede\Desktop\Untitled-1.png"/>
          <p:cNvPicPr/>
          <p:nvPr/>
        </p:nvPicPr>
        <p:blipFill>
          <a:blip r:embed="rId5"/>
          <a:stretch/>
        </p:blipFill>
        <p:spPr>
          <a:xfrm>
            <a:off x="6028200" y="4403160"/>
            <a:ext cx="3034800" cy="2454120"/>
          </a:xfrm>
          <a:prstGeom prst="rect">
            <a:avLst/>
          </a:prstGeom>
          <a:ln w="0">
            <a:noFill/>
          </a:ln>
        </p:spPr>
      </p:pic>
      <p:pic>
        <p:nvPicPr>
          <p:cNvPr id="1982" name="Picture 7" descr=""/>
          <p:cNvPicPr/>
          <p:nvPr/>
        </p:nvPicPr>
        <p:blipFill>
          <a:blip r:embed="rId6"/>
          <a:stretch/>
        </p:blipFill>
        <p:spPr>
          <a:xfrm>
            <a:off x="9063360" y="4403160"/>
            <a:ext cx="3028320" cy="24591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ffffff"/>
            </a:gs>
            <a:gs pos="100000">
              <a:srgbClr val="a7a7a7"/>
            </a:gs>
          </a:gsLst>
          <a:lin ang="504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83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Tw Cen MT"/>
            </a:endParaRPr>
          </a:p>
        </p:txBody>
      </p:sp>
      <p:pic>
        <p:nvPicPr>
          <p:cNvPr id="1984" name="Picture 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1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ln w="0">
            <a:noFill/>
          </a:ln>
        </p:spPr>
      </p:pic>
      <p:grpSp>
        <p:nvGrpSpPr>
          <p:cNvPr id="1985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20400" cy="6857280"/>
            <a:chOff x="0" y="0"/>
            <a:chExt cx="1220400" cy="6857280"/>
          </a:xfrm>
        </p:grpSpPr>
        <p:sp>
          <p:nvSpPr>
            <p:cNvPr id="1986" name="Rectangle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28520" y="4680"/>
              <a:ext cx="23040" cy="218052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987" name="Freeform 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7520" y="217656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988" name="Freeform 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2840" y="4021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989" name="Freeform 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4200" y="4680"/>
              <a:ext cx="369000" cy="181044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810440"/>
                <a:gd name="textAreaBottom" fmla="*/ 1811160 h 1810440"/>
              </a:gdLst>
              <a:ahLst/>
              <a:rect l="textAreaLeft" t="textAreaTop" r="textAreaRight" b="textAreaBottom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990" name="Freeform 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17680" y="18018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991" name="Freeform 1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99880" y="4680"/>
              <a:ext cx="369000" cy="142956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429560"/>
                <a:gd name="textAreaBottom" fmla="*/ 1430280 h 1429560"/>
              </a:gdLst>
              <a:ahLst/>
              <a:rect l="textAreaLeft" t="textAreaTop" r="textAreaRight" b="textAreaBottom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992" name="Freeform 1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60520" y="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rect l="textAreaLeft" t="textAreaTop" r="textAreaRight" b="textAreaBottom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993" name="Freeform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3360" y="14209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994" name="Freeform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3360" y="9032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995" name="Freeform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55560" y="0"/>
              <a:ext cx="421560" cy="526320"/>
            </a:xfrm>
            <a:custGeom>
              <a:avLst/>
              <a:gdLst>
                <a:gd name="textAreaLeft" fmla="*/ 0 w 421560"/>
                <a:gd name="textAreaRight" fmla="*/ 422280 w 421560"/>
                <a:gd name="textAreaTop" fmla="*/ 0 h 526320"/>
                <a:gd name="textAreaBottom" fmla="*/ 527040 h 526320"/>
              </a:gdLst>
              <a:ahLst/>
              <a:rect l="textAreaLeft" t="textAreaTop" r="textAreaRight" b="textAreaBottom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996" name="Freeform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35000" y="488880"/>
              <a:ext cx="161280" cy="146880"/>
            </a:xfrm>
            <a:custGeom>
              <a:avLst/>
              <a:gdLst>
                <a:gd name="textAreaLeft" fmla="*/ 0 w 161280"/>
                <a:gd name="textAreaRight" fmla="*/ 162000 w 161280"/>
                <a:gd name="textAreaTop" fmla="*/ 0 h 146880"/>
                <a:gd name="textAreaBottom" fmla="*/ 147600 h 146880"/>
              </a:gdLst>
              <a:ahLst/>
              <a:rect l="textAreaLeft" t="textAreaTop" r="textAreaRight" b="textAreaBottom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997" name="Line 1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360" y="9360"/>
              <a:ext cx="360" cy="360"/>
            </a:xfrm>
            <a:prstGeom prst="line">
              <a:avLst/>
            </a:prstGeom>
            <a:ln w="15">
              <a:solidFill>
                <a:srgbClr val="ffffff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640" bIns="-44640" anchor="t">
              <a:noAutofit/>
            </a:bodyPr>
            <a:p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998" name="Freeform 1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60" y="1801800"/>
              <a:ext cx="123120" cy="126360"/>
            </a:xfrm>
            <a:custGeom>
              <a:avLst/>
              <a:gdLst>
                <a:gd name="textAreaLeft" fmla="*/ 0 w 123120"/>
                <a:gd name="textAreaRight" fmla="*/ 123840 w 123120"/>
                <a:gd name="textAreaTop" fmla="*/ 0 h 126360"/>
                <a:gd name="textAreaBottom" fmla="*/ 127080 h 126360"/>
              </a:gdLst>
              <a:ahLst/>
              <a:rect l="textAreaLeft" t="textAreaTop" r="textAreaRight" b="textAreaBottom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1999" name="Freeform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680" y="3549600"/>
              <a:ext cx="146880" cy="480240"/>
            </a:xfrm>
            <a:custGeom>
              <a:avLst/>
              <a:gdLst>
                <a:gd name="textAreaLeft" fmla="*/ 0 w 146880"/>
                <a:gd name="textAreaRight" fmla="*/ 147600 w 146880"/>
                <a:gd name="textAreaTop" fmla="*/ 0 h 480240"/>
                <a:gd name="textAreaBottom" fmla="*/ 480960 h 480240"/>
              </a:gdLst>
              <a:ahLst/>
              <a:rect l="textAreaLeft" t="textAreaTop" r="textAreaRight" b="textAreaBottom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000" name="Freeform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2920" y="1382760"/>
              <a:ext cx="142200" cy="475560"/>
            </a:xfrm>
            <a:custGeom>
              <a:avLst/>
              <a:gdLst>
                <a:gd name="textAreaLeft" fmla="*/ 0 w 142200"/>
                <a:gd name="textAreaRight" fmla="*/ 142920 w 142200"/>
                <a:gd name="textAreaTop" fmla="*/ 0 h 475560"/>
                <a:gd name="textAreaBottom" fmla="*/ 476280 h 475560"/>
              </a:gdLst>
              <a:ahLst/>
              <a:rect l="textAreaLeft" t="textAreaTop" r="textAreaRight" b="textAreaBottom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001" name="Freeform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9240" y="1849320"/>
              <a:ext cx="113760" cy="107280"/>
            </a:xfrm>
            <a:custGeom>
              <a:avLst/>
              <a:gdLst>
                <a:gd name="textAreaLeft" fmla="*/ 0 w 113760"/>
                <a:gd name="textAreaRight" fmla="*/ 114480 w 113760"/>
                <a:gd name="textAreaTop" fmla="*/ 0 h 107280"/>
                <a:gd name="textAreaBottom" fmla="*/ 108000 h 107280"/>
              </a:gdLst>
              <a:ahLst/>
              <a:rect l="textAreaLeft" t="textAreaTop" r="textAreaRight" b="textAreaBottom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002" name="Rectangl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7600" y="4662360"/>
              <a:ext cx="23040" cy="218052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003" name="Freeform 2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960" y="5041800"/>
              <a:ext cx="369000" cy="180108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801080"/>
                <a:gd name="textAreaBottom" fmla="*/ 1801800 h 1801080"/>
              </a:gdLst>
              <a:ahLst/>
              <a:rect l="textAreaLeft" t="textAreaTop" r="textAreaRight" b="textAreaBottom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004" name="Freeform 2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6600" y="4481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005" name="Freeform 2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5627520"/>
              <a:ext cx="84960" cy="1215360"/>
            </a:xfrm>
            <a:custGeom>
              <a:avLst/>
              <a:gdLst>
                <a:gd name="textAreaLeft" fmla="*/ 0 w 84960"/>
                <a:gd name="textAreaRight" fmla="*/ 85680 w 84960"/>
                <a:gd name="textAreaTop" fmla="*/ 0 h 1215360"/>
                <a:gd name="textAreaBottom" fmla="*/ 1216080 h 1215360"/>
              </a:gdLst>
              <a:ahLst/>
              <a:rect l="textAreaLeft" t="textAreaTop" r="textAreaRight" b="textAreaBottom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006" name="Freeform 2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1440" y="4867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007" name="Freeform 2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4000" y="5423040"/>
              <a:ext cx="374040" cy="1424880"/>
            </a:xfrm>
            <a:custGeom>
              <a:avLst/>
              <a:gdLst>
                <a:gd name="textAreaLeft" fmla="*/ 0 w 374040"/>
                <a:gd name="textAreaRight" fmla="*/ 374760 w 374040"/>
                <a:gd name="textAreaTop" fmla="*/ 0 h 1424880"/>
                <a:gd name="textAreaBottom" fmla="*/ 1425600 h 1424880"/>
              </a:gdLst>
              <a:ahLst/>
              <a:rect l="textAreaLeft" t="textAreaTop" r="textAreaRight" b="textAreaBottom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008" name="Freeform 2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84280" y="594504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rect l="textAreaLeft" t="textAreaTop" r="textAreaRight" b="textAreaBottom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009" name="Freeform 2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7120" y="5246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010" name="Freeform 2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7120" y="57643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011" name="Freeform 3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84360" y="6330960"/>
              <a:ext cx="416880" cy="516960"/>
            </a:xfrm>
            <a:custGeom>
              <a:avLst/>
              <a:gdLst>
                <a:gd name="textAreaLeft" fmla="*/ 0 w 416880"/>
                <a:gd name="textAreaRight" fmla="*/ 417600 w 416880"/>
                <a:gd name="textAreaTop" fmla="*/ 0 h 516960"/>
                <a:gd name="textAreaBottom" fmla="*/ 517680 h 516960"/>
              </a:gdLst>
              <a:ahLst/>
              <a:rect l="textAreaLeft" t="textAreaTop" r="textAreaRight" b="textAreaBottom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012" name="Freeform 3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63800" y="6221520"/>
              <a:ext cx="156600" cy="14688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46880"/>
                <a:gd name="textAreaBottom" fmla="*/ 147600 h 146880"/>
              </a:gdLst>
              <a:ahLst/>
              <a:rect l="textAreaLeft" t="textAreaTop" r="textAreaRight" b="textAreaBottom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</p:grpSp>
      <p:grpSp>
        <p:nvGrpSpPr>
          <p:cNvPr id="2013" name="Group 4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1364840" y="0"/>
            <a:ext cx="673920" cy="6847920"/>
            <a:chOff x="11364840" y="0"/>
            <a:chExt cx="673920" cy="6847920"/>
          </a:xfrm>
        </p:grpSpPr>
        <p:sp>
          <p:nvSpPr>
            <p:cNvPr id="2014" name="Freeform 3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84000" y="0"/>
              <a:ext cx="416880" cy="511920"/>
            </a:xfrm>
            <a:custGeom>
              <a:avLst/>
              <a:gdLst>
                <a:gd name="textAreaLeft" fmla="*/ 0 w 416880"/>
                <a:gd name="textAreaRight" fmla="*/ 417600 w 416880"/>
                <a:gd name="textAreaTop" fmla="*/ 0 h 511920"/>
                <a:gd name="textAreaBottom" fmla="*/ 512640 h 511920"/>
              </a:gdLst>
              <a:ahLst/>
              <a:rect l="textAreaLeft" t="textAreaTop" r="textAreaRight" b="textAreaBottom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015" name="Freeform 3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364840" y="474840"/>
              <a:ext cx="156600" cy="15156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1560"/>
                <a:gd name="textAreaBottom" fmla="*/ 152280 h 151560"/>
              </a:gdLst>
              <a:ahLst/>
              <a:rect l="textAreaLeft" t="textAreaTop" r="textAreaRight" b="textAreaBottom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016" name="Freeform 3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31600" y="1539720"/>
              <a:ext cx="188280" cy="189720"/>
            </a:xfrm>
            <a:custGeom>
              <a:avLst/>
              <a:gdLst>
                <a:gd name="textAreaLeft" fmla="*/ 0 w 188280"/>
                <a:gd name="textAreaRight" fmla="*/ 189000 w 18828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017" name="Freeform 3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531520" y="5694480"/>
              <a:ext cx="297720" cy="1153440"/>
            </a:xfrm>
            <a:custGeom>
              <a:avLst/>
              <a:gdLst>
                <a:gd name="textAreaLeft" fmla="*/ 0 w 297720"/>
                <a:gd name="textAreaRight" fmla="*/ 298440 w 297720"/>
                <a:gd name="textAreaTop" fmla="*/ 0 h 1153440"/>
                <a:gd name="textAreaBottom" fmla="*/ 1154160 h 1153440"/>
              </a:gdLst>
              <a:ahLst/>
              <a:rect l="textAreaLeft" t="textAreaTop" r="textAreaRight" b="textAreaBottom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018" name="Freeform 3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73080" y="5551560"/>
              <a:ext cx="156600" cy="15480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4800"/>
                <a:gd name="textAreaBottom" fmla="*/ 155520 h 154800"/>
              </a:gdLst>
              <a:ahLst/>
              <a:rect l="textAreaLeft" t="textAreaTop" r="textAreaRight" b="textAreaBottom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019" name="Freeform 3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11160" y="4680"/>
              <a:ext cx="304200" cy="154404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44040"/>
                <a:gd name="textAreaBottom" fmla="*/ 1544760 h 1544040"/>
              </a:gdLst>
              <a:ahLst/>
              <a:rect l="textAreaLeft" t="textAreaTop" r="textAreaRight" b="textAreaBottom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020" name="Freeform 3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36280" y="4867200"/>
              <a:ext cx="188280" cy="188280"/>
            </a:xfrm>
            <a:custGeom>
              <a:avLst/>
              <a:gdLst>
                <a:gd name="textAreaLeft" fmla="*/ 0 w 188280"/>
                <a:gd name="textAreaRight" fmla="*/ 189000 w 18828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021" name="Freeform 3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41160" y="5046840"/>
              <a:ext cx="307080" cy="1801080"/>
            </a:xfrm>
            <a:custGeom>
              <a:avLst/>
              <a:gdLst>
                <a:gd name="textAreaLeft" fmla="*/ 0 w 307080"/>
                <a:gd name="textAreaRight" fmla="*/ 307800 w 307080"/>
                <a:gd name="textAreaTop" fmla="*/ 0 h 1801080"/>
                <a:gd name="textAreaBottom" fmla="*/ 1801800 h 1801080"/>
              </a:gdLst>
              <a:ahLst/>
              <a:rect l="textAreaLeft" t="textAreaTop" r="textAreaRight" b="textAreaBottom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022" name="Freeform 4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849040" y="641664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023" name="Rectangle 4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939760" y="6595920"/>
              <a:ext cx="23040" cy="25164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</p:grpSp>
      <p:sp>
        <p:nvSpPr>
          <p:cNvPr id="2024" name="Title 1"/>
          <p:cNvSpPr/>
          <p:nvPr/>
        </p:nvSpPr>
        <p:spPr>
          <a:xfrm>
            <a:off x="299880" y="73800"/>
            <a:ext cx="10514880" cy="13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90000"/>
              </a:lnSpc>
            </a:pPr>
            <a:endParaRPr b="0" lang="nl-BE" sz="3600" spc="-1" strike="noStrike" cap="all">
              <a:solidFill>
                <a:schemeClr val="dk1"/>
              </a:solidFill>
              <a:latin typeface="Tw Cen MT"/>
            </a:endParaRPr>
          </a:p>
        </p:txBody>
      </p:sp>
      <p:pic>
        <p:nvPicPr>
          <p:cNvPr id="2025" name="Picture 3" descr="A black background with a black square&#10;&#10;Description automatically generated with medium confidence"/>
          <p:cNvPicPr/>
          <p:nvPr/>
        </p:nvPicPr>
        <p:blipFill>
          <a:blip r:embed="rId2"/>
          <a:stretch/>
        </p:blipFill>
        <p:spPr>
          <a:xfrm>
            <a:off x="225000" y="1384560"/>
            <a:ext cx="1225440" cy="997920"/>
          </a:xfrm>
          <a:prstGeom prst="rect">
            <a:avLst/>
          </a:prstGeom>
          <a:ln w="0">
            <a:noFill/>
          </a:ln>
        </p:spPr>
      </p:pic>
      <p:pic>
        <p:nvPicPr>
          <p:cNvPr id="2026" name="Picture 5" descr="A blue and white sign&#10;&#10;Description automatically generated"/>
          <p:cNvPicPr/>
          <p:nvPr/>
        </p:nvPicPr>
        <p:blipFill>
          <a:blip r:embed="rId3"/>
          <a:stretch/>
        </p:blipFill>
        <p:spPr>
          <a:xfrm>
            <a:off x="2277000" y="1402200"/>
            <a:ext cx="3142800" cy="980640"/>
          </a:xfrm>
          <a:prstGeom prst="rect">
            <a:avLst/>
          </a:prstGeom>
          <a:ln w="0">
            <a:noFill/>
          </a:ln>
        </p:spPr>
      </p:pic>
      <p:sp>
        <p:nvSpPr>
          <p:cNvPr id="2027" name="Arrow: Right 6"/>
          <p:cNvSpPr/>
          <p:nvPr/>
        </p:nvSpPr>
        <p:spPr>
          <a:xfrm>
            <a:off x="1546560" y="1789920"/>
            <a:ext cx="670320" cy="359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acd4c"/>
          </a:solidFill>
          <a:ln>
            <a:solidFill>
              <a:srgbClr val="43592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nl-BE" sz="1800" spc="-1" strike="noStrike">
              <a:solidFill>
                <a:schemeClr val="lt1"/>
              </a:solidFill>
              <a:latin typeface="Tw Cen MT"/>
            </a:endParaRPr>
          </a:p>
        </p:txBody>
      </p:sp>
      <p:sp>
        <p:nvSpPr>
          <p:cNvPr id="2028" name="TextBox 8"/>
          <p:cNvSpPr/>
          <p:nvPr/>
        </p:nvSpPr>
        <p:spPr>
          <a:xfrm>
            <a:off x="2352960" y="2393640"/>
            <a:ext cx="300528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Bounding box: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	</a:t>
            </a: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x1,y1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	</a:t>
            </a: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x2,y2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9" name="AutoShape 8"/>
          <p:cNvSpPr/>
          <p:nvPr/>
        </p:nvSpPr>
        <p:spPr>
          <a:xfrm>
            <a:off x="2881440" y="1285920"/>
            <a:ext cx="6428520" cy="42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nl-BE" sz="1800" spc="-1" strike="noStrike">
              <a:solidFill>
                <a:schemeClr val="dk1"/>
              </a:solidFill>
              <a:latin typeface="Tw Cen MT"/>
            </a:endParaRPr>
          </a:p>
        </p:txBody>
      </p:sp>
      <p:sp>
        <p:nvSpPr>
          <p:cNvPr id="2030" name="AutoShape 14"/>
          <p:cNvSpPr/>
          <p:nvPr/>
        </p:nvSpPr>
        <p:spPr>
          <a:xfrm>
            <a:off x="4905360" y="1995480"/>
            <a:ext cx="2380680" cy="286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nl-BE" sz="1800" spc="-1" strike="noStrike">
              <a:solidFill>
                <a:schemeClr val="dk1"/>
              </a:solidFill>
              <a:latin typeface="Tw Cen MT"/>
            </a:endParaRPr>
          </a:p>
        </p:txBody>
      </p:sp>
      <p:pic>
        <p:nvPicPr>
          <p:cNvPr id="2031" name="Picture 51" descr="A diagram of a network&#10;&#10;Description automatically generated"/>
          <p:cNvPicPr/>
          <p:nvPr/>
        </p:nvPicPr>
        <p:blipFill>
          <a:blip r:embed="rId4"/>
          <a:stretch/>
        </p:blipFill>
        <p:spPr>
          <a:xfrm>
            <a:off x="6217200" y="945000"/>
            <a:ext cx="1800000" cy="2049120"/>
          </a:xfrm>
          <a:prstGeom prst="rect">
            <a:avLst/>
          </a:prstGeom>
          <a:ln w="0">
            <a:noFill/>
          </a:ln>
        </p:spPr>
      </p:pic>
      <p:sp>
        <p:nvSpPr>
          <p:cNvPr id="2032" name="Arrow: Right 52"/>
          <p:cNvSpPr/>
          <p:nvPr/>
        </p:nvSpPr>
        <p:spPr>
          <a:xfrm>
            <a:off x="5483520" y="1712880"/>
            <a:ext cx="670320" cy="359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acd4c"/>
          </a:solidFill>
          <a:ln>
            <a:solidFill>
              <a:srgbClr val="43592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nl-BE" sz="1800" spc="-1" strike="noStrike">
              <a:solidFill>
                <a:schemeClr val="lt1"/>
              </a:solidFill>
              <a:latin typeface="Tw Cen MT"/>
            </a:endParaRPr>
          </a:p>
        </p:txBody>
      </p:sp>
      <p:sp>
        <p:nvSpPr>
          <p:cNvPr id="2033" name="TextBox 53"/>
          <p:cNvSpPr/>
          <p:nvPr/>
        </p:nvSpPr>
        <p:spPr>
          <a:xfrm>
            <a:off x="6088680" y="71280"/>
            <a:ext cx="187272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CNN1: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Bin tag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angle tag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4" name="Arrow: Right 54"/>
          <p:cNvSpPr/>
          <p:nvPr/>
        </p:nvSpPr>
        <p:spPr>
          <a:xfrm>
            <a:off x="8007840" y="1716120"/>
            <a:ext cx="670320" cy="359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acd4c"/>
          </a:solidFill>
          <a:ln>
            <a:solidFill>
              <a:srgbClr val="43592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nl-BE" sz="1800" spc="-1" strike="noStrike">
              <a:solidFill>
                <a:schemeClr val="lt1"/>
              </a:solidFill>
              <a:latin typeface="Tw Cen MT"/>
            </a:endParaRPr>
          </a:p>
        </p:txBody>
      </p:sp>
      <p:pic>
        <p:nvPicPr>
          <p:cNvPr id="2035" name="Picture 55" descr="A diagram of a network&#10;&#10;Description automatically generated"/>
          <p:cNvPicPr/>
          <p:nvPr/>
        </p:nvPicPr>
        <p:blipFill>
          <a:blip r:embed="rId5"/>
          <a:stretch/>
        </p:blipFill>
        <p:spPr>
          <a:xfrm>
            <a:off x="8961840" y="941400"/>
            <a:ext cx="1800000" cy="2049120"/>
          </a:xfrm>
          <a:prstGeom prst="rect">
            <a:avLst/>
          </a:prstGeom>
          <a:ln w="0">
            <a:noFill/>
          </a:ln>
        </p:spPr>
      </p:pic>
      <p:sp>
        <p:nvSpPr>
          <p:cNvPr id="2036" name="TextBox 56"/>
          <p:cNvSpPr/>
          <p:nvPr/>
        </p:nvSpPr>
        <p:spPr>
          <a:xfrm>
            <a:off x="8343720" y="351360"/>
            <a:ext cx="2918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CNN2: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brand classification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7" name="TextBox 57"/>
          <p:cNvSpPr/>
          <p:nvPr/>
        </p:nvSpPr>
        <p:spPr>
          <a:xfrm>
            <a:off x="6391080" y="3501000"/>
            <a:ext cx="291888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CNN3a: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Model classification (audi)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8" name="TextBox 58"/>
          <p:cNvSpPr/>
          <p:nvPr/>
        </p:nvSpPr>
        <p:spPr>
          <a:xfrm>
            <a:off x="9261720" y="3512160"/>
            <a:ext cx="2918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CNN3b: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Model classification (fiat)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9" name="Arrow: Right 59"/>
          <p:cNvSpPr/>
          <p:nvPr/>
        </p:nvSpPr>
        <p:spPr>
          <a:xfrm rot="7965000">
            <a:off x="8986680" y="3085560"/>
            <a:ext cx="670320" cy="359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acd4c"/>
          </a:solidFill>
          <a:ln>
            <a:solidFill>
              <a:srgbClr val="43592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nl-BE" sz="1800" spc="-1" strike="noStrike">
              <a:solidFill>
                <a:schemeClr val="lt1"/>
              </a:solidFill>
              <a:latin typeface="Tw Cen MT"/>
            </a:endParaRPr>
          </a:p>
        </p:txBody>
      </p:sp>
      <p:sp>
        <p:nvSpPr>
          <p:cNvPr id="2040" name="Arrow: Right 60"/>
          <p:cNvSpPr/>
          <p:nvPr/>
        </p:nvSpPr>
        <p:spPr>
          <a:xfrm rot="2662200">
            <a:off x="9932760" y="3050280"/>
            <a:ext cx="670320" cy="359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acd4c"/>
          </a:solidFill>
          <a:ln>
            <a:solidFill>
              <a:srgbClr val="43592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nl-BE" sz="1800" spc="-1" strike="noStrike">
              <a:solidFill>
                <a:schemeClr val="lt1"/>
              </a:solidFill>
              <a:latin typeface="Tw Cen MT"/>
            </a:endParaRPr>
          </a:p>
        </p:txBody>
      </p:sp>
      <p:pic>
        <p:nvPicPr>
          <p:cNvPr id="2041" name="Picture 61" descr="A diagram of a network&#10;&#10;Description automatically generated"/>
          <p:cNvPicPr/>
          <p:nvPr/>
        </p:nvPicPr>
        <p:blipFill>
          <a:blip r:embed="rId6"/>
          <a:stretch/>
        </p:blipFill>
        <p:spPr>
          <a:xfrm>
            <a:off x="7069320" y="4366800"/>
            <a:ext cx="1800000" cy="2049120"/>
          </a:xfrm>
          <a:prstGeom prst="rect">
            <a:avLst/>
          </a:prstGeom>
          <a:ln w="0">
            <a:noFill/>
          </a:ln>
        </p:spPr>
      </p:pic>
      <p:pic>
        <p:nvPicPr>
          <p:cNvPr id="2042" name="Picture 62" descr="A diagram of a network&#10;&#10;Description automatically generated"/>
          <p:cNvPicPr/>
          <p:nvPr/>
        </p:nvPicPr>
        <p:blipFill>
          <a:blip r:embed="rId7"/>
          <a:stretch/>
        </p:blipFill>
        <p:spPr>
          <a:xfrm>
            <a:off x="9902520" y="4366800"/>
            <a:ext cx="1800000" cy="2049120"/>
          </a:xfrm>
          <a:prstGeom prst="rect">
            <a:avLst/>
          </a:prstGeom>
          <a:ln w="0">
            <a:noFill/>
          </a:ln>
        </p:spPr>
      </p:pic>
      <p:sp>
        <p:nvSpPr>
          <p:cNvPr id="2043" name="Arrow: Right 63"/>
          <p:cNvSpPr/>
          <p:nvPr/>
        </p:nvSpPr>
        <p:spPr>
          <a:xfrm>
            <a:off x="5531400" y="2847240"/>
            <a:ext cx="3147120" cy="359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acd4c"/>
          </a:solidFill>
          <a:ln>
            <a:solidFill>
              <a:srgbClr val="43592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nl-BE" sz="1800" spc="-1" strike="noStrike">
              <a:solidFill>
                <a:schemeClr val="lt1"/>
              </a:solidFill>
              <a:latin typeface="Tw Cen MT"/>
            </a:endParaRPr>
          </a:p>
        </p:txBody>
      </p:sp>
      <p:sp>
        <p:nvSpPr>
          <p:cNvPr id="2044" name="Rectangle 64"/>
          <p:cNvSpPr/>
          <p:nvPr/>
        </p:nvSpPr>
        <p:spPr>
          <a:xfrm>
            <a:off x="5908680" y="4680"/>
            <a:ext cx="2434320" cy="3423600"/>
          </a:xfrm>
          <a:prstGeom prst="rect">
            <a:avLst/>
          </a:prstGeom>
          <a:noFill/>
          <a:ln w="57150">
            <a:solidFill>
              <a:srgbClr val="719738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Tw Cen MT"/>
            </a:endParaRPr>
          </a:p>
        </p:txBody>
      </p:sp>
      <p:sp>
        <p:nvSpPr>
          <p:cNvPr id="2045" name="PlaceHolder 1"/>
          <p:cNvSpPr>
            <a:spLocks noGrp="1"/>
          </p:cNvSpPr>
          <p:nvPr>
            <p:ph type="title"/>
          </p:nvPr>
        </p:nvSpPr>
        <p:spPr>
          <a:xfrm>
            <a:off x="1141560" y="618480"/>
            <a:ext cx="9905400" cy="1477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6" name="PlaceHolder 2"/>
          <p:cNvSpPr>
            <a:spLocks noGrp="1"/>
          </p:cNvSpPr>
          <p:nvPr>
            <p:ph type="ftr" idx="68"/>
          </p:nvPr>
        </p:nvSpPr>
        <p:spPr>
          <a:xfrm>
            <a:off x="712800" y="-15840"/>
            <a:ext cx="623844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1" lang="en-US" sz="1050" spc="-1" strike="noStrike" cap="all">
                <a:solidFill>
                  <a:schemeClr val="dk1">
                    <a:lumMod val="65000"/>
                    <a:lumOff val="35000"/>
                  </a:schemeClr>
                </a:solidFill>
                <a:latin typeface="Tw Cen MT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50" spc="-1" strike="noStrike" cap="all">
                <a:solidFill>
                  <a:schemeClr val="dk1">
                    <a:lumMod val="65000"/>
                    <a:lumOff val="35000"/>
                  </a:schemeClr>
                </a:solidFill>
                <a:latin typeface="Tw Cen MT"/>
              </a:rPr>
              <a:t>https://github.com/Frederic-P/automotive_project</a:t>
            </a:r>
            <a:endParaRPr b="0" lang="en-US" sz="10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ffffff"/>
            </a:gs>
            <a:gs pos="100000">
              <a:srgbClr val="a7a7a7"/>
            </a:gs>
          </a:gsLst>
          <a:lin ang="504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47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Tw Cen MT"/>
            </a:endParaRPr>
          </a:p>
        </p:txBody>
      </p:sp>
      <p:pic>
        <p:nvPicPr>
          <p:cNvPr id="2048" name="Picture 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1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ln w="0">
            <a:noFill/>
          </a:ln>
        </p:spPr>
      </p:pic>
      <p:grpSp>
        <p:nvGrpSpPr>
          <p:cNvPr id="2049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20400" cy="6857280"/>
            <a:chOff x="0" y="0"/>
            <a:chExt cx="1220400" cy="6857280"/>
          </a:xfrm>
        </p:grpSpPr>
        <p:sp>
          <p:nvSpPr>
            <p:cNvPr id="2050" name="Rectangle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28520" y="4680"/>
              <a:ext cx="23040" cy="218052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051" name="Freeform 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7520" y="217656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052" name="Freeform 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2840" y="4021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053" name="Freeform 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4200" y="4680"/>
              <a:ext cx="369000" cy="181044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810440"/>
                <a:gd name="textAreaBottom" fmla="*/ 1811160 h 1810440"/>
              </a:gdLst>
              <a:ahLst/>
              <a:rect l="textAreaLeft" t="textAreaTop" r="textAreaRight" b="textAreaBottom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054" name="Freeform 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17680" y="18018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055" name="Freeform 1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99880" y="4680"/>
              <a:ext cx="369000" cy="142956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429560"/>
                <a:gd name="textAreaBottom" fmla="*/ 1430280 h 1429560"/>
              </a:gdLst>
              <a:ahLst/>
              <a:rect l="textAreaLeft" t="textAreaTop" r="textAreaRight" b="textAreaBottom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056" name="Freeform 1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60520" y="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rect l="textAreaLeft" t="textAreaTop" r="textAreaRight" b="textAreaBottom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057" name="Freeform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3360" y="14209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058" name="Freeform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3360" y="9032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059" name="Freeform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55560" y="0"/>
              <a:ext cx="421560" cy="526320"/>
            </a:xfrm>
            <a:custGeom>
              <a:avLst/>
              <a:gdLst>
                <a:gd name="textAreaLeft" fmla="*/ 0 w 421560"/>
                <a:gd name="textAreaRight" fmla="*/ 422280 w 421560"/>
                <a:gd name="textAreaTop" fmla="*/ 0 h 526320"/>
                <a:gd name="textAreaBottom" fmla="*/ 527040 h 526320"/>
              </a:gdLst>
              <a:ahLst/>
              <a:rect l="textAreaLeft" t="textAreaTop" r="textAreaRight" b="textAreaBottom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060" name="Freeform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35000" y="488880"/>
              <a:ext cx="161280" cy="146880"/>
            </a:xfrm>
            <a:custGeom>
              <a:avLst/>
              <a:gdLst>
                <a:gd name="textAreaLeft" fmla="*/ 0 w 161280"/>
                <a:gd name="textAreaRight" fmla="*/ 162000 w 161280"/>
                <a:gd name="textAreaTop" fmla="*/ 0 h 146880"/>
                <a:gd name="textAreaBottom" fmla="*/ 147600 h 146880"/>
              </a:gdLst>
              <a:ahLst/>
              <a:rect l="textAreaLeft" t="textAreaTop" r="textAreaRight" b="textAreaBottom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061" name="Line 1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360" y="9360"/>
              <a:ext cx="360" cy="360"/>
            </a:xfrm>
            <a:prstGeom prst="line">
              <a:avLst/>
            </a:prstGeom>
            <a:ln w="15">
              <a:solidFill>
                <a:srgbClr val="ffffff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640" bIns="-44640" anchor="t">
              <a:noAutofit/>
            </a:bodyPr>
            <a:p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062" name="Freeform 1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60" y="1801800"/>
              <a:ext cx="123120" cy="126360"/>
            </a:xfrm>
            <a:custGeom>
              <a:avLst/>
              <a:gdLst>
                <a:gd name="textAreaLeft" fmla="*/ 0 w 123120"/>
                <a:gd name="textAreaRight" fmla="*/ 123840 w 123120"/>
                <a:gd name="textAreaTop" fmla="*/ 0 h 126360"/>
                <a:gd name="textAreaBottom" fmla="*/ 127080 h 126360"/>
              </a:gdLst>
              <a:ahLst/>
              <a:rect l="textAreaLeft" t="textAreaTop" r="textAreaRight" b="textAreaBottom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063" name="Freeform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680" y="3549600"/>
              <a:ext cx="146880" cy="480240"/>
            </a:xfrm>
            <a:custGeom>
              <a:avLst/>
              <a:gdLst>
                <a:gd name="textAreaLeft" fmla="*/ 0 w 146880"/>
                <a:gd name="textAreaRight" fmla="*/ 147600 w 146880"/>
                <a:gd name="textAreaTop" fmla="*/ 0 h 480240"/>
                <a:gd name="textAreaBottom" fmla="*/ 480960 h 480240"/>
              </a:gdLst>
              <a:ahLst/>
              <a:rect l="textAreaLeft" t="textAreaTop" r="textAreaRight" b="textAreaBottom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064" name="Freeform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2920" y="1382760"/>
              <a:ext cx="142200" cy="475560"/>
            </a:xfrm>
            <a:custGeom>
              <a:avLst/>
              <a:gdLst>
                <a:gd name="textAreaLeft" fmla="*/ 0 w 142200"/>
                <a:gd name="textAreaRight" fmla="*/ 142920 w 142200"/>
                <a:gd name="textAreaTop" fmla="*/ 0 h 475560"/>
                <a:gd name="textAreaBottom" fmla="*/ 476280 h 475560"/>
              </a:gdLst>
              <a:ahLst/>
              <a:rect l="textAreaLeft" t="textAreaTop" r="textAreaRight" b="textAreaBottom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065" name="Freeform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9240" y="1849320"/>
              <a:ext cx="113760" cy="107280"/>
            </a:xfrm>
            <a:custGeom>
              <a:avLst/>
              <a:gdLst>
                <a:gd name="textAreaLeft" fmla="*/ 0 w 113760"/>
                <a:gd name="textAreaRight" fmla="*/ 114480 w 113760"/>
                <a:gd name="textAreaTop" fmla="*/ 0 h 107280"/>
                <a:gd name="textAreaBottom" fmla="*/ 108000 h 107280"/>
              </a:gdLst>
              <a:ahLst/>
              <a:rect l="textAreaLeft" t="textAreaTop" r="textAreaRight" b="textAreaBottom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066" name="Rectangl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7600" y="4662360"/>
              <a:ext cx="23040" cy="218052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067" name="Freeform 2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960" y="5041800"/>
              <a:ext cx="369000" cy="180108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801080"/>
                <a:gd name="textAreaBottom" fmla="*/ 1801800 h 1801080"/>
              </a:gdLst>
              <a:ahLst/>
              <a:rect l="textAreaLeft" t="textAreaTop" r="textAreaRight" b="textAreaBottom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068" name="Freeform 2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6600" y="4481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069" name="Freeform 2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5627520"/>
              <a:ext cx="84960" cy="1215360"/>
            </a:xfrm>
            <a:custGeom>
              <a:avLst/>
              <a:gdLst>
                <a:gd name="textAreaLeft" fmla="*/ 0 w 84960"/>
                <a:gd name="textAreaRight" fmla="*/ 85680 w 84960"/>
                <a:gd name="textAreaTop" fmla="*/ 0 h 1215360"/>
                <a:gd name="textAreaBottom" fmla="*/ 1216080 h 1215360"/>
              </a:gdLst>
              <a:ahLst/>
              <a:rect l="textAreaLeft" t="textAreaTop" r="textAreaRight" b="textAreaBottom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070" name="Freeform 2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1440" y="4867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071" name="Freeform 2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4000" y="5423040"/>
              <a:ext cx="374040" cy="1424880"/>
            </a:xfrm>
            <a:custGeom>
              <a:avLst/>
              <a:gdLst>
                <a:gd name="textAreaLeft" fmla="*/ 0 w 374040"/>
                <a:gd name="textAreaRight" fmla="*/ 374760 w 374040"/>
                <a:gd name="textAreaTop" fmla="*/ 0 h 1424880"/>
                <a:gd name="textAreaBottom" fmla="*/ 1425600 h 1424880"/>
              </a:gdLst>
              <a:ahLst/>
              <a:rect l="textAreaLeft" t="textAreaTop" r="textAreaRight" b="textAreaBottom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072" name="Freeform 2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84280" y="594504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rect l="textAreaLeft" t="textAreaTop" r="textAreaRight" b="textAreaBottom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073" name="Freeform 2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7120" y="5246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074" name="Freeform 2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7120" y="57643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075" name="Freeform 3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84360" y="6330960"/>
              <a:ext cx="416880" cy="516960"/>
            </a:xfrm>
            <a:custGeom>
              <a:avLst/>
              <a:gdLst>
                <a:gd name="textAreaLeft" fmla="*/ 0 w 416880"/>
                <a:gd name="textAreaRight" fmla="*/ 417600 w 416880"/>
                <a:gd name="textAreaTop" fmla="*/ 0 h 516960"/>
                <a:gd name="textAreaBottom" fmla="*/ 517680 h 516960"/>
              </a:gdLst>
              <a:ahLst/>
              <a:rect l="textAreaLeft" t="textAreaTop" r="textAreaRight" b="textAreaBottom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076" name="Freeform 3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63800" y="6221520"/>
              <a:ext cx="156600" cy="14688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46880"/>
                <a:gd name="textAreaBottom" fmla="*/ 147600 h 146880"/>
              </a:gdLst>
              <a:ahLst/>
              <a:rect l="textAreaLeft" t="textAreaTop" r="textAreaRight" b="textAreaBottom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</p:grpSp>
      <p:grpSp>
        <p:nvGrpSpPr>
          <p:cNvPr id="2077" name="Group 4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1364840" y="0"/>
            <a:ext cx="673920" cy="6847920"/>
            <a:chOff x="11364840" y="0"/>
            <a:chExt cx="673920" cy="6847920"/>
          </a:xfrm>
        </p:grpSpPr>
        <p:sp>
          <p:nvSpPr>
            <p:cNvPr id="2078" name="Freeform 3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84000" y="0"/>
              <a:ext cx="416880" cy="511920"/>
            </a:xfrm>
            <a:custGeom>
              <a:avLst/>
              <a:gdLst>
                <a:gd name="textAreaLeft" fmla="*/ 0 w 416880"/>
                <a:gd name="textAreaRight" fmla="*/ 417600 w 416880"/>
                <a:gd name="textAreaTop" fmla="*/ 0 h 511920"/>
                <a:gd name="textAreaBottom" fmla="*/ 512640 h 511920"/>
              </a:gdLst>
              <a:ahLst/>
              <a:rect l="textAreaLeft" t="textAreaTop" r="textAreaRight" b="textAreaBottom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079" name="Freeform 3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364840" y="474840"/>
              <a:ext cx="156600" cy="15156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1560"/>
                <a:gd name="textAreaBottom" fmla="*/ 152280 h 151560"/>
              </a:gdLst>
              <a:ahLst/>
              <a:rect l="textAreaLeft" t="textAreaTop" r="textAreaRight" b="textAreaBottom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080" name="Freeform 3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31600" y="1539720"/>
              <a:ext cx="188280" cy="189720"/>
            </a:xfrm>
            <a:custGeom>
              <a:avLst/>
              <a:gdLst>
                <a:gd name="textAreaLeft" fmla="*/ 0 w 188280"/>
                <a:gd name="textAreaRight" fmla="*/ 189000 w 18828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081" name="Freeform 3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531520" y="5694480"/>
              <a:ext cx="297720" cy="1153440"/>
            </a:xfrm>
            <a:custGeom>
              <a:avLst/>
              <a:gdLst>
                <a:gd name="textAreaLeft" fmla="*/ 0 w 297720"/>
                <a:gd name="textAreaRight" fmla="*/ 298440 w 297720"/>
                <a:gd name="textAreaTop" fmla="*/ 0 h 1153440"/>
                <a:gd name="textAreaBottom" fmla="*/ 1154160 h 1153440"/>
              </a:gdLst>
              <a:ahLst/>
              <a:rect l="textAreaLeft" t="textAreaTop" r="textAreaRight" b="textAreaBottom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082" name="Freeform 3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73080" y="5551560"/>
              <a:ext cx="156600" cy="15480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4800"/>
                <a:gd name="textAreaBottom" fmla="*/ 155520 h 154800"/>
              </a:gdLst>
              <a:ahLst/>
              <a:rect l="textAreaLeft" t="textAreaTop" r="textAreaRight" b="textAreaBottom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083" name="Freeform 3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11160" y="4680"/>
              <a:ext cx="304200" cy="154404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44040"/>
                <a:gd name="textAreaBottom" fmla="*/ 1544760 h 1544040"/>
              </a:gdLst>
              <a:ahLst/>
              <a:rect l="textAreaLeft" t="textAreaTop" r="textAreaRight" b="textAreaBottom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084" name="Freeform 3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36280" y="4867200"/>
              <a:ext cx="188280" cy="188280"/>
            </a:xfrm>
            <a:custGeom>
              <a:avLst/>
              <a:gdLst>
                <a:gd name="textAreaLeft" fmla="*/ 0 w 188280"/>
                <a:gd name="textAreaRight" fmla="*/ 189000 w 18828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085" name="Freeform 3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41160" y="5046840"/>
              <a:ext cx="307080" cy="1801080"/>
            </a:xfrm>
            <a:custGeom>
              <a:avLst/>
              <a:gdLst>
                <a:gd name="textAreaLeft" fmla="*/ 0 w 307080"/>
                <a:gd name="textAreaRight" fmla="*/ 307800 w 307080"/>
                <a:gd name="textAreaTop" fmla="*/ 0 h 1801080"/>
                <a:gd name="textAreaBottom" fmla="*/ 1801800 h 1801080"/>
              </a:gdLst>
              <a:ahLst/>
              <a:rect l="textAreaLeft" t="textAreaTop" r="textAreaRight" b="textAreaBottom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086" name="Freeform 4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849040" y="641664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087" name="Rectangle 4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939760" y="6595920"/>
              <a:ext cx="23040" cy="25164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</p:grpSp>
      <p:sp>
        <p:nvSpPr>
          <p:cNvPr id="2088" name="AutoShape 4"/>
          <p:cNvSpPr/>
          <p:nvPr/>
        </p:nvSpPr>
        <p:spPr>
          <a:xfrm>
            <a:off x="155520" y="-144360"/>
            <a:ext cx="30420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Tw Cen MT"/>
            </a:endParaRPr>
          </a:p>
        </p:txBody>
      </p:sp>
      <p:sp>
        <p:nvSpPr>
          <p:cNvPr id="2089" name="AutoShape 6"/>
          <p:cNvSpPr/>
          <p:nvPr/>
        </p:nvSpPr>
        <p:spPr>
          <a:xfrm>
            <a:off x="307800" y="7920"/>
            <a:ext cx="30420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Tw Cen MT"/>
            </a:endParaRPr>
          </a:p>
        </p:txBody>
      </p:sp>
      <p:sp>
        <p:nvSpPr>
          <p:cNvPr id="2090" name="AutoShape 4"/>
          <p:cNvSpPr/>
          <p:nvPr/>
        </p:nvSpPr>
        <p:spPr>
          <a:xfrm>
            <a:off x="460440" y="160200"/>
            <a:ext cx="30420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Tw Cen MT"/>
            </a:endParaRPr>
          </a:p>
        </p:txBody>
      </p:sp>
      <p:sp>
        <p:nvSpPr>
          <p:cNvPr id="2091" name="AutoShape 6"/>
          <p:cNvSpPr/>
          <p:nvPr/>
        </p:nvSpPr>
        <p:spPr>
          <a:xfrm>
            <a:off x="612720" y="312840"/>
            <a:ext cx="30420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Tw Cen MT"/>
            </a:endParaRPr>
          </a:p>
        </p:txBody>
      </p:sp>
      <p:sp>
        <p:nvSpPr>
          <p:cNvPr id="2092" name="AutoShape 8"/>
          <p:cNvSpPr/>
          <p:nvPr/>
        </p:nvSpPr>
        <p:spPr>
          <a:xfrm>
            <a:off x="765000" y="465120"/>
            <a:ext cx="30420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Tw Cen MT"/>
            </a:endParaRPr>
          </a:p>
        </p:txBody>
      </p:sp>
      <p:sp>
        <p:nvSpPr>
          <p:cNvPr id="2093" name="PlaceHolder 1"/>
          <p:cNvSpPr>
            <a:spLocks noGrp="1"/>
          </p:cNvSpPr>
          <p:nvPr>
            <p:ph type="ftr" idx="69"/>
          </p:nvPr>
        </p:nvSpPr>
        <p:spPr>
          <a:xfrm>
            <a:off x="712800" y="-15840"/>
            <a:ext cx="623844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1" lang="en-US" sz="1050" spc="-1" strike="noStrike" cap="all">
                <a:solidFill>
                  <a:schemeClr val="dk1">
                    <a:lumMod val="65000"/>
                    <a:lumOff val="35000"/>
                  </a:schemeClr>
                </a:solidFill>
                <a:latin typeface="Tw Cen MT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50" spc="-1" strike="noStrike" cap="all">
                <a:solidFill>
                  <a:schemeClr val="dk1">
                    <a:lumMod val="65000"/>
                    <a:lumOff val="35000"/>
                  </a:schemeClr>
                </a:solidFill>
                <a:latin typeface="Tw Cen MT"/>
              </a:rPr>
              <a:t>https://github.com/Frederic-P/automotive_project</a:t>
            </a:r>
            <a:endParaRPr b="0" lang="en-US" sz="1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4" name="Title 1"/>
          <p:cNvSpPr/>
          <p:nvPr/>
        </p:nvSpPr>
        <p:spPr>
          <a:xfrm>
            <a:off x="1141560" y="748080"/>
            <a:ext cx="9905400" cy="111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algn="ctr" defTabSz="914400">
              <a:lnSpc>
                <a:spcPct val="90000"/>
              </a:lnSpc>
            </a:pPr>
            <a:r>
              <a:rPr b="0" lang="en-US" sz="4800" spc="-1" strike="noStrike" cap="all">
                <a:solidFill>
                  <a:srgbClr val="505050"/>
                </a:solidFill>
                <a:latin typeface="Calibri Light"/>
              </a:rPr>
              <a:t>Bin + angle tag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5" name="TextBox 56"/>
          <p:cNvSpPr/>
          <p:nvPr/>
        </p:nvSpPr>
        <p:spPr>
          <a:xfrm>
            <a:off x="736560" y="1828800"/>
            <a:ext cx="11061000" cy="22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457200">
              <a:lnSpc>
                <a:spcPct val="100000"/>
              </a:lnSpc>
              <a:buClr>
                <a:srgbClr val="000000"/>
              </a:buClr>
              <a:buFont typeface="OpenSymbol"/>
              <a:buChar char="-"/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No training data available: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buClr>
                <a:srgbClr val="000000"/>
              </a:buClr>
              <a:buFont typeface="OpenSymbol"/>
              <a:buChar char="-"/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Is an image useful?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buClr>
                <a:srgbClr val="000000"/>
              </a:buClr>
              <a:buFont typeface="OpenSymbol"/>
              <a:buChar char="-"/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What angle is the image taken at?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85840" indent="-285840" defTabSz="457200">
              <a:lnSpc>
                <a:spcPct val="100000"/>
              </a:lnSpc>
              <a:buClr>
                <a:srgbClr val="000000"/>
              </a:buClr>
              <a:buFont typeface="OpenSymbol"/>
              <a:buChar char="-"/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Solution: make your own training data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buClr>
                <a:srgbClr val="000000"/>
              </a:buClr>
              <a:buFont typeface="OpenSymbol"/>
              <a:buChar char="-"/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FLASK based tagger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85840" indent="-285840" defTabSz="457200">
              <a:lnSpc>
                <a:spcPct val="100000"/>
              </a:lnSpc>
              <a:buClr>
                <a:srgbClr val="000000"/>
              </a:buClr>
              <a:buFont typeface="OpenSymbol"/>
              <a:buChar char="-"/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Then Modelling: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buClr>
                <a:srgbClr val="000000"/>
              </a:buClr>
              <a:buFont typeface="OpenSymbol"/>
              <a:buChar char="-"/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2*2models: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96" name="Picture 6" descr="keras logo"/>
          <p:cNvPicPr/>
          <p:nvPr/>
        </p:nvPicPr>
        <p:blipFill>
          <a:blip r:embed="rId2"/>
          <a:stretch/>
        </p:blipFill>
        <p:spPr>
          <a:xfrm>
            <a:off x="8858160" y="1763640"/>
            <a:ext cx="3332880" cy="966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ffffff"/>
            </a:gs>
            <a:gs pos="100000">
              <a:srgbClr val="a7a7a7"/>
            </a:gs>
          </a:gsLst>
          <a:lin ang="504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97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Tw Cen MT"/>
            </a:endParaRPr>
          </a:p>
        </p:txBody>
      </p:sp>
      <p:pic>
        <p:nvPicPr>
          <p:cNvPr id="2098" name="Picture 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1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ln w="0">
            <a:noFill/>
          </a:ln>
        </p:spPr>
      </p:pic>
      <p:grpSp>
        <p:nvGrpSpPr>
          <p:cNvPr id="2099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20400" cy="6857280"/>
            <a:chOff x="0" y="0"/>
            <a:chExt cx="1220400" cy="6857280"/>
          </a:xfrm>
        </p:grpSpPr>
        <p:sp>
          <p:nvSpPr>
            <p:cNvPr id="2100" name="Rectangle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28520" y="4680"/>
              <a:ext cx="23040" cy="218052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01" name="Freeform 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7520" y="217656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02" name="Freeform 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2840" y="4021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03" name="Freeform 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4200" y="4680"/>
              <a:ext cx="369000" cy="181044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810440"/>
                <a:gd name="textAreaBottom" fmla="*/ 1811160 h 1810440"/>
              </a:gdLst>
              <a:ahLst/>
              <a:rect l="textAreaLeft" t="textAreaTop" r="textAreaRight" b="textAreaBottom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04" name="Freeform 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17680" y="18018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05" name="Freeform 1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99880" y="4680"/>
              <a:ext cx="369000" cy="142956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429560"/>
                <a:gd name="textAreaBottom" fmla="*/ 1430280 h 1429560"/>
              </a:gdLst>
              <a:ahLst/>
              <a:rect l="textAreaLeft" t="textAreaTop" r="textAreaRight" b="textAreaBottom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06" name="Freeform 1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60520" y="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rect l="textAreaLeft" t="textAreaTop" r="textAreaRight" b="textAreaBottom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07" name="Freeform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3360" y="14209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08" name="Freeform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3360" y="9032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09" name="Freeform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55560" y="0"/>
              <a:ext cx="421560" cy="526320"/>
            </a:xfrm>
            <a:custGeom>
              <a:avLst/>
              <a:gdLst>
                <a:gd name="textAreaLeft" fmla="*/ 0 w 421560"/>
                <a:gd name="textAreaRight" fmla="*/ 422280 w 421560"/>
                <a:gd name="textAreaTop" fmla="*/ 0 h 526320"/>
                <a:gd name="textAreaBottom" fmla="*/ 527040 h 526320"/>
              </a:gdLst>
              <a:ahLst/>
              <a:rect l="textAreaLeft" t="textAreaTop" r="textAreaRight" b="textAreaBottom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10" name="Freeform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35000" y="488880"/>
              <a:ext cx="161280" cy="146880"/>
            </a:xfrm>
            <a:custGeom>
              <a:avLst/>
              <a:gdLst>
                <a:gd name="textAreaLeft" fmla="*/ 0 w 161280"/>
                <a:gd name="textAreaRight" fmla="*/ 162000 w 161280"/>
                <a:gd name="textAreaTop" fmla="*/ 0 h 146880"/>
                <a:gd name="textAreaBottom" fmla="*/ 147600 h 146880"/>
              </a:gdLst>
              <a:ahLst/>
              <a:rect l="textAreaLeft" t="textAreaTop" r="textAreaRight" b="textAreaBottom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11" name="Line 1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360" y="9360"/>
              <a:ext cx="360" cy="360"/>
            </a:xfrm>
            <a:prstGeom prst="line">
              <a:avLst/>
            </a:prstGeom>
            <a:ln w="15">
              <a:solidFill>
                <a:srgbClr val="ffffff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640" bIns="-44640" anchor="t">
              <a:noAutofit/>
            </a:bodyPr>
            <a:p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12" name="Freeform 1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60" y="1801800"/>
              <a:ext cx="123120" cy="126360"/>
            </a:xfrm>
            <a:custGeom>
              <a:avLst/>
              <a:gdLst>
                <a:gd name="textAreaLeft" fmla="*/ 0 w 123120"/>
                <a:gd name="textAreaRight" fmla="*/ 123840 w 123120"/>
                <a:gd name="textAreaTop" fmla="*/ 0 h 126360"/>
                <a:gd name="textAreaBottom" fmla="*/ 127080 h 126360"/>
              </a:gdLst>
              <a:ahLst/>
              <a:rect l="textAreaLeft" t="textAreaTop" r="textAreaRight" b="textAreaBottom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13" name="Freeform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680" y="3549600"/>
              <a:ext cx="146880" cy="480240"/>
            </a:xfrm>
            <a:custGeom>
              <a:avLst/>
              <a:gdLst>
                <a:gd name="textAreaLeft" fmla="*/ 0 w 146880"/>
                <a:gd name="textAreaRight" fmla="*/ 147600 w 146880"/>
                <a:gd name="textAreaTop" fmla="*/ 0 h 480240"/>
                <a:gd name="textAreaBottom" fmla="*/ 480960 h 480240"/>
              </a:gdLst>
              <a:ahLst/>
              <a:rect l="textAreaLeft" t="textAreaTop" r="textAreaRight" b="textAreaBottom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14" name="Freeform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2920" y="1382760"/>
              <a:ext cx="142200" cy="475560"/>
            </a:xfrm>
            <a:custGeom>
              <a:avLst/>
              <a:gdLst>
                <a:gd name="textAreaLeft" fmla="*/ 0 w 142200"/>
                <a:gd name="textAreaRight" fmla="*/ 142920 w 142200"/>
                <a:gd name="textAreaTop" fmla="*/ 0 h 475560"/>
                <a:gd name="textAreaBottom" fmla="*/ 476280 h 475560"/>
              </a:gdLst>
              <a:ahLst/>
              <a:rect l="textAreaLeft" t="textAreaTop" r="textAreaRight" b="textAreaBottom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15" name="Freeform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9240" y="1849320"/>
              <a:ext cx="113760" cy="107280"/>
            </a:xfrm>
            <a:custGeom>
              <a:avLst/>
              <a:gdLst>
                <a:gd name="textAreaLeft" fmla="*/ 0 w 113760"/>
                <a:gd name="textAreaRight" fmla="*/ 114480 w 113760"/>
                <a:gd name="textAreaTop" fmla="*/ 0 h 107280"/>
                <a:gd name="textAreaBottom" fmla="*/ 108000 h 107280"/>
              </a:gdLst>
              <a:ahLst/>
              <a:rect l="textAreaLeft" t="textAreaTop" r="textAreaRight" b="textAreaBottom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16" name="Rectangl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7600" y="4662360"/>
              <a:ext cx="23040" cy="218052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17" name="Freeform 2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960" y="5041800"/>
              <a:ext cx="369000" cy="180108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801080"/>
                <a:gd name="textAreaBottom" fmla="*/ 1801800 h 1801080"/>
              </a:gdLst>
              <a:ahLst/>
              <a:rect l="textAreaLeft" t="textAreaTop" r="textAreaRight" b="textAreaBottom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18" name="Freeform 2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6600" y="4481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19" name="Freeform 2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5627520"/>
              <a:ext cx="84960" cy="1215360"/>
            </a:xfrm>
            <a:custGeom>
              <a:avLst/>
              <a:gdLst>
                <a:gd name="textAreaLeft" fmla="*/ 0 w 84960"/>
                <a:gd name="textAreaRight" fmla="*/ 85680 w 84960"/>
                <a:gd name="textAreaTop" fmla="*/ 0 h 1215360"/>
                <a:gd name="textAreaBottom" fmla="*/ 1216080 h 1215360"/>
              </a:gdLst>
              <a:ahLst/>
              <a:rect l="textAreaLeft" t="textAreaTop" r="textAreaRight" b="textAreaBottom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20" name="Freeform 2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1440" y="4867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21" name="Freeform 2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4000" y="5423040"/>
              <a:ext cx="374040" cy="1424880"/>
            </a:xfrm>
            <a:custGeom>
              <a:avLst/>
              <a:gdLst>
                <a:gd name="textAreaLeft" fmla="*/ 0 w 374040"/>
                <a:gd name="textAreaRight" fmla="*/ 374760 w 374040"/>
                <a:gd name="textAreaTop" fmla="*/ 0 h 1424880"/>
                <a:gd name="textAreaBottom" fmla="*/ 1425600 h 1424880"/>
              </a:gdLst>
              <a:ahLst/>
              <a:rect l="textAreaLeft" t="textAreaTop" r="textAreaRight" b="textAreaBottom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22" name="Freeform 2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84280" y="594504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rect l="textAreaLeft" t="textAreaTop" r="textAreaRight" b="textAreaBottom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23" name="Freeform 2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7120" y="5246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24" name="Freeform 2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7120" y="57643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25" name="Freeform 3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84360" y="6330960"/>
              <a:ext cx="416880" cy="516960"/>
            </a:xfrm>
            <a:custGeom>
              <a:avLst/>
              <a:gdLst>
                <a:gd name="textAreaLeft" fmla="*/ 0 w 416880"/>
                <a:gd name="textAreaRight" fmla="*/ 417600 w 416880"/>
                <a:gd name="textAreaTop" fmla="*/ 0 h 516960"/>
                <a:gd name="textAreaBottom" fmla="*/ 517680 h 516960"/>
              </a:gdLst>
              <a:ahLst/>
              <a:rect l="textAreaLeft" t="textAreaTop" r="textAreaRight" b="textAreaBottom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26" name="Freeform 3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63800" y="6221520"/>
              <a:ext cx="156600" cy="14688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46880"/>
                <a:gd name="textAreaBottom" fmla="*/ 147600 h 146880"/>
              </a:gdLst>
              <a:ahLst/>
              <a:rect l="textAreaLeft" t="textAreaTop" r="textAreaRight" b="textAreaBottom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</p:grpSp>
      <p:grpSp>
        <p:nvGrpSpPr>
          <p:cNvPr id="2127" name="Group 4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1364840" y="0"/>
            <a:ext cx="673920" cy="6847920"/>
            <a:chOff x="11364840" y="0"/>
            <a:chExt cx="673920" cy="6847920"/>
          </a:xfrm>
        </p:grpSpPr>
        <p:sp>
          <p:nvSpPr>
            <p:cNvPr id="2128" name="Freeform 3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84000" y="0"/>
              <a:ext cx="416880" cy="511920"/>
            </a:xfrm>
            <a:custGeom>
              <a:avLst/>
              <a:gdLst>
                <a:gd name="textAreaLeft" fmla="*/ 0 w 416880"/>
                <a:gd name="textAreaRight" fmla="*/ 417600 w 416880"/>
                <a:gd name="textAreaTop" fmla="*/ 0 h 511920"/>
                <a:gd name="textAreaBottom" fmla="*/ 512640 h 511920"/>
              </a:gdLst>
              <a:ahLst/>
              <a:rect l="textAreaLeft" t="textAreaTop" r="textAreaRight" b="textAreaBottom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29" name="Freeform 3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364840" y="474840"/>
              <a:ext cx="156600" cy="15156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1560"/>
                <a:gd name="textAreaBottom" fmla="*/ 152280 h 151560"/>
              </a:gdLst>
              <a:ahLst/>
              <a:rect l="textAreaLeft" t="textAreaTop" r="textAreaRight" b="textAreaBottom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30" name="Freeform 3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31600" y="1539720"/>
              <a:ext cx="188280" cy="189720"/>
            </a:xfrm>
            <a:custGeom>
              <a:avLst/>
              <a:gdLst>
                <a:gd name="textAreaLeft" fmla="*/ 0 w 188280"/>
                <a:gd name="textAreaRight" fmla="*/ 189000 w 18828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31" name="Freeform 3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531520" y="5694480"/>
              <a:ext cx="297720" cy="1153440"/>
            </a:xfrm>
            <a:custGeom>
              <a:avLst/>
              <a:gdLst>
                <a:gd name="textAreaLeft" fmla="*/ 0 w 297720"/>
                <a:gd name="textAreaRight" fmla="*/ 298440 w 297720"/>
                <a:gd name="textAreaTop" fmla="*/ 0 h 1153440"/>
                <a:gd name="textAreaBottom" fmla="*/ 1154160 h 1153440"/>
              </a:gdLst>
              <a:ahLst/>
              <a:rect l="textAreaLeft" t="textAreaTop" r="textAreaRight" b="textAreaBottom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32" name="Freeform 3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73080" y="5551560"/>
              <a:ext cx="156600" cy="15480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4800"/>
                <a:gd name="textAreaBottom" fmla="*/ 155520 h 154800"/>
              </a:gdLst>
              <a:ahLst/>
              <a:rect l="textAreaLeft" t="textAreaTop" r="textAreaRight" b="textAreaBottom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33" name="Freeform 3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11160" y="4680"/>
              <a:ext cx="304200" cy="154404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44040"/>
                <a:gd name="textAreaBottom" fmla="*/ 1544760 h 1544040"/>
              </a:gdLst>
              <a:ahLst/>
              <a:rect l="textAreaLeft" t="textAreaTop" r="textAreaRight" b="textAreaBottom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34" name="Freeform 3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36280" y="4867200"/>
              <a:ext cx="188280" cy="188280"/>
            </a:xfrm>
            <a:custGeom>
              <a:avLst/>
              <a:gdLst>
                <a:gd name="textAreaLeft" fmla="*/ 0 w 188280"/>
                <a:gd name="textAreaRight" fmla="*/ 189000 w 18828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35" name="Freeform 3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41160" y="5046840"/>
              <a:ext cx="307080" cy="1801080"/>
            </a:xfrm>
            <a:custGeom>
              <a:avLst/>
              <a:gdLst>
                <a:gd name="textAreaLeft" fmla="*/ 0 w 307080"/>
                <a:gd name="textAreaRight" fmla="*/ 307800 w 307080"/>
                <a:gd name="textAreaTop" fmla="*/ 0 h 1801080"/>
                <a:gd name="textAreaBottom" fmla="*/ 1801800 h 1801080"/>
              </a:gdLst>
              <a:ahLst/>
              <a:rect l="textAreaLeft" t="textAreaTop" r="textAreaRight" b="textAreaBottom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36" name="Freeform 4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849040" y="641664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37" name="Rectangle 4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939760" y="6595920"/>
              <a:ext cx="23040" cy="25164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</p:grpSp>
      <p:sp>
        <p:nvSpPr>
          <p:cNvPr id="2138" name="AutoShape 4"/>
          <p:cNvSpPr/>
          <p:nvPr/>
        </p:nvSpPr>
        <p:spPr>
          <a:xfrm>
            <a:off x="155520" y="-144360"/>
            <a:ext cx="30420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Tw Cen MT"/>
            </a:endParaRPr>
          </a:p>
        </p:txBody>
      </p:sp>
      <p:sp>
        <p:nvSpPr>
          <p:cNvPr id="2139" name="AutoShape 6"/>
          <p:cNvSpPr/>
          <p:nvPr/>
        </p:nvSpPr>
        <p:spPr>
          <a:xfrm>
            <a:off x="307800" y="7920"/>
            <a:ext cx="30420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Tw Cen MT"/>
            </a:endParaRPr>
          </a:p>
        </p:txBody>
      </p:sp>
      <p:sp>
        <p:nvSpPr>
          <p:cNvPr id="2140" name="AutoShape 4"/>
          <p:cNvSpPr/>
          <p:nvPr/>
        </p:nvSpPr>
        <p:spPr>
          <a:xfrm>
            <a:off x="460440" y="160200"/>
            <a:ext cx="30420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Tw Cen MT"/>
            </a:endParaRPr>
          </a:p>
        </p:txBody>
      </p:sp>
      <p:sp>
        <p:nvSpPr>
          <p:cNvPr id="2141" name="AutoShape 6"/>
          <p:cNvSpPr/>
          <p:nvPr/>
        </p:nvSpPr>
        <p:spPr>
          <a:xfrm>
            <a:off x="612720" y="312840"/>
            <a:ext cx="30420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Tw Cen MT"/>
            </a:endParaRPr>
          </a:p>
        </p:txBody>
      </p:sp>
      <p:sp>
        <p:nvSpPr>
          <p:cNvPr id="2142" name="AutoShape 8"/>
          <p:cNvSpPr/>
          <p:nvPr/>
        </p:nvSpPr>
        <p:spPr>
          <a:xfrm>
            <a:off x="765000" y="465120"/>
            <a:ext cx="30420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Tw Cen MT"/>
            </a:endParaRPr>
          </a:p>
        </p:txBody>
      </p:sp>
      <p:sp>
        <p:nvSpPr>
          <p:cNvPr id="2143" name="PlaceHolder 1"/>
          <p:cNvSpPr>
            <a:spLocks noGrp="1"/>
          </p:cNvSpPr>
          <p:nvPr>
            <p:ph type="ftr" idx="70"/>
          </p:nvPr>
        </p:nvSpPr>
        <p:spPr>
          <a:xfrm>
            <a:off x="712800" y="-15840"/>
            <a:ext cx="623844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1" lang="en-US" sz="1050" spc="-1" strike="noStrike" cap="all">
                <a:solidFill>
                  <a:schemeClr val="dk1">
                    <a:lumMod val="65000"/>
                    <a:lumOff val="35000"/>
                  </a:schemeClr>
                </a:solidFill>
                <a:latin typeface="Tw Cen MT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50" spc="-1" strike="noStrike" cap="all">
                <a:solidFill>
                  <a:schemeClr val="dk1">
                    <a:lumMod val="65000"/>
                    <a:lumOff val="35000"/>
                  </a:schemeClr>
                </a:solidFill>
                <a:latin typeface="Tw Cen MT"/>
              </a:rPr>
              <a:t>https://github.com/Frederic-P/automotive_project</a:t>
            </a:r>
            <a:endParaRPr b="0" lang="en-US" sz="1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44" name="PlaceHolder 2"/>
          <p:cNvSpPr>
            <a:spLocks noGrp="1"/>
          </p:cNvSpPr>
          <p:nvPr>
            <p:ph type="title"/>
          </p:nvPr>
        </p:nvSpPr>
        <p:spPr>
          <a:xfrm>
            <a:off x="1141560" y="748080"/>
            <a:ext cx="9905400" cy="1116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800" spc="-1" strike="noStrike" cap="all">
                <a:solidFill>
                  <a:srgbClr val="505050"/>
                </a:solidFill>
                <a:latin typeface="Calibri Light"/>
              </a:rPr>
              <a:t>Bin + angle tag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45" name="Picture 2" descr="_images/flask-horizontal.png"/>
          <p:cNvPicPr/>
          <p:nvPr/>
        </p:nvPicPr>
        <p:blipFill>
          <a:blip r:embed="rId2"/>
          <a:stretch/>
        </p:blipFill>
        <p:spPr>
          <a:xfrm>
            <a:off x="10101960" y="1725120"/>
            <a:ext cx="1995840" cy="645480"/>
          </a:xfrm>
          <a:prstGeom prst="rect">
            <a:avLst/>
          </a:prstGeom>
          <a:ln w="0">
            <a:noFill/>
          </a:ln>
        </p:spPr>
      </p:pic>
      <p:pic>
        <p:nvPicPr>
          <p:cNvPr id="2146" name="Picture 4" descr="javascript, logo Icon"/>
          <p:cNvPicPr/>
          <p:nvPr/>
        </p:nvPicPr>
        <p:blipFill>
          <a:blip r:embed="rId3"/>
          <a:stretch/>
        </p:blipFill>
        <p:spPr>
          <a:xfrm>
            <a:off x="10115640" y="2394360"/>
            <a:ext cx="2075760" cy="1037520"/>
          </a:xfrm>
          <a:prstGeom prst="rect">
            <a:avLst/>
          </a:prstGeom>
          <a:ln w="0">
            <a:noFill/>
          </a:ln>
        </p:spPr>
      </p:pic>
      <p:pic>
        <p:nvPicPr>
          <p:cNvPr id="2147" name="Picture 2" descr="MySQL - LiveAgent"/>
          <p:cNvPicPr/>
          <p:nvPr/>
        </p:nvPicPr>
        <p:blipFill>
          <a:blip r:embed="rId4"/>
          <a:stretch/>
        </p:blipFill>
        <p:spPr>
          <a:xfrm>
            <a:off x="10101960" y="3224520"/>
            <a:ext cx="1968840" cy="1312200"/>
          </a:xfrm>
          <a:prstGeom prst="rect">
            <a:avLst/>
          </a:prstGeom>
          <a:ln w="0">
            <a:noFill/>
          </a:ln>
        </p:spPr>
      </p:pic>
      <p:pic>
        <p:nvPicPr>
          <p:cNvPr id="2148" name="" descr="">
            <a:hlinkClick r:id="" action="ppaction://media"/>
          </p:cNvPr>
          <p:cNvPicPr/>
          <p:nvPr>
            <a:videoFile r:link="rId5"/>
            <p:extLst>
              <p:ext uri="{DAA4B4D4-6D71-4841-9C94-3DE7FCFB9230}">
                <p14:media r:link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22320" y="1510560"/>
            <a:ext cx="9470880" cy="5346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61" dur="indefinite" restart="never" nodeType="tmRoot">
          <p:childTnLst>
            <p:seq>
              <p:cTn id="62" dur="indefinite" nodeType="mainSeq">
                <p:childTnLst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nodeType="clickEffect" fill="hold" presetClass="mediacall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6" dur="1" fill="hold"/>
                                        <p:tgtEl>
                                          <p:spTgt spid="214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  <p:seq>
              <p:cTn id="67" restart="whenNotActive" nodeType="interactiveSeq" fill="hold">
                <p:stCondLst>
                  <p:cond delay="0" evt="onClick">
                    <p:tgtEl>
                      <p:spTgt spid="2148"/>
                    </p:tgtEl>
                  </p:cond>
                </p:stCondLst>
                <p:childTnLst>
                  <p:par>
                    <p:cTn id="68" fill="hold">
                      <p:stCondLst>
                        <p:cond delay="0" evt="onClick">
                          <p:tgtEl>
                            <p:spTgt spid="2148"/>
                          </p:tgtEl>
                        </p:cond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nodeType="clickEffect" fill="hold" presetClass="mediacall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71" dur="1" fill="hold"/>
                                        <p:tgtEl>
                                          <p:spTgt spid="214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ffffff"/>
            </a:gs>
            <a:gs pos="100000">
              <a:srgbClr val="a7a7a7"/>
            </a:gs>
          </a:gsLst>
          <a:lin ang="504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49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Tw Cen MT"/>
            </a:endParaRPr>
          </a:p>
        </p:txBody>
      </p:sp>
      <p:pic>
        <p:nvPicPr>
          <p:cNvPr id="2150" name="Picture 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1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ln w="0">
            <a:noFill/>
          </a:ln>
        </p:spPr>
      </p:pic>
      <p:grpSp>
        <p:nvGrpSpPr>
          <p:cNvPr id="2151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20400" cy="6857280"/>
            <a:chOff x="0" y="0"/>
            <a:chExt cx="1220400" cy="6857280"/>
          </a:xfrm>
        </p:grpSpPr>
        <p:sp>
          <p:nvSpPr>
            <p:cNvPr id="2152" name="Rectangle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28520" y="4680"/>
              <a:ext cx="23040" cy="218052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53" name="Freeform 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7520" y="217656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54" name="Freeform 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2840" y="4021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55" name="Freeform 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4200" y="4680"/>
              <a:ext cx="369000" cy="181044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810440"/>
                <a:gd name="textAreaBottom" fmla="*/ 1811160 h 1810440"/>
              </a:gdLst>
              <a:ahLst/>
              <a:rect l="textAreaLeft" t="textAreaTop" r="textAreaRight" b="textAreaBottom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56" name="Freeform 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17680" y="18018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57" name="Freeform 1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99880" y="4680"/>
              <a:ext cx="369000" cy="142956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429560"/>
                <a:gd name="textAreaBottom" fmla="*/ 1430280 h 1429560"/>
              </a:gdLst>
              <a:ahLst/>
              <a:rect l="textAreaLeft" t="textAreaTop" r="textAreaRight" b="textAreaBottom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58" name="Freeform 1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60520" y="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rect l="textAreaLeft" t="textAreaTop" r="textAreaRight" b="textAreaBottom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59" name="Freeform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3360" y="14209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60" name="Freeform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3360" y="9032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61" name="Freeform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55560" y="0"/>
              <a:ext cx="421560" cy="526320"/>
            </a:xfrm>
            <a:custGeom>
              <a:avLst/>
              <a:gdLst>
                <a:gd name="textAreaLeft" fmla="*/ 0 w 421560"/>
                <a:gd name="textAreaRight" fmla="*/ 422280 w 421560"/>
                <a:gd name="textAreaTop" fmla="*/ 0 h 526320"/>
                <a:gd name="textAreaBottom" fmla="*/ 527040 h 526320"/>
              </a:gdLst>
              <a:ahLst/>
              <a:rect l="textAreaLeft" t="textAreaTop" r="textAreaRight" b="textAreaBottom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62" name="Freeform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35000" y="488880"/>
              <a:ext cx="161280" cy="146880"/>
            </a:xfrm>
            <a:custGeom>
              <a:avLst/>
              <a:gdLst>
                <a:gd name="textAreaLeft" fmla="*/ 0 w 161280"/>
                <a:gd name="textAreaRight" fmla="*/ 162000 w 161280"/>
                <a:gd name="textAreaTop" fmla="*/ 0 h 146880"/>
                <a:gd name="textAreaBottom" fmla="*/ 147600 h 146880"/>
              </a:gdLst>
              <a:ahLst/>
              <a:rect l="textAreaLeft" t="textAreaTop" r="textAreaRight" b="textAreaBottom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63" name="Line 1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360" y="9360"/>
              <a:ext cx="360" cy="360"/>
            </a:xfrm>
            <a:prstGeom prst="line">
              <a:avLst/>
            </a:prstGeom>
            <a:ln w="15">
              <a:solidFill>
                <a:srgbClr val="ffffff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640" bIns="-44640" anchor="t">
              <a:noAutofit/>
            </a:bodyPr>
            <a:p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64" name="Freeform 1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60" y="1801800"/>
              <a:ext cx="123120" cy="126360"/>
            </a:xfrm>
            <a:custGeom>
              <a:avLst/>
              <a:gdLst>
                <a:gd name="textAreaLeft" fmla="*/ 0 w 123120"/>
                <a:gd name="textAreaRight" fmla="*/ 123840 w 123120"/>
                <a:gd name="textAreaTop" fmla="*/ 0 h 126360"/>
                <a:gd name="textAreaBottom" fmla="*/ 127080 h 126360"/>
              </a:gdLst>
              <a:ahLst/>
              <a:rect l="textAreaLeft" t="textAreaTop" r="textAreaRight" b="textAreaBottom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65" name="Freeform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680" y="3549600"/>
              <a:ext cx="146880" cy="480240"/>
            </a:xfrm>
            <a:custGeom>
              <a:avLst/>
              <a:gdLst>
                <a:gd name="textAreaLeft" fmla="*/ 0 w 146880"/>
                <a:gd name="textAreaRight" fmla="*/ 147600 w 146880"/>
                <a:gd name="textAreaTop" fmla="*/ 0 h 480240"/>
                <a:gd name="textAreaBottom" fmla="*/ 480960 h 480240"/>
              </a:gdLst>
              <a:ahLst/>
              <a:rect l="textAreaLeft" t="textAreaTop" r="textAreaRight" b="textAreaBottom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66" name="Freeform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2920" y="1382760"/>
              <a:ext cx="142200" cy="475560"/>
            </a:xfrm>
            <a:custGeom>
              <a:avLst/>
              <a:gdLst>
                <a:gd name="textAreaLeft" fmla="*/ 0 w 142200"/>
                <a:gd name="textAreaRight" fmla="*/ 142920 w 142200"/>
                <a:gd name="textAreaTop" fmla="*/ 0 h 475560"/>
                <a:gd name="textAreaBottom" fmla="*/ 476280 h 475560"/>
              </a:gdLst>
              <a:ahLst/>
              <a:rect l="textAreaLeft" t="textAreaTop" r="textAreaRight" b="textAreaBottom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67" name="Freeform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9240" y="1849320"/>
              <a:ext cx="113760" cy="107280"/>
            </a:xfrm>
            <a:custGeom>
              <a:avLst/>
              <a:gdLst>
                <a:gd name="textAreaLeft" fmla="*/ 0 w 113760"/>
                <a:gd name="textAreaRight" fmla="*/ 114480 w 113760"/>
                <a:gd name="textAreaTop" fmla="*/ 0 h 107280"/>
                <a:gd name="textAreaBottom" fmla="*/ 108000 h 107280"/>
              </a:gdLst>
              <a:ahLst/>
              <a:rect l="textAreaLeft" t="textAreaTop" r="textAreaRight" b="textAreaBottom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68" name="Rectangl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7600" y="4662360"/>
              <a:ext cx="23040" cy="218052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69" name="Freeform 2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960" y="5041800"/>
              <a:ext cx="369000" cy="180108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801080"/>
                <a:gd name="textAreaBottom" fmla="*/ 1801800 h 1801080"/>
              </a:gdLst>
              <a:ahLst/>
              <a:rect l="textAreaLeft" t="textAreaTop" r="textAreaRight" b="textAreaBottom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70" name="Freeform 2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6600" y="4481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71" name="Freeform 2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5627520"/>
              <a:ext cx="84960" cy="1215360"/>
            </a:xfrm>
            <a:custGeom>
              <a:avLst/>
              <a:gdLst>
                <a:gd name="textAreaLeft" fmla="*/ 0 w 84960"/>
                <a:gd name="textAreaRight" fmla="*/ 85680 w 84960"/>
                <a:gd name="textAreaTop" fmla="*/ 0 h 1215360"/>
                <a:gd name="textAreaBottom" fmla="*/ 1216080 h 1215360"/>
              </a:gdLst>
              <a:ahLst/>
              <a:rect l="textAreaLeft" t="textAreaTop" r="textAreaRight" b="textAreaBottom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72" name="Freeform 2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1440" y="4867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73" name="Freeform 2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4000" y="5423040"/>
              <a:ext cx="374040" cy="1424880"/>
            </a:xfrm>
            <a:custGeom>
              <a:avLst/>
              <a:gdLst>
                <a:gd name="textAreaLeft" fmla="*/ 0 w 374040"/>
                <a:gd name="textAreaRight" fmla="*/ 374760 w 374040"/>
                <a:gd name="textAreaTop" fmla="*/ 0 h 1424880"/>
                <a:gd name="textAreaBottom" fmla="*/ 1425600 h 1424880"/>
              </a:gdLst>
              <a:ahLst/>
              <a:rect l="textAreaLeft" t="textAreaTop" r="textAreaRight" b="textAreaBottom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74" name="Freeform 2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84280" y="594504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rect l="textAreaLeft" t="textAreaTop" r="textAreaRight" b="textAreaBottom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75" name="Freeform 2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7120" y="5246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76" name="Freeform 2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7120" y="57643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77" name="Freeform 3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84360" y="6330960"/>
              <a:ext cx="416880" cy="516960"/>
            </a:xfrm>
            <a:custGeom>
              <a:avLst/>
              <a:gdLst>
                <a:gd name="textAreaLeft" fmla="*/ 0 w 416880"/>
                <a:gd name="textAreaRight" fmla="*/ 417600 w 416880"/>
                <a:gd name="textAreaTop" fmla="*/ 0 h 516960"/>
                <a:gd name="textAreaBottom" fmla="*/ 517680 h 516960"/>
              </a:gdLst>
              <a:ahLst/>
              <a:rect l="textAreaLeft" t="textAreaTop" r="textAreaRight" b="textAreaBottom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78" name="Freeform 3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63800" y="6221520"/>
              <a:ext cx="156600" cy="14688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46880"/>
                <a:gd name="textAreaBottom" fmla="*/ 147600 h 146880"/>
              </a:gdLst>
              <a:ahLst/>
              <a:rect l="textAreaLeft" t="textAreaTop" r="textAreaRight" b="textAreaBottom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</p:grpSp>
      <p:grpSp>
        <p:nvGrpSpPr>
          <p:cNvPr id="2179" name="Group 4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1364840" y="0"/>
            <a:ext cx="673920" cy="6847920"/>
            <a:chOff x="11364840" y="0"/>
            <a:chExt cx="673920" cy="6847920"/>
          </a:xfrm>
        </p:grpSpPr>
        <p:sp>
          <p:nvSpPr>
            <p:cNvPr id="2180" name="Freeform 3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84000" y="0"/>
              <a:ext cx="416880" cy="511920"/>
            </a:xfrm>
            <a:custGeom>
              <a:avLst/>
              <a:gdLst>
                <a:gd name="textAreaLeft" fmla="*/ 0 w 416880"/>
                <a:gd name="textAreaRight" fmla="*/ 417600 w 416880"/>
                <a:gd name="textAreaTop" fmla="*/ 0 h 511920"/>
                <a:gd name="textAreaBottom" fmla="*/ 512640 h 511920"/>
              </a:gdLst>
              <a:ahLst/>
              <a:rect l="textAreaLeft" t="textAreaTop" r="textAreaRight" b="textAreaBottom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81" name="Freeform 3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364840" y="474840"/>
              <a:ext cx="156600" cy="15156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1560"/>
                <a:gd name="textAreaBottom" fmla="*/ 152280 h 151560"/>
              </a:gdLst>
              <a:ahLst/>
              <a:rect l="textAreaLeft" t="textAreaTop" r="textAreaRight" b="textAreaBottom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82" name="Freeform 3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31600" y="1539720"/>
              <a:ext cx="188280" cy="189720"/>
            </a:xfrm>
            <a:custGeom>
              <a:avLst/>
              <a:gdLst>
                <a:gd name="textAreaLeft" fmla="*/ 0 w 188280"/>
                <a:gd name="textAreaRight" fmla="*/ 189000 w 18828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83" name="Freeform 3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531520" y="5694480"/>
              <a:ext cx="297720" cy="1153440"/>
            </a:xfrm>
            <a:custGeom>
              <a:avLst/>
              <a:gdLst>
                <a:gd name="textAreaLeft" fmla="*/ 0 w 297720"/>
                <a:gd name="textAreaRight" fmla="*/ 298440 w 297720"/>
                <a:gd name="textAreaTop" fmla="*/ 0 h 1153440"/>
                <a:gd name="textAreaBottom" fmla="*/ 1154160 h 1153440"/>
              </a:gdLst>
              <a:ahLst/>
              <a:rect l="textAreaLeft" t="textAreaTop" r="textAreaRight" b="textAreaBottom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84" name="Freeform 3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73080" y="5551560"/>
              <a:ext cx="156600" cy="15480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4800"/>
                <a:gd name="textAreaBottom" fmla="*/ 155520 h 154800"/>
              </a:gdLst>
              <a:ahLst/>
              <a:rect l="textAreaLeft" t="textAreaTop" r="textAreaRight" b="textAreaBottom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85" name="Freeform 3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11160" y="4680"/>
              <a:ext cx="304200" cy="154404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44040"/>
                <a:gd name="textAreaBottom" fmla="*/ 1544760 h 1544040"/>
              </a:gdLst>
              <a:ahLst/>
              <a:rect l="textAreaLeft" t="textAreaTop" r="textAreaRight" b="textAreaBottom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86" name="Freeform 3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36280" y="4867200"/>
              <a:ext cx="188280" cy="188280"/>
            </a:xfrm>
            <a:custGeom>
              <a:avLst/>
              <a:gdLst>
                <a:gd name="textAreaLeft" fmla="*/ 0 w 188280"/>
                <a:gd name="textAreaRight" fmla="*/ 189000 w 18828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87" name="Freeform 3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41160" y="5046840"/>
              <a:ext cx="307080" cy="1801080"/>
            </a:xfrm>
            <a:custGeom>
              <a:avLst/>
              <a:gdLst>
                <a:gd name="textAreaLeft" fmla="*/ 0 w 307080"/>
                <a:gd name="textAreaRight" fmla="*/ 307800 w 307080"/>
                <a:gd name="textAreaTop" fmla="*/ 0 h 1801080"/>
                <a:gd name="textAreaBottom" fmla="*/ 1801800 h 1801080"/>
              </a:gdLst>
              <a:ahLst/>
              <a:rect l="textAreaLeft" t="textAreaTop" r="textAreaRight" b="textAreaBottom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88" name="Freeform 4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849040" y="641664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189" name="Rectangle 4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939760" y="6595920"/>
              <a:ext cx="23040" cy="25164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</p:grpSp>
      <p:sp>
        <p:nvSpPr>
          <p:cNvPr id="2190" name="AutoShape 4"/>
          <p:cNvSpPr/>
          <p:nvPr/>
        </p:nvSpPr>
        <p:spPr>
          <a:xfrm>
            <a:off x="155520" y="-144360"/>
            <a:ext cx="30420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Tw Cen MT"/>
            </a:endParaRPr>
          </a:p>
        </p:txBody>
      </p:sp>
      <p:sp>
        <p:nvSpPr>
          <p:cNvPr id="2191" name="AutoShape 6"/>
          <p:cNvSpPr/>
          <p:nvPr/>
        </p:nvSpPr>
        <p:spPr>
          <a:xfrm>
            <a:off x="307800" y="7920"/>
            <a:ext cx="30420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Tw Cen MT"/>
            </a:endParaRPr>
          </a:p>
        </p:txBody>
      </p:sp>
      <p:sp>
        <p:nvSpPr>
          <p:cNvPr id="2192" name="AutoShape 4"/>
          <p:cNvSpPr/>
          <p:nvPr/>
        </p:nvSpPr>
        <p:spPr>
          <a:xfrm>
            <a:off x="460440" y="160200"/>
            <a:ext cx="30420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Tw Cen MT"/>
            </a:endParaRPr>
          </a:p>
        </p:txBody>
      </p:sp>
      <p:sp>
        <p:nvSpPr>
          <p:cNvPr id="2193" name="AutoShape 6"/>
          <p:cNvSpPr/>
          <p:nvPr/>
        </p:nvSpPr>
        <p:spPr>
          <a:xfrm>
            <a:off x="612720" y="312840"/>
            <a:ext cx="30420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Tw Cen MT"/>
            </a:endParaRPr>
          </a:p>
        </p:txBody>
      </p:sp>
      <p:sp>
        <p:nvSpPr>
          <p:cNvPr id="2194" name="AutoShape 8"/>
          <p:cNvSpPr/>
          <p:nvPr/>
        </p:nvSpPr>
        <p:spPr>
          <a:xfrm>
            <a:off x="765000" y="465120"/>
            <a:ext cx="30420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Tw Cen MT"/>
            </a:endParaRPr>
          </a:p>
        </p:txBody>
      </p:sp>
      <p:sp>
        <p:nvSpPr>
          <p:cNvPr id="2195" name="PlaceHolder 1"/>
          <p:cNvSpPr>
            <a:spLocks noGrp="1"/>
          </p:cNvSpPr>
          <p:nvPr>
            <p:ph type="title"/>
          </p:nvPr>
        </p:nvSpPr>
        <p:spPr>
          <a:xfrm>
            <a:off x="1141560" y="748080"/>
            <a:ext cx="9905400" cy="1116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800" spc="-1" strike="noStrike" cap="all">
                <a:solidFill>
                  <a:srgbClr val="505050"/>
                </a:solidFill>
                <a:latin typeface="Calibri Light"/>
              </a:rPr>
              <a:t>Bin + angle tag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2196" name="Table 52"/>
          <p:cNvGraphicFramePr/>
          <p:nvPr/>
        </p:nvGraphicFramePr>
        <p:xfrm>
          <a:off x="0" y="1583280"/>
          <a:ext cx="4063320" cy="2728080"/>
        </p:xfrm>
        <a:graphic>
          <a:graphicData uri="http://schemas.openxmlformats.org/drawingml/2006/table">
            <a:tbl>
              <a:tblPr/>
              <a:tblGrid>
                <a:gridCol w="2031840"/>
                <a:gridCol w="2031840"/>
              </a:tblGrid>
              <a:tr h="370800">
                <a:tc gridSpan="2"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chemeClr val="lt1"/>
                          </a:solidFill>
                          <a:latin typeface="Tw Cen MT"/>
                        </a:rPr>
                        <a:t>Approach A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chemeClr val="dk1"/>
                          </a:solidFill>
                          <a:latin typeface="Tw Cen MT"/>
                        </a:rPr>
                        <a:t>CNN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Tw Cen MT"/>
                        </a:rPr>
                        <a:t>Resnet (feature extraction)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chemeClr val="dk1"/>
                          </a:solidFill>
                          <a:latin typeface="Tw Cen MT"/>
                        </a:rPr>
                        <a:t>Binary tagger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Tw Cen MT"/>
                        </a:rPr>
                        <a:t>RandomForest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Tw Cen MT"/>
                        </a:rPr>
                        <a:t>Bin F1(False)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Tw Cen MT"/>
                        </a:rPr>
                        <a:t>94%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Tw Cen MT"/>
                        </a:rPr>
                        <a:t>Bin F1 (True)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Tw Cen MT"/>
                        </a:rPr>
                        <a:t>96%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chemeClr val="dk1"/>
                          </a:solidFill>
                          <a:latin typeface="Tw Cen MT"/>
                        </a:rPr>
                        <a:t>Angle tagger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Tw Cen MT"/>
                        </a:rPr>
                        <a:t>KNN(5)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</a:tbl>
          </a:graphicData>
        </a:graphic>
      </p:graphicFrame>
      <p:pic>
        <p:nvPicPr>
          <p:cNvPr id="2197" name="Picture 2" descr=""/>
          <p:cNvPicPr/>
          <p:nvPr/>
        </p:nvPicPr>
        <p:blipFill>
          <a:blip r:embed="rId2"/>
          <a:stretch/>
        </p:blipFill>
        <p:spPr>
          <a:xfrm>
            <a:off x="4064040" y="1571760"/>
            <a:ext cx="4336200" cy="1640880"/>
          </a:xfrm>
          <a:prstGeom prst="rect">
            <a:avLst/>
          </a:prstGeom>
          <a:ln w="0">
            <a:noFill/>
          </a:ln>
        </p:spPr>
      </p:pic>
      <p:pic>
        <p:nvPicPr>
          <p:cNvPr id="2198" name="Picture 3" descr=""/>
          <p:cNvPicPr/>
          <p:nvPr/>
        </p:nvPicPr>
        <p:blipFill>
          <a:blip r:embed="rId3"/>
          <a:stretch/>
        </p:blipFill>
        <p:spPr>
          <a:xfrm>
            <a:off x="4076640" y="3213000"/>
            <a:ext cx="4326480" cy="1751760"/>
          </a:xfrm>
          <a:prstGeom prst="rect">
            <a:avLst/>
          </a:prstGeom>
          <a:ln w="0">
            <a:noFill/>
          </a:ln>
        </p:spPr>
      </p:pic>
      <p:pic>
        <p:nvPicPr>
          <p:cNvPr id="2199" name="Picture 4" descr=""/>
          <p:cNvPicPr/>
          <p:nvPr/>
        </p:nvPicPr>
        <p:blipFill>
          <a:blip r:embed="rId4"/>
          <a:stretch/>
        </p:blipFill>
        <p:spPr>
          <a:xfrm>
            <a:off x="4064040" y="4965840"/>
            <a:ext cx="4339440" cy="1751760"/>
          </a:xfrm>
          <a:prstGeom prst="rect">
            <a:avLst/>
          </a:prstGeom>
          <a:ln w="0">
            <a:noFill/>
          </a:ln>
        </p:spPr>
      </p:pic>
      <p:pic>
        <p:nvPicPr>
          <p:cNvPr id="2200" name="Picture 5" descr=""/>
          <p:cNvPicPr/>
          <p:nvPr/>
        </p:nvPicPr>
        <p:blipFill>
          <a:blip r:embed="rId5"/>
          <a:stretch/>
        </p:blipFill>
        <p:spPr>
          <a:xfrm>
            <a:off x="8400960" y="1571760"/>
            <a:ext cx="3567600" cy="1968480"/>
          </a:xfrm>
          <a:prstGeom prst="rect">
            <a:avLst/>
          </a:prstGeom>
          <a:ln w="0">
            <a:noFill/>
          </a:ln>
        </p:spPr>
      </p:pic>
      <p:pic>
        <p:nvPicPr>
          <p:cNvPr id="2201" name="Picture 6" descr=""/>
          <p:cNvPicPr/>
          <p:nvPr/>
        </p:nvPicPr>
        <p:blipFill>
          <a:blip r:embed="rId6"/>
          <a:stretch/>
        </p:blipFill>
        <p:spPr>
          <a:xfrm>
            <a:off x="8391240" y="3540600"/>
            <a:ext cx="3577680" cy="1432440"/>
          </a:xfrm>
          <a:prstGeom prst="rect">
            <a:avLst/>
          </a:prstGeom>
          <a:ln w="0">
            <a:noFill/>
          </a:ln>
        </p:spPr>
      </p:pic>
      <p:pic>
        <p:nvPicPr>
          <p:cNvPr id="2202" name="Picture 7" descr=""/>
          <p:cNvPicPr/>
          <p:nvPr/>
        </p:nvPicPr>
        <p:blipFill>
          <a:blip r:embed="rId7"/>
          <a:stretch/>
        </p:blipFill>
        <p:spPr>
          <a:xfrm>
            <a:off x="8403840" y="4943520"/>
            <a:ext cx="3564720" cy="1413720"/>
          </a:xfrm>
          <a:prstGeom prst="rect">
            <a:avLst/>
          </a:prstGeom>
          <a:ln w="0">
            <a:noFill/>
          </a:ln>
        </p:spPr>
      </p:pic>
      <p:pic>
        <p:nvPicPr>
          <p:cNvPr id="2203" name="Picture 11" descr="Bestand:Green check.svg"/>
          <p:cNvPicPr/>
          <p:nvPr/>
        </p:nvPicPr>
        <p:blipFill>
          <a:blip r:embed="rId8"/>
          <a:stretch/>
        </p:blipFill>
        <p:spPr>
          <a:xfrm>
            <a:off x="5794200" y="4508640"/>
            <a:ext cx="373680" cy="373680"/>
          </a:xfrm>
          <a:prstGeom prst="rect">
            <a:avLst/>
          </a:prstGeom>
          <a:ln w="0">
            <a:noFill/>
          </a:ln>
        </p:spPr>
      </p:pic>
      <p:pic>
        <p:nvPicPr>
          <p:cNvPr id="2204" name="Picture 11" descr="Bestand:Green check.svg"/>
          <p:cNvPicPr/>
          <p:nvPr/>
        </p:nvPicPr>
        <p:blipFill>
          <a:blip r:embed="rId9"/>
          <a:stretch/>
        </p:blipFill>
        <p:spPr>
          <a:xfrm>
            <a:off x="5853240" y="6286320"/>
            <a:ext cx="373680" cy="373680"/>
          </a:xfrm>
          <a:prstGeom prst="rect">
            <a:avLst/>
          </a:prstGeom>
          <a:ln w="0">
            <a:noFill/>
          </a:ln>
        </p:spPr>
      </p:pic>
      <p:pic>
        <p:nvPicPr>
          <p:cNvPr id="2205" name="Picture 11" descr="Bestand:Green check.svg"/>
          <p:cNvPicPr/>
          <p:nvPr/>
        </p:nvPicPr>
        <p:blipFill>
          <a:blip r:embed="rId10"/>
          <a:stretch/>
        </p:blipFill>
        <p:spPr>
          <a:xfrm>
            <a:off x="7916760" y="6308640"/>
            <a:ext cx="373680" cy="373680"/>
          </a:xfrm>
          <a:prstGeom prst="rect">
            <a:avLst/>
          </a:prstGeom>
          <a:ln w="0">
            <a:noFill/>
          </a:ln>
        </p:spPr>
      </p:pic>
      <p:pic>
        <p:nvPicPr>
          <p:cNvPr id="2206" name="Picture 11" descr="Bestand:Green check.svg"/>
          <p:cNvPicPr/>
          <p:nvPr/>
        </p:nvPicPr>
        <p:blipFill>
          <a:blip r:embed="rId11"/>
          <a:stretch/>
        </p:blipFill>
        <p:spPr>
          <a:xfrm>
            <a:off x="9745560" y="5918040"/>
            <a:ext cx="373680" cy="373680"/>
          </a:xfrm>
          <a:prstGeom prst="rect">
            <a:avLst/>
          </a:prstGeom>
          <a:ln w="0">
            <a:noFill/>
          </a:ln>
        </p:spPr>
      </p:pic>
      <p:pic>
        <p:nvPicPr>
          <p:cNvPr id="2207" name="Picture 11" descr="Bestand:Green check.svg"/>
          <p:cNvPicPr/>
          <p:nvPr/>
        </p:nvPicPr>
        <p:blipFill>
          <a:blip r:embed="rId12"/>
          <a:stretch/>
        </p:blipFill>
        <p:spPr>
          <a:xfrm>
            <a:off x="11595240" y="5124600"/>
            <a:ext cx="373680" cy="373680"/>
          </a:xfrm>
          <a:prstGeom prst="rect">
            <a:avLst/>
          </a:prstGeom>
          <a:ln w="0">
            <a:noFill/>
          </a:ln>
        </p:spPr>
      </p:pic>
      <p:pic>
        <p:nvPicPr>
          <p:cNvPr id="2208" name="Picture 11" descr="Bestand:Green check.svg"/>
          <p:cNvPicPr/>
          <p:nvPr/>
        </p:nvPicPr>
        <p:blipFill>
          <a:blip r:embed="rId13"/>
          <a:stretch/>
        </p:blipFill>
        <p:spPr>
          <a:xfrm>
            <a:off x="11560320" y="2838600"/>
            <a:ext cx="373680" cy="373680"/>
          </a:xfrm>
          <a:prstGeom prst="rect">
            <a:avLst/>
          </a:prstGeom>
          <a:ln w="0">
            <a:noFill/>
          </a:ln>
        </p:spPr>
      </p:pic>
      <p:pic>
        <p:nvPicPr>
          <p:cNvPr id="2209" name="Picture 11" descr="Bestand:Green check.svg"/>
          <p:cNvPicPr/>
          <p:nvPr/>
        </p:nvPicPr>
        <p:blipFill>
          <a:blip r:embed="rId14"/>
          <a:stretch/>
        </p:blipFill>
        <p:spPr>
          <a:xfrm>
            <a:off x="9680760" y="3121920"/>
            <a:ext cx="373680" cy="373680"/>
          </a:xfrm>
          <a:prstGeom prst="rect">
            <a:avLst/>
          </a:prstGeom>
          <a:ln w="0">
            <a:noFill/>
          </a:ln>
        </p:spPr>
      </p:pic>
      <p:pic>
        <p:nvPicPr>
          <p:cNvPr id="2210" name="Picture 13" descr="File:Cross red circle.svg"/>
          <p:cNvPicPr/>
          <p:nvPr/>
        </p:nvPicPr>
        <p:blipFill>
          <a:blip r:embed="rId15"/>
          <a:stretch/>
        </p:blipFill>
        <p:spPr>
          <a:xfrm>
            <a:off x="7870680" y="2746440"/>
            <a:ext cx="465840" cy="465840"/>
          </a:xfrm>
          <a:prstGeom prst="rect">
            <a:avLst/>
          </a:prstGeom>
          <a:ln w="0">
            <a:noFill/>
          </a:ln>
        </p:spPr>
      </p:pic>
      <p:pic>
        <p:nvPicPr>
          <p:cNvPr id="2211" name="Picture 13" descr="File:Cross red circle.svg"/>
          <p:cNvPicPr/>
          <p:nvPr/>
        </p:nvPicPr>
        <p:blipFill>
          <a:blip r:embed="rId16"/>
          <a:stretch/>
        </p:blipFill>
        <p:spPr>
          <a:xfrm>
            <a:off x="5760720" y="2655360"/>
            <a:ext cx="465840" cy="465840"/>
          </a:xfrm>
          <a:prstGeom prst="rect">
            <a:avLst/>
          </a:prstGeom>
          <a:ln w="0">
            <a:noFill/>
          </a:ln>
        </p:spPr>
      </p:pic>
      <p:pic>
        <p:nvPicPr>
          <p:cNvPr id="2212" name="Picture 13" descr="File:Cross red circle.svg"/>
          <p:cNvPicPr/>
          <p:nvPr/>
        </p:nvPicPr>
        <p:blipFill>
          <a:blip r:embed="rId17"/>
          <a:stretch/>
        </p:blipFill>
        <p:spPr>
          <a:xfrm>
            <a:off x="7916760" y="4454640"/>
            <a:ext cx="465840" cy="465840"/>
          </a:xfrm>
          <a:prstGeom prst="rect">
            <a:avLst/>
          </a:prstGeom>
          <a:ln w="0">
            <a:noFill/>
          </a:ln>
        </p:spPr>
      </p:pic>
      <p:pic>
        <p:nvPicPr>
          <p:cNvPr id="2213" name="Picture 13" descr="File:Cross red circle.svg"/>
          <p:cNvPicPr/>
          <p:nvPr/>
        </p:nvPicPr>
        <p:blipFill>
          <a:blip r:embed="rId18"/>
          <a:stretch/>
        </p:blipFill>
        <p:spPr>
          <a:xfrm>
            <a:off x="9653400" y="4430520"/>
            <a:ext cx="465840" cy="465840"/>
          </a:xfrm>
          <a:prstGeom prst="rect">
            <a:avLst/>
          </a:prstGeom>
          <a:ln w="0">
            <a:noFill/>
          </a:ln>
        </p:spPr>
      </p:pic>
      <p:pic>
        <p:nvPicPr>
          <p:cNvPr id="2214" name="Picture 13" descr="File:Cross red circle.svg"/>
          <p:cNvPicPr/>
          <p:nvPr/>
        </p:nvPicPr>
        <p:blipFill>
          <a:blip r:embed="rId19"/>
          <a:stretch/>
        </p:blipFill>
        <p:spPr>
          <a:xfrm>
            <a:off x="11468160" y="4462200"/>
            <a:ext cx="465840" cy="465840"/>
          </a:xfrm>
          <a:prstGeom prst="rect">
            <a:avLst/>
          </a:prstGeom>
          <a:ln w="0">
            <a:noFill/>
          </a:ln>
        </p:spPr>
      </p:pic>
      <p:pic>
        <p:nvPicPr>
          <p:cNvPr id="2215" name="Picture 14" descr=""/>
          <p:cNvPicPr/>
          <p:nvPr/>
        </p:nvPicPr>
        <p:blipFill>
          <a:blip r:embed="rId20"/>
          <a:stretch/>
        </p:blipFill>
        <p:spPr>
          <a:xfrm>
            <a:off x="2014920" y="7920"/>
            <a:ext cx="8306640" cy="10468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ffffff"/>
            </a:gs>
            <a:gs pos="100000">
              <a:srgbClr val="a7a7a7"/>
            </a:gs>
          </a:gsLst>
          <a:lin ang="504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16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Tw Cen MT"/>
            </a:endParaRPr>
          </a:p>
        </p:txBody>
      </p:sp>
      <p:pic>
        <p:nvPicPr>
          <p:cNvPr id="2217" name="Picture 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1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ln w="0">
            <a:noFill/>
          </a:ln>
        </p:spPr>
      </p:pic>
      <p:grpSp>
        <p:nvGrpSpPr>
          <p:cNvPr id="2218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20400" cy="6857280"/>
            <a:chOff x="0" y="0"/>
            <a:chExt cx="1220400" cy="6857280"/>
          </a:xfrm>
        </p:grpSpPr>
        <p:sp>
          <p:nvSpPr>
            <p:cNvPr id="2219" name="Rectangle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28520" y="4680"/>
              <a:ext cx="23040" cy="218052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220" name="Freeform 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7520" y="217656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221" name="Freeform 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2840" y="4021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222" name="Freeform 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4200" y="4680"/>
              <a:ext cx="369000" cy="181044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810440"/>
                <a:gd name="textAreaBottom" fmla="*/ 1811160 h 1810440"/>
              </a:gdLst>
              <a:ahLst/>
              <a:rect l="textAreaLeft" t="textAreaTop" r="textAreaRight" b="textAreaBottom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223" name="Freeform 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17680" y="18018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224" name="Freeform 1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99880" y="4680"/>
              <a:ext cx="369000" cy="142956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429560"/>
                <a:gd name="textAreaBottom" fmla="*/ 1430280 h 1429560"/>
              </a:gdLst>
              <a:ahLst/>
              <a:rect l="textAreaLeft" t="textAreaTop" r="textAreaRight" b="textAreaBottom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225" name="Freeform 1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60520" y="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rect l="textAreaLeft" t="textAreaTop" r="textAreaRight" b="textAreaBottom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226" name="Freeform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3360" y="14209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227" name="Freeform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3360" y="9032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228" name="Freeform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55560" y="0"/>
              <a:ext cx="421560" cy="526320"/>
            </a:xfrm>
            <a:custGeom>
              <a:avLst/>
              <a:gdLst>
                <a:gd name="textAreaLeft" fmla="*/ 0 w 421560"/>
                <a:gd name="textAreaRight" fmla="*/ 422280 w 421560"/>
                <a:gd name="textAreaTop" fmla="*/ 0 h 526320"/>
                <a:gd name="textAreaBottom" fmla="*/ 527040 h 526320"/>
              </a:gdLst>
              <a:ahLst/>
              <a:rect l="textAreaLeft" t="textAreaTop" r="textAreaRight" b="textAreaBottom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229" name="Freeform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35000" y="488880"/>
              <a:ext cx="161280" cy="146880"/>
            </a:xfrm>
            <a:custGeom>
              <a:avLst/>
              <a:gdLst>
                <a:gd name="textAreaLeft" fmla="*/ 0 w 161280"/>
                <a:gd name="textAreaRight" fmla="*/ 162000 w 161280"/>
                <a:gd name="textAreaTop" fmla="*/ 0 h 146880"/>
                <a:gd name="textAreaBottom" fmla="*/ 147600 h 146880"/>
              </a:gdLst>
              <a:ahLst/>
              <a:rect l="textAreaLeft" t="textAreaTop" r="textAreaRight" b="textAreaBottom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230" name="Line 1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360" y="9360"/>
              <a:ext cx="360" cy="360"/>
            </a:xfrm>
            <a:prstGeom prst="line">
              <a:avLst/>
            </a:prstGeom>
            <a:ln w="15">
              <a:solidFill>
                <a:srgbClr val="ffffff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640" bIns="-44640" anchor="t">
              <a:noAutofit/>
            </a:bodyPr>
            <a:p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231" name="Freeform 1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60" y="1801800"/>
              <a:ext cx="123120" cy="126360"/>
            </a:xfrm>
            <a:custGeom>
              <a:avLst/>
              <a:gdLst>
                <a:gd name="textAreaLeft" fmla="*/ 0 w 123120"/>
                <a:gd name="textAreaRight" fmla="*/ 123840 w 123120"/>
                <a:gd name="textAreaTop" fmla="*/ 0 h 126360"/>
                <a:gd name="textAreaBottom" fmla="*/ 127080 h 126360"/>
              </a:gdLst>
              <a:ahLst/>
              <a:rect l="textAreaLeft" t="textAreaTop" r="textAreaRight" b="textAreaBottom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232" name="Freeform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680" y="3549600"/>
              <a:ext cx="146880" cy="480240"/>
            </a:xfrm>
            <a:custGeom>
              <a:avLst/>
              <a:gdLst>
                <a:gd name="textAreaLeft" fmla="*/ 0 w 146880"/>
                <a:gd name="textAreaRight" fmla="*/ 147600 w 146880"/>
                <a:gd name="textAreaTop" fmla="*/ 0 h 480240"/>
                <a:gd name="textAreaBottom" fmla="*/ 480960 h 480240"/>
              </a:gdLst>
              <a:ahLst/>
              <a:rect l="textAreaLeft" t="textAreaTop" r="textAreaRight" b="textAreaBottom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233" name="Freeform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2920" y="1382760"/>
              <a:ext cx="142200" cy="475560"/>
            </a:xfrm>
            <a:custGeom>
              <a:avLst/>
              <a:gdLst>
                <a:gd name="textAreaLeft" fmla="*/ 0 w 142200"/>
                <a:gd name="textAreaRight" fmla="*/ 142920 w 142200"/>
                <a:gd name="textAreaTop" fmla="*/ 0 h 475560"/>
                <a:gd name="textAreaBottom" fmla="*/ 476280 h 475560"/>
              </a:gdLst>
              <a:ahLst/>
              <a:rect l="textAreaLeft" t="textAreaTop" r="textAreaRight" b="textAreaBottom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234" name="Freeform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9240" y="1849320"/>
              <a:ext cx="113760" cy="107280"/>
            </a:xfrm>
            <a:custGeom>
              <a:avLst/>
              <a:gdLst>
                <a:gd name="textAreaLeft" fmla="*/ 0 w 113760"/>
                <a:gd name="textAreaRight" fmla="*/ 114480 w 113760"/>
                <a:gd name="textAreaTop" fmla="*/ 0 h 107280"/>
                <a:gd name="textAreaBottom" fmla="*/ 108000 h 107280"/>
              </a:gdLst>
              <a:ahLst/>
              <a:rect l="textAreaLeft" t="textAreaTop" r="textAreaRight" b="textAreaBottom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235" name="Rectangl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7600" y="4662360"/>
              <a:ext cx="23040" cy="218052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236" name="Freeform 2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960" y="5041800"/>
              <a:ext cx="369000" cy="180108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801080"/>
                <a:gd name="textAreaBottom" fmla="*/ 1801800 h 1801080"/>
              </a:gdLst>
              <a:ahLst/>
              <a:rect l="textAreaLeft" t="textAreaTop" r="textAreaRight" b="textAreaBottom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237" name="Freeform 2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6600" y="4481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238" name="Freeform 2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5627520"/>
              <a:ext cx="84960" cy="1215360"/>
            </a:xfrm>
            <a:custGeom>
              <a:avLst/>
              <a:gdLst>
                <a:gd name="textAreaLeft" fmla="*/ 0 w 84960"/>
                <a:gd name="textAreaRight" fmla="*/ 85680 w 84960"/>
                <a:gd name="textAreaTop" fmla="*/ 0 h 1215360"/>
                <a:gd name="textAreaBottom" fmla="*/ 1216080 h 1215360"/>
              </a:gdLst>
              <a:ahLst/>
              <a:rect l="textAreaLeft" t="textAreaTop" r="textAreaRight" b="textAreaBottom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239" name="Freeform 2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1440" y="4867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240" name="Freeform 2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4000" y="5423040"/>
              <a:ext cx="374040" cy="1424880"/>
            </a:xfrm>
            <a:custGeom>
              <a:avLst/>
              <a:gdLst>
                <a:gd name="textAreaLeft" fmla="*/ 0 w 374040"/>
                <a:gd name="textAreaRight" fmla="*/ 374760 w 374040"/>
                <a:gd name="textAreaTop" fmla="*/ 0 h 1424880"/>
                <a:gd name="textAreaBottom" fmla="*/ 1425600 h 1424880"/>
              </a:gdLst>
              <a:ahLst/>
              <a:rect l="textAreaLeft" t="textAreaTop" r="textAreaRight" b="textAreaBottom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241" name="Freeform 2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84280" y="594504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rect l="textAreaLeft" t="textAreaTop" r="textAreaRight" b="textAreaBottom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242" name="Freeform 2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7120" y="5246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243" name="Freeform 2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7120" y="57643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244" name="Freeform 3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84360" y="6330960"/>
              <a:ext cx="416880" cy="516960"/>
            </a:xfrm>
            <a:custGeom>
              <a:avLst/>
              <a:gdLst>
                <a:gd name="textAreaLeft" fmla="*/ 0 w 416880"/>
                <a:gd name="textAreaRight" fmla="*/ 417600 w 416880"/>
                <a:gd name="textAreaTop" fmla="*/ 0 h 516960"/>
                <a:gd name="textAreaBottom" fmla="*/ 517680 h 516960"/>
              </a:gdLst>
              <a:ahLst/>
              <a:rect l="textAreaLeft" t="textAreaTop" r="textAreaRight" b="textAreaBottom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245" name="Freeform 3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63800" y="6221520"/>
              <a:ext cx="156600" cy="14688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46880"/>
                <a:gd name="textAreaBottom" fmla="*/ 147600 h 146880"/>
              </a:gdLst>
              <a:ahLst/>
              <a:rect l="textAreaLeft" t="textAreaTop" r="textAreaRight" b="textAreaBottom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</p:grpSp>
      <p:grpSp>
        <p:nvGrpSpPr>
          <p:cNvPr id="2246" name="Group 4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1364840" y="0"/>
            <a:ext cx="673920" cy="6847920"/>
            <a:chOff x="11364840" y="0"/>
            <a:chExt cx="673920" cy="6847920"/>
          </a:xfrm>
        </p:grpSpPr>
        <p:sp>
          <p:nvSpPr>
            <p:cNvPr id="2247" name="Freeform 3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84000" y="0"/>
              <a:ext cx="416880" cy="511920"/>
            </a:xfrm>
            <a:custGeom>
              <a:avLst/>
              <a:gdLst>
                <a:gd name="textAreaLeft" fmla="*/ 0 w 416880"/>
                <a:gd name="textAreaRight" fmla="*/ 417600 w 416880"/>
                <a:gd name="textAreaTop" fmla="*/ 0 h 511920"/>
                <a:gd name="textAreaBottom" fmla="*/ 512640 h 511920"/>
              </a:gdLst>
              <a:ahLst/>
              <a:rect l="textAreaLeft" t="textAreaTop" r="textAreaRight" b="textAreaBottom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248" name="Freeform 3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364840" y="474840"/>
              <a:ext cx="156600" cy="15156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1560"/>
                <a:gd name="textAreaBottom" fmla="*/ 152280 h 151560"/>
              </a:gdLst>
              <a:ahLst/>
              <a:rect l="textAreaLeft" t="textAreaTop" r="textAreaRight" b="textAreaBottom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249" name="Freeform 3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31600" y="1539720"/>
              <a:ext cx="188280" cy="189720"/>
            </a:xfrm>
            <a:custGeom>
              <a:avLst/>
              <a:gdLst>
                <a:gd name="textAreaLeft" fmla="*/ 0 w 188280"/>
                <a:gd name="textAreaRight" fmla="*/ 189000 w 18828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250" name="Freeform 3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531520" y="5694480"/>
              <a:ext cx="297720" cy="1153440"/>
            </a:xfrm>
            <a:custGeom>
              <a:avLst/>
              <a:gdLst>
                <a:gd name="textAreaLeft" fmla="*/ 0 w 297720"/>
                <a:gd name="textAreaRight" fmla="*/ 298440 w 297720"/>
                <a:gd name="textAreaTop" fmla="*/ 0 h 1153440"/>
                <a:gd name="textAreaBottom" fmla="*/ 1154160 h 1153440"/>
              </a:gdLst>
              <a:ahLst/>
              <a:rect l="textAreaLeft" t="textAreaTop" r="textAreaRight" b="textAreaBottom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251" name="Freeform 3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73080" y="5551560"/>
              <a:ext cx="156600" cy="15480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4800"/>
                <a:gd name="textAreaBottom" fmla="*/ 155520 h 154800"/>
              </a:gdLst>
              <a:ahLst/>
              <a:rect l="textAreaLeft" t="textAreaTop" r="textAreaRight" b="textAreaBottom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252" name="Freeform 3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11160" y="4680"/>
              <a:ext cx="304200" cy="154404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44040"/>
                <a:gd name="textAreaBottom" fmla="*/ 1544760 h 1544040"/>
              </a:gdLst>
              <a:ahLst/>
              <a:rect l="textAreaLeft" t="textAreaTop" r="textAreaRight" b="textAreaBottom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253" name="Freeform 3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36280" y="4867200"/>
              <a:ext cx="188280" cy="188280"/>
            </a:xfrm>
            <a:custGeom>
              <a:avLst/>
              <a:gdLst>
                <a:gd name="textAreaLeft" fmla="*/ 0 w 188280"/>
                <a:gd name="textAreaRight" fmla="*/ 189000 w 18828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254" name="Freeform 3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41160" y="5046840"/>
              <a:ext cx="307080" cy="1801080"/>
            </a:xfrm>
            <a:custGeom>
              <a:avLst/>
              <a:gdLst>
                <a:gd name="textAreaLeft" fmla="*/ 0 w 307080"/>
                <a:gd name="textAreaRight" fmla="*/ 307800 w 307080"/>
                <a:gd name="textAreaTop" fmla="*/ 0 h 1801080"/>
                <a:gd name="textAreaBottom" fmla="*/ 1801800 h 1801080"/>
              </a:gdLst>
              <a:ahLst/>
              <a:rect l="textAreaLeft" t="textAreaTop" r="textAreaRight" b="textAreaBottom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255" name="Freeform 4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849040" y="641664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256" name="Rectangle 4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939760" y="6595920"/>
              <a:ext cx="23040" cy="25164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</p:grpSp>
      <p:sp>
        <p:nvSpPr>
          <p:cNvPr id="2257" name="AutoShape 4"/>
          <p:cNvSpPr/>
          <p:nvPr/>
        </p:nvSpPr>
        <p:spPr>
          <a:xfrm>
            <a:off x="155520" y="-144360"/>
            <a:ext cx="30420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Tw Cen MT"/>
            </a:endParaRPr>
          </a:p>
        </p:txBody>
      </p:sp>
      <p:sp>
        <p:nvSpPr>
          <p:cNvPr id="2258" name="AutoShape 6"/>
          <p:cNvSpPr/>
          <p:nvPr/>
        </p:nvSpPr>
        <p:spPr>
          <a:xfrm>
            <a:off x="307800" y="7920"/>
            <a:ext cx="30420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Tw Cen MT"/>
            </a:endParaRPr>
          </a:p>
        </p:txBody>
      </p:sp>
      <p:sp>
        <p:nvSpPr>
          <p:cNvPr id="2259" name="AutoShape 4"/>
          <p:cNvSpPr/>
          <p:nvPr/>
        </p:nvSpPr>
        <p:spPr>
          <a:xfrm>
            <a:off x="460440" y="160200"/>
            <a:ext cx="30420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Tw Cen MT"/>
            </a:endParaRPr>
          </a:p>
        </p:txBody>
      </p:sp>
      <p:sp>
        <p:nvSpPr>
          <p:cNvPr id="2260" name="AutoShape 6"/>
          <p:cNvSpPr/>
          <p:nvPr/>
        </p:nvSpPr>
        <p:spPr>
          <a:xfrm>
            <a:off x="612720" y="312840"/>
            <a:ext cx="30420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Tw Cen MT"/>
            </a:endParaRPr>
          </a:p>
        </p:txBody>
      </p:sp>
      <p:sp>
        <p:nvSpPr>
          <p:cNvPr id="2261" name="AutoShape 8"/>
          <p:cNvSpPr/>
          <p:nvPr/>
        </p:nvSpPr>
        <p:spPr>
          <a:xfrm>
            <a:off x="765000" y="465120"/>
            <a:ext cx="30420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Tw Cen MT"/>
            </a:endParaRPr>
          </a:p>
        </p:txBody>
      </p:sp>
      <p:sp>
        <p:nvSpPr>
          <p:cNvPr id="2262" name="PlaceHolder 1"/>
          <p:cNvSpPr>
            <a:spLocks noGrp="1"/>
          </p:cNvSpPr>
          <p:nvPr>
            <p:ph type="ftr" idx="71"/>
          </p:nvPr>
        </p:nvSpPr>
        <p:spPr>
          <a:xfrm>
            <a:off x="712800" y="-15840"/>
            <a:ext cx="623844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1" lang="en-US" sz="1050" spc="-1" strike="noStrike" cap="all">
                <a:solidFill>
                  <a:schemeClr val="dk1">
                    <a:lumMod val="65000"/>
                    <a:lumOff val="35000"/>
                  </a:schemeClr>
                </a:solidFill>
                <a:latin typeface="Tw Cen MT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50" spc="-1" strike="noStrike" cap="all">
                <a:solidFill>
                  <a:schemeClr val="dk1">
                    <a:lumMod val="65000"/>
                    <a:lumOff val="35000"/>
                  </a:schemeClr>
                </a:solidFill>
                <a:latin typeface="Tw Cen MT"/>
              </a:rPr>
              <a:t>https://github.com/Frederic-P/automotive_project</a:t>
            </a:r>
            <a:endParaRPr b="0" lang="en-US" sz="1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63" name="PlaceHolder 2"/>
          <p:cNvSpPr>
            <a:spLocks noGrp="1"/>
          </p:cNvSpPr>
          <p:nvPr>
            <p:ph type="title"/>
          </p:nvPr>
        </p:nvSpPr>
        <p:spPr>
          <a:xfrm>
            <a:off x="1141560" y="748080"/>
            <a:ext cx="9905400" cy="1116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800" spc="-1" strike="noStrike" cap="all">
                <a:solidFill>
                  <a:srgbClr val="505050"/>
                </a:solidFill>
                <a:latin typeface="Calibri Light"/>
              </a:rPr>
              <a:t>Bin + angle tag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64" name="Picture 2" descr=""/>
          <p:cNvPicPr/>
          <p:nvPr/>
        </p:nvPicPr>
        <p:blipFill>
          <a:blip r:embed="rId2"/>
          <a:stretch/>
        </p:blipFill>
        <p:spPr>
          <a:xfrm>
            <a:off x="704880" y="2075040"/>
            <a:ext cx="10852920" cy="4024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ffffff"/>
            </a:gs>
            <a:gs pos="100000">
              <a:srgbClr val="a7a7a7"/>
            </a:gs>
          </a:gsLst>
          <a:lin ang="504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65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Tw Cen MT"/>
            </a:endParaRPr>
          </a:p>
        </p:txBody>
      </p:sp>
      <p:pic>
        <p:nvPicPr>
          <p:cNvPr id="2266" name="Picture 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1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ln w="0">
            <a:noFill/>
          </a:ln>
        </p:spPr>
      </p:pic>
      <p:grpSp>
        <p:nvGrpSpPr>
          <p:cNvPr id="2267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20400" cy="6857280"/>
            <a:chOff x="0" y="0"/>
            <a:chExt cx="1220400" cy="6857280"/>
          </a:xfrm>
        </p:grpSpPr>
        <p:sp>
          <p:nvSpPr>
            <p:cNvPr id="2268" name="Rectangle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28520" y="4680"/>
              <a:ext cx="23040" cy="218052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269" name="Freeform 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7520" y="217656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270" name="Freeform 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2840" y="4021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271" name="Freeform 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4200" y="4680"/>
              <a:ext cx="369000" cy="181044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810440"/>
                <a:gd name="textAreaBottom" fmla="*/ 1811160 h 1810440"/>
              </a:gdLst>
              <a:ahLst/>
              <a:rect l="textAreaLeft" t="textAreaTop" r="textAreaRight" b="textAreaBottom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272" name="Freeform 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17680" y="18018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273" name="Freeform 1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99880" y="4680"/>
              <a:ext cx="369000" cy="142956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429560"/>
                <a:gd name="textAreaBottom" fmla="*/ 1430280 h 1429560"/>
              </a:gdLst>
              <a:ahLst/>
              <a:rect l="textAreaLeft" t="textAreaTop" r="textAreaRight" b="textAreaBottom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274" name="Freeform 1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60520" y="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rect l="textAreaLeft" t="textAreaTop" r="textAreaRight" b="textAreaBottom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275" name="Freeform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3360" y="14209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276" name="Freeform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3360" y="9032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277" name="Freeform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55560" y="0"/>
              <a:ext cx="421560" cy="526320"/>
            </a:xfrm>
            <a:custGeom>
              <a:avLst/>
              <a:gdLst>
                <a:gd name="textAreaLeft" fmla="*/ 0 w 421560"/>
                <a:gd name="textAreaRight" fmla="*/ 422280 w 421560"/>
                <a:gd name="textAreaTop" fmla="*/ 0 h 526320"/>
                <a:gd name="textAreaBottom" fmla="*/ 527040 h 526320"/>
              </a:gdLst>
              <a:ahLst/>
              <a:rect l="textAreaLeft" t="textAreaTop" r="textAreaRight" b="textAreaBottom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278" name="Freeform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35000" y="488880"/>
              <a:ext cx="161280" cy="146880"/>
            </a:xfrm>
            <a:custGeom>
              <a:avLst/>
              <a:gdLst>
                <a:gd name="textAreaLeft" fmla="*/ 0 w 161280"/>
                <a:gd name="textAreaRight" fmla="*/ 162000 w 161280"/>
                <a:gd name="textAreaTop" fmla="*/ 0 h 146880"/>
                <a:gd name="textAreaBottom" fmla="*/ 147600 h 146880"/>
              </a:gdLst>
              <a:ahLst/>
              <a:rect l="textAreaLeft" t="textAreaTop" r="textAreaRight" b="textAreaBottom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279" name="Line 1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360" y="9360"/>
              <a:ext cx="360" cy="360"/>
            </a:xfrm>
            <a:prstGeom prst="line">
              <a:avLst/>
            </a:prstGeom>
            <a:ln w="15">
              <a:solidFill>
                <a:srgbClr val="ffffff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640" bIns="-44640" anchor="t">
              <a:noAutofit/>
            </a:bodyPr>
            <a:p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280" name="Freeform 1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60" y="1801800"/>
              <a:ext cx="123120" cy="126360"/>
            </a:xfrm>
            <a:custGeom>
              <a:avLst/>
              <a:gdLst>
                <a:gd name="textAreaLeft" fmla="*/ 0 w 123120"/>
                <a:gd name="textAreaRight" fmla="*/ 123840 w 123120"/>
                <a:gd name="textAreaTop" fmla="*/ 0 h 126360"/>
                <a:gd name="textAreaBottom" fmla="*/ 127080 h 126360"/>
              </a:gdLst>
              <a:ahLst/>
              <a:rect l="textAreaLeft" t="textAreaTop" r="textAreaRight" b="textAreaBottom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281" name="Freeform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680" y="3549600"/>
              <a:ext cx="146880" cy="480240"/>
            </a:xfrm>
            <a:custGeom>
              <a:avLst/>
              <a:gdLst>
                <a:gd name="textAreaLeft" fmla="*/ 0 w 146880"/>
                <a:gd name="textAreaRight" fmla="*/ 147600 w 146880"/>
                <a:gd name="textAreaTop" fmla="*/ 0 h 480240"/>
                <a:gd name="textAreaBottom" fmla="*/ 480960 h 480240"/>
              </a:gdLst>
              <a:ahLst/>
              <a:rect l="textAreaLeft" t="textAreaTop" r="textAreaRight" b="textAreaBottom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282" name="Freeform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2920" y="1382760"/>
              <a:ext cx="142200" cy="475560"/>
            </a:xfrm>
            <a:custGeom>
              <a:avLst/>
              <a:gdLst>
                <a:gd name="textAreaLeft" fmla="*/ 0 w 142200"/>
                <a:gd name="textAreaRight" fmla="*/ 142920 w 142200"/>
                <a:gd name="textAreaTop" fmla="*/ 0 h 475560"/>
                <a:gd name="textAreaBottom" fmla="*/ 476280 h 475560"/>
              </a:gdLst>
              <a:ahLst/>
              <a:rect l="textAreaLeft" t="textAreaTop" r="textAreaRight" b="textAreaBottom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283" name="Freeform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9240" y="1849320"/>
              <a:ext cx="113760" cy="107280"/>
            </a:xfrm>
            <a:custGeom>
              <a:avLst/>
              <a:gdLst>
                <a:gd name="textAreaLeft" fmla="*/ 0 w 113760"/>
                <a:gd name="textAreaRight" fmla="*/ 114480 w 113760"/>
                <a:gd name="textAreaTop" fmla="*/ 0 h 107280"/>
                <a:gd name="textAreaBottom" fmla="*/ 108000 h 107280"/>
              </a:gdLst>
              <a:ahLst/>
              <a:rect l="textAreaLeft" t="textAreaTop" r="textAreaRight" b="textAreaBottom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284" name="Rectangl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7600" y="4662360"/>
              <a:ext cx="23040" cy="218052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285" name="Freeform 2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960" y="5041800"/>
              <a:ext cx="369000" cy="180108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801080"/>
                <a:gd name="textAreaBottom" fmla="*/ 1801800 h 1801080"/>
              </a:gdLst>
              <a:ahLst/>
              <a:rect l="textAreaLeft" t="textAreaTop" r="textAreaRight" b="textAreaBottom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286" name="Freeform 2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6600" y="4481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287" name="Freeform 2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5627520"/>
              <a:ext cx="84960" cy="1215360"/>
            </a:xfrm>
            <a:custGeom>
              <a:avLst/>
              <a:gdLst>
                <a:gd name="textAreaLeft" fmla="*/ 0 w 84960"/>
                <a:gd name="textAreaRight" fmla="*/ 85680 w 84960"/>
                <a:gd name="textAreaTop" fmla="*/ 0 h 1215360"/>
                <a:gd name="textAreaBottom" fmla="*/ 1216080 h 1215360"/>
              </a:gdLst>
              <a:ahLst/>
              <a:rect l="textAreaLeft" t="textAreaTop" r="textAreaRight" b="textAreaBottom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288" name="Freeform 2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1440" y="4867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289" name="Freeform 2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4000" y="5423040"/>
              <a:ext cx="374040" cy="1424880"/>
            </a:xfrm>
            <a:custGeom>
              <a:avLst/>
              <a:gdLst>
                <a:gd name="textAreaLeft" fmla="*/ 0 w 374040"/>
                <a:gd name="textAreaRight" fmla="*/ 374760 w 374040"/>
                <a:gd name="textAreaTop" fmla="*/ 0 h 1424880"/>
                <a:gd name="textAreaBottom" fmla="*/ 1425600 h 1424880"/>
              </a:gdLst>
              <a:ahLst/>
              <a:rect l="textAreaLeft" t="textAreaTop" r="textAreaRight" b="textAreaBottom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290" name="Freeform 2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84280" y="594504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rect l="textAreaLeft" t="textAreaTop" r="textAreaRight" b="textAreaBottom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291" name="Freeform 2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7120" y="5246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292" name="Freeform 2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7120" y="57643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293" name="Freeform 3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84360" y="6330960"/>
              <a:ext cx="416880" cy="516960"/>
            </a:xfrm>
            <a:custGeom>
              <a:avLst/>
              <a:gdLst>
                <a:gd name="textAreaLeft" fmla="*/ 0 w 416880"/>
                <a:gd name="textAreaRight" fmla="*/ 417600 w 416880"/>
                <a:gd name="textAreaTop" fmla="*/ 0 h 516960"/>
                <a:gd name="textAreaBottom" fmla="*/ 517680 h 516960"/>
              </a:gdLst>
              <a:ahLst/>
              <a:rect l="textAreaLeft" t="textAreaTop" r="textAreaRight" b="textAreaBottom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294" name="Freeform 3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63800" y="6221520"/>
              <a:ext cx="156600" cy="14688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46880"/>
                <a:gd name="textAreaBottom" fmla="*/ 147600 h 146880"/>
              </a:gdLst>
              <a:ahLst/>
              <a:rect l="textAreaLeft" t="textAreaTop" r="textAreaRight" b="textAreaBottom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</p:grpSp>
      <p:grpSp>
        <p:nvGrpSpPr>
          <p:cNvPr id="2295" name="Group 4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1364840" y="0"/>
            <a:ext cx="673920" cy="6847920"/>
            <a:chOff x="11364840" y="0"/>
            <a:chExt cx="673920" cy="6847920"/>
          </a:xfrm>
        </p:grpSpPr>
        <p:sp>
          <p:nvSpPr>
            <p:cNvPr id="2296" name="Freeform 3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84000" y="0"/>
              <a:ext cx="416880" cy="511920"/>
            </a:xfrm>
            <a:custGeom>
              <a:avLst/>
              <a:gdLst>
                <a:gd name="textAreaLeft" fmla="*/ 0 w 416880"/>
                <a:gd name="textAreaRight" fmla="*/ 417600 w 416880"/>
                <a:gd name="textAreaTop" fmla="*/ 0 h 511920"/>
                <a:gd name="textAreaBottom" fmla="*/ 512640 h 511920"/>
              </a:gdLst>
              <a:ahLst/>
              <a:rect l="textAreaLeft" t="textAreaTop" r="textAreaRight" b="textAreaBottom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297" name="Freeform 3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364840" y="474840"/>
              <a:ext cx="156600" cy="15156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1560"/>
                <a:gd name="textAreaBottom" fmla="*/ 152280 h 151560"/>
              </a:gdLst>
              <a:ahLst/>
              <a:rect l="textAreaLeft" t="textAreaTop" r="textAreaRight" b="textAreaBottom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298" name="Freeform 3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31600" y="1539720"/>
              <a:ext cx="188280" cy="189720"/>
            </a:xfrm>
            <a:custGeom>
              <a:avLst/>
              <a:gdLst>
                <a:gd name="textAreaLeft" fmla="*/ 0 w 188280"/>
                <a:gd name="textAreaRight" fmla="*/ 189000 w 18828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299" name="Freeform 3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531520" y="5694480"/>
              <a:ext cx="297720" cy="1153440"/>
            </a:xfrm>
            <a:custGeom>
              <a:avLst/>
              <a:gdLst>
                <a:gd name="textAreaLeft" fmla="*/ 0 w 297720"/>
                <a:gd name="textAreaRight" fmla="*/ 298440 w 297720"/>
                <a:gd name="textAreaTop" fmla="*/ 0 h 1153440"/>
                <a:gd name="textAreaBottom" fmla="*/ 1154160 h 1153440"/>
              </a:gdLst>
              <a:ahLst/>
              <a:rect l="textAreaLeft" t="textAreaTop" r="textAreaRight" b="textAreaBottom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300" name="Freeform 3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73080" y="5551560"/>
              <a:ext cx="156600" cy="15480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4800"/>
                <a:gd name="textAreaBottom" fmla="*/ 155520 h 154800"/>
              </a:gdLst>
              <a:ahLst/>
              <a:rect l="textAreaLeft" t="textAreaTop" r="textAreaRight" b="textAreaBottom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301" name="Freeform 3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11160" y="4680"/>
              <a:ext cx="304200" cy="154404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44040"/>
                <a:gd name="textAreaBottom" fmla="*/ 1544760 h 1544040"/>
              </a:gdLst>
              <a:ahLst/>
              <a:rect l="textAreaLeft" t="textAreaTop" r="textAreaRight" b="textAreaBottom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302" name="Freeform 3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36280" y="4867200"/>
              <a:ext cx="188280" cy="188280"/>
            </a:xfrm>
            <a:custGeom>
              <a:avLst/>
              <a:gdLst>
                <a:gd name="textAreaLeft" fmla="*/ 0 w 188280"/>
                <a:gd name="textAreaRight" fmla="*/ 189000 w 18828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303" name="Freeform 3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41160" y="5046840"/>
              <a:ext cx="307080" cy="1801080"/>
            </a:xfrm>
            <a:custGeom>
              <a:avLst/>
              <a:gdLst>
                <a:gd name="textAreaLeft" fmla="*/ 0 w 307080"/>
                <a:gd name="textAreaRight" fmla="*/ 307800 w 307080"/>
                <a:gd name="textAreaTop" fmla="*/ 0 h 1801080"/>
                <a:gd name="textAreaBottom" fmla="*/ 1801800 h 1801080"/>
              </a:gdLst>
              <a:ahLst/>
              <a:rect l="textAreaLeft" t="textAreaTop" r="textAreaRight" b="textAreaBottom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304" name="Freeform 4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849040" y="641664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305" name="Rectangle 4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939760" y="6595920"/>
              <a:ext cx="23040" cy="25164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</p:grpSp>
      <p:sp>
        <p:nvSpPr>
          <p:cNvPr id="2306" name="AutoShape 4"/>
          <p:cNvSpPr/>
          <p:nvPr/>
        </p:nvSpPr>
        <p:spPr>
          <a:xfrm>
            <a:off x="155520" y="-144360"/>
            <a:ext cx="30420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Tw Cen MT"/>
            </a:endParaRPr>
          </a:p>
        </p:txBody>
      </p:sp>
      <p:sp>
        <p:nvSpPr>
          <p:cNvPr id="2307" name="AutoShape 6"/>
          <p:cNvSpPr/>
          <p:nvPr/>
        </p:nvSpPr>
        <p:spPr>
          <a:xfrm>
            <a:off x="307800" y="7920"/>
            <a:ext cx="30420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Tw Cen MT"/>
            </a:endParaRPr>
          </a:p>
        </p:txBody>
      </p:sp>
      <p:sp>
        <p:nvSpPr>
          <p:cNvPr id="2308" name="AutoShape 4"/>
          <p:cNvSpPr/>
          <p:nvPr/>
        </p:nvSpPr>
        <p:spPr>
          <a:xfrm>
            <a:off x="460440" y="160200"/>
            <a:ext cx="30420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Tw Cen MT"/>
            </a:endParaRPr>
          </a:p>
        </p:txBody>
      </p:sp>
      <p:sp>
        <p:nvSpPr>
          <p:cNvPr id="2309" name="AutoShape 6"/>
          <p:cNvSpPr/>
          <p:nvPr/>
        </p:nvSpPr>
        <p:spPr>
          <a:xfrm>
            <a:off x="612720" y="312840"/>
            <a:ext cx="30420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Tw Cen MT"/>
            </a:endParaRPr>
          </a:p>
        </p:txBody>
      </p:sp>
      <p:sp>
        <p:nvSpPr>
          <p:cNvPr id="2310" name="AutoShape 8"/>
          <p:cNvSpPr/>
          <p:nvPr/>
        </p:nvSpPr>
        <p:spPr>
          <a:xfrm>
            <a:off x="765000" y="465120"/>
            <a:ext cx="30420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Tw Cen MT"/>
            </a:endParaRPr>
          </a:p>
        </p:txBody>
      </p:sp>
      <p:sp>
        <p:nvSpPr>
          <p:cNvPr id="2311" name="PlaceHolder 1"/>
          <p:cNvSpPr>
            <a:spLocks noGrp="1"/>
          </p:cNvSpPr>
          <p:nvPr>
            <p:ph type="ftr" idx="72"/>
          </p:nvPr>
        </p:nvSpPr>
        <p:spPr>
          <a:xfrm>
            <a:off x="712800" y="-15840"/>
            <a:ext cx="623844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1" lang="en-US" sz="1050" spc="-1" strike="noStrike" cap="all">
                <a:solidFill>
                  <a:schemeClr val="dk1">
                    <a:lumMod val="65000"/>
                    <a:lumOff val="35000"/>
                  </a:schemeClr>
                </a:solidFill>
                <a:latin typeface="Tw Cen MT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50" spc="-1" strike="noStrike" cap="all">
                <a:solidFill>
                  <a:schemeClr val="dk1">
                    <a:lumMod val="65000"/>
                    <a:lumOff val="35000"/>
                  </a:schemeClr>
                </a:solidFill>
                <a:latin typeface="Tw Cen MT"/>
              </a:rPr>
              <a:t>https://github.com/Frederic-P/automotive_project</a:t>
            </a:r>
            <a:endParaRPr b="0" lang="en-US" sz="1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12" name="PlaceHolder 2"/>
          <p:cNvSpPr>
            <a:spLocks noGrp="1"/>
          </p:cNvSpPr>
          <p:nvPr>
            <p:ph type="title"/>
          </p:nvPr>
        </p:nvSpPr>
        <p:spPr>
          <a:xfrm>
            <a:off x="1141560" y="748080"/>
            <a:ext cx="9905400" cy="1116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800" spc="-1" strike="noStrike" cap="all">
                <a:solidFill>
                  <a:srgbClr val="505050"/>
                </a:solidFill>
                <a:latin typeface="Calibri Light"/>
              </a:rPr>
              <a:t>Bin + angle tag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2313" name="Table 55"/>
          <p:cNvGraphicFramePr/>
          <p:nvPr/>
        </p:nvGraphicFramePr>
        <p:xfrm>
          <a:off x="0" y="1494360"/>
          <a:ext cx="4063320" cy="1611360"/>
        </p:xfrm>
        <a:graphic>
          <a:graphicData uri="http://schemas.openxmlformats.org/drawingml/2006/table">
            <a:tbl>
              <a:tblPr/>
              <a:tblGrid>
                <a:gridCol w="2031840"/>
                <a:gridCol w="2031840"/>
              </a:tblGrid>
              <a:tr h="370800">
                <a:tc gridSpan="2"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chemeClr val="lt1"/>
                          </a:solidFill>
                          <a:latin typeface="Tw Cen MT"/>
                        </a:rPr>
                        <a:t>Approach B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chemeClr val="dk1"/>
                          </a:solidFill>
                          <a:latin typeface="Tw Cen MT"/>
                        </a:rPr>
                        <a:t>CNN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Tw Cen MT"/>
                        </a:rPr>
                        <a:t>Keras Sequential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chemeClr val="dk1"/>
                          </a:solidFill>
                          <a:latin typeface="Tw Cen MT"/>
                        </a:rPr>
                        <a:t>Binary tagger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Tw Cen MT"/>
                        </a:rPr>
                        <a:t>Sequential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chemeClr val="dk1"/>
                          </a:solidFill>
                          <a:latin typeface="Tw Cen MT"/>
                        </a:rPr>
                        <a:t>Angle tagger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Tw Cen MT"/>
                        </a:rPr>
                        <a:t>Sequential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</a:tbl>
          </a:graphicData>
        </a:graphic>
      </p:graphicFrame>
      <p:pic>
        <p:nvPicPr>
          <p:cNvPr id="2314" name="Picture 2" descr=""/>
          <p:cNvPicPr/>
          <p:nvPr/>
        </p:nvPicPr>
        <p:blipFill>
          <a:blip r:embed="rId2"/>
          <a:stretch/>
        </p:blipFill>
        <p:spPr>
          <a:xfrm>
            <a:off x="0" y="3420360"/>
            <a:ext cx="4552200" cy="3436920"/>
          </a:xfrm>
          <a:prstGeom prst="rect">
            <a:avLst/>
          </a:prstGeom>
          <a:ln w="0">
            <a:noFill/>
          </a:ln>
        </p:spPr>
      </p:pic>
      <p:sp>
        <p:nvSpPr>
          <p:cNvPr id="2315" name="TextBox 57"/>
          <p:cNvSpPr/>
          <p:nvPr/>
        </p:nvSpPr>
        <p:spPr>
          <a:xfrm>
            <a:off x="492120" y="3051000"/>
            <a:ext cx="35679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Is_crappy (binary tagger)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316" name="Picture 3" descr=""/>
          <p:cNvPicPr/>
          <p:nvPr/>
        </p:nvPicPr>
        <p:blipFill>
          <a:blip r:embed="rId3"/>
          <a:stretch/>
        </p:blipFill>
        <p:spPr>
          <a:xfrm>
            <a:off x="6299280" y="1959120"/>
            <a:ext cx="5892120" cy="4898160"/>
          </a:xfrm>
          <a:prstGeom prst="rect">
            <a:avLst/>
          </a:prstGeom>
          <a:ln w="0">
            <a:noFill/>
          </a:ln>
        </p:spPr>
      </p:pic>
      <p:sp>
        <p:nvSpPr>
          <p:cNvPr id="2317" name="TextBox 59"/>
          <p:cNvSpPr/>
          <p:nvPr/>
        </p:nvSpPr>
        <p:spPr>
          <a:xfrm>
            <a:off x="7689960" y="1664280"/>
            <a:ext cx="35679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Angle tagger: CM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ffffff"/>
            </a:gs>
            <a:gs pos="100000">
              <a:srgbClr val="a7a7a7"/>
            </a:gs>
          </a:gsLst>
          <a:lin ang="504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18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Tw Cen MT"/>
            </a:endParaRPr>
          </a:p>
        </p:txBody>
      </p:sp>
      <p:pic>
        <p:nvPicPr>
          <p:cNvPr id="2319" name="Picture 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1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ln w="0">
            <a:noFill/>
          </a:ln>
        </p:spPr>
      </p:pic>
      <p:grpSp>
        <p:nvGrpSpPr>
          <p:cNvPr id="2320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20400" cy="6857280"/>
            <a:chOff x="0" y="0"/>
            <a:chExt cx="1220400" cy="6857280"/>
          </a:xfrm>
        </p:grpSpPr>
        <p:sp>
          <p:nvSpPr>
            <p:cNvPr id="2321" name="Rectangle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28520" y="4680"/>
              <a:ext cx="23040" cy="218052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322" name="Freeform 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7520" y="217656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323" name="Freeform 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2840" y="4021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324" name="Freeform 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4200" y="4680"/>
              <a:ext cx="369000" cy="181044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810440"/>
                <a:gd name="textAreaBottom" fmla="*/ 1811160 h 1810440"/>
              </a:gdLst>
              <a:ahLst/>
              <a:rect l="textAreaLeft" t="textAreaTop" r="textAreaRight" b="textAreaBottom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325" name="Freeform 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17680" y="18018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326" name="Freeform 1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99880" y="4680"/>
              <a:ext cx="369000" cy="142956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429560"/>
                <a:gd name="textAreaBottom" fmla="*/ 1430280 h 1429560"/>
              </a:gdLst>
              <a:ahLst/>
              <a:rect l="textAreaLeft" t="textAreaTop" r="textAreaRight" b="textAreaBottom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327" name="Freeform 1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60520" y="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rect l="textAreaLeft" t="textAreaTop" r="textAreaRight" b="textAreaBottom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328" name="Freeform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3360" y="14209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329" name="Freeform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3360" y="9032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330" name="Freeform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55560" y="0"/>
              <a:ext cx="421560" cy="526320"/>
            </a:xfrm>
            <a:custGeom>
              <a:avLst/>
              <a:gdLst>
                <a:gd name="textAreaLeft" fmla="*/ 0 w 421560"/>
                <a:gd name="textAreaRight" fmla="*/ 422280 w 421560"/>
                <a:gd name="textAreaTop" fmla="*/ 0 h 526320"/>
                <a:gd name="textAreaBottom" fmla="*/ 527040 h 526320"/>
              </a:gdLst>
              <a:ahLst/>
              <a:rect l="textAreaLeft" t="textAreaTop" r="textAreaRight" b="textAreaBottom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331" name="Freeform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35000" y="488880"/>
              <a:ext cx="161280" cy="146880"/>
            </a:xfrm>
            <a:custGeom>
              <a:avLst/>
              <a:gdLst>
                <a:gd name="textAreaLeft" fmla="*/ 0 w 161280"/>
                <a:gd name="textAreaRight" fmla="*/ 162000 w 161280"/>
                <a:gd name="textAreaTop" fmla="*/ 0 h 146880"/>
                <a:gd name="textAreaBottom" fmla="*/ 147600 h 146880"/>
              </a:gdLst>
              <a:ahLst/>
              <a:rect l="textAreaLeft" t="textAreaTop" r="textAreaRight" b="textAreaBottom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332" name="Line 1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360" y="9360"/>
              <a:ext cx="360" cy="360"/>
            </a:xfrm>
            <a:prstGeom prst="line">
              <a:avLst/>
            </a:prstGeom>
            <a:ln w="15">
              <a:solidFill>
                <a:srgbClr val="ffffff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640" bIns="-44640" anchor="t">
              <a:noAutofit/>
            </a:bodyPr>
            <a:p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333" name="Freeform 1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60" y="1801800"/>
              <a:ext cx="123120" cy="126360"/>
            </a:xfrm>
            <a:custGeom>
              <a:avLst/>
              <a:gdLst>
                <a:gd name="textAreaLeft" fmla="*/ 0 w 123120"/>
                <a:gd name="textAreaRight" fmla="*/ 123840 w 123120"/>
                <a:gd name="textAreaTop" fmla="*/ 0 h 126360"/>
                <a:gd name="textAreaBottom" fmla="*/ 127080 h 126360"/>
              </a:gdLst>
              <a:ahLst/>
              <a:rect l="textAreaLeft" t="textAreaTop" r="textAreaRight" b="textAreaBottom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334" name="Freeform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680" y="3549600"/>
              <a:ext cx="146880" cy="480240"/>
            </a:xfrm>
            <a:custGeom>
              <a:avLst/>
              <a:gdLst>
                <a:gd name="textAreaLeft" fmla="*/ 0 w 146880"/>
                <a:gd name="textAreaRight" fmla="*/ 147600 w 146880"/>
                <a:gd name="textAreaTop" fmla="*/ 0 h 480240"/>
                <a:gd name="textAreaBottom" fmla="*/ 480960 h 480240"/>
              </a:gdLst>
              <a:ahLst/>
              <a:rect l="textAreaLeft" t="textAreaTop" r="textAreaRight" b="textAreaBottom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335" name="Freeform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2920" y="1382760"/>
              <a:ext cx="142200" cy="475560"/>
            </a:xfrm>
            <a:custGeom>
              <a:avLst/>
              <a:gdLst>
                <a:gd name="textAreaLeft" fmla="*/ 0 w 142200"/>
                <a:gd name="textAreaRight" fmla="*/ 142920 w 142200"/>
                <a:gd name="textAreaTop" fmla="*/ 0 h 475560"/>
                <a:gd name="textAreaBottom" fmla="*/ 476280 h 475560"/>
              </a:gdLst>
              <a:ahLst/>
              <a:rect l="textAreaLeft" t="textAreaTop" r="textAreaRight" b="textAreaBottom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336" name="Freeform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9240" y="1849320"/>
              <a:ext cx="113760" cy="107280"/>
            </a:xfrm>
            <a:custGeom>
              <a:avLst/>
              <a:gdLst>
                <a:gd name="textAreaLeft" fmla="*/ 0 w 113760"/>
                <a:gd name="textAreaRight" fmla="*/ 114480 w 113760"/>
                <a:gd name="textAreaTop" fmla="*/ 0 h 107280"/>
                <a:gd name="textAreaBottom" fmla="*/ 108000 h 107280"/>
              </a:gdLst>
              <a:ahLst/>
              <a:rect l="textAreaLeft" t="textAreaTop" r="textAreaRight" b="textAreaBottom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337" name="Rectangl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7600" y="4662360"/>
              <a:ext cx="23040" cy="218052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338" name="Freeform 2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960" y="5041800"/>
              <a:ext cx="369000" cy="180108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801080"/>
                <a:gd name="textAreaBottom" fmla="*/ 1801800 h 1801080"/>
              </a:gdLst>
              <a:ahLst/>
              <a:rect l="textAreaLeft" t="textAreaTop" r="textAreaRight" b="textAreaBottom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339" name="Freeform 2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6600" y="4481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340" name="Freeform 2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5627520"/>
              <a:ext cx="84960" cy="1215360"/>
            </a:xfrm>
            <a:custGeom>
              <a:avLst/>
              <a:gdLst>
                <a:gd name="textAreaLeft" fmla="*/ 0 w 84960"/>
                <a:gd name="textAreaRight" fmla="*/ 85680 w 84960"/>
                <a:gd name="textAreaTop" fmla="*/ 0 h 1215360"/>
                <a:gd name="textAreaBottom" fmla="*/ 1216080 h 1215360"/>
              </a:gdLst>
              <a:ahLst/>
              <a:rect l="textAreaLeft" t="textAreaTop" r="textAreaRight" b="textAreaBottom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341" name="Freeform 2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1440" y="4867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342" name="Freeform 2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4000" y="5423040"/>
              <a:ext cx="374040" cy="1424880"/>
            </a:xfrm>
            <a:custGeom>
              <a:avLst/>
              <a:gdLst>
                <a:gd name="textAreaLeft" fmla="*/ 0 w 374040"/>
                <a:gd name="textAreaRight" fmla="*/ 374760 w 374040"/>
                <a:gd name="textAreaTop" fmla="*/ 0 h 1424880"/>
                <a:gd name="textAreaBottom" fmla="*/ 1425600 h 1424880"/>
              </a:gdLst>
              <a:ahLst/>
              <a:rect l="textAreaLeft" t="textAreaTop" r="textAreaRight" b="textAreaBottom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343" name="Freeform 2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84280" y="594504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rect l="textAreaLeft" t="textAreaTop" r="textAreaRight" b="textAreaBottom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344" name="Freeform 2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7120" y="5246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345" name="Freeform 2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7120" y="57643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346" name="Freeform 3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84360" y="6330960"/>
              <a:ext cx="416880" cy="516960"/>
            </a:xfrm>
            <a:custGeom>
              <a:avLst/>
              <a:gdLst>
                <a:gd name="textAreaLeft" fmla="*/ 0 w 416880"/>
                <a:gd name="textAreaRight" fmla="*/ 417600 w 416880"/>
                <a:gd name="textAreaTop" fmla="*/ 0 h 516960"/>
                <a:gd name="textAreaBottom" fmla="*/ 517680 h 516960"/>
              </a:gdLst>
              <a:ahLst/>
              <a:rect l="textAreaLeft" t="textAreaTop" r="textAreaRight" b="textAreaBottom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347" name="Freeform 3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63800" y="6221520"/>
              <a:ext cx="156600" cy="14688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46880"/>
                <a:gd name="textAreaBottom" fmla="*/ 147600 h 146880"/>
              </a:gdLst>
              <a:ahLst/>
              <a:rect l="textAreaLeft" t="textAreaTop" r="textAreaRight" b="textAreaBottom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</p:grpSp>
      <p:grpSp>
        <p:nvGrpSpPr>
          <p:cNvPr id="2348" name="Group 4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1364840" y="0"/>
            <a:ext cx="673920" cy="6847920"/>
            <a:chOff x="11364840" y="0"/>
            <a:chExt cx="673920" cy="6847920"/>
          </a:xfrm>
        </p:grpSpPr>
        <p:sp>
          <p:nvSpPr>
            <p:cNvPr id="2349" name="Freeform 3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84000" y="0"/>
              <a:ext cx="416880" cy="511920"/>
            </a:xfrm>
            <a:custGeom>
              <a:avLst/>
              <a:gdLst>
                <a:gd name="textAreaLeft" fmla="*/ 0 w 416880"/>
                <a:gd name="textAreaRight" fmla="*/ 417600 w 416880"/>
                <a:gd name="textAreaTop" fmla="*/ 0 h 511920"/>
                <a:gd name="textAreaBottom" fmla="*/ 512640 h 511920"/>
              </a:gdLst>
              <a:ahLst/>
              <a:rect l="textAreaLeft" t="textAreaTop" r="textAreaRight" b="textAreaBottom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350" name="Freeform 3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364840" y="474840"/>
              <a:ext cx="156600" cy="15156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1560"/>
                <a:gd name="textAreaBottom" fmla="*/ 152280 h 151560"/>
              </a:gdLst>
              <a:ahLst/>
              <a:rect l="textAreaLeft" t="textAreaTop" r="textAreaRight" b="textAreaBottom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351" name="Freeform 3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31600" y="1539720"/>
              <a:ext cx="188280" cy="189720"/>
            </a:xfrm>
            <a:custGeom>
              <a:avLst/>
              <a:gdLst>
                <a:gd name="textAreaLeft" fmla="*/ 0 w 188280"/>
                <a:gd name="textAreaRight" fmla="*/ 189000 w 18828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352" name="Freeform 3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531520" y="5694480"/>
              <a:ext cx="297720" cy="1153440"/>
            </a:xfrm>
            <a:custGeom>
              <a:avLst/>
              <a:gdLst>
                <a:gd name="textAreaLeft" fmla="*/ 0 w 297720"/>
                <a:gd name="textAreaRight" fmla="*/ 298440 w 297720"/>
                <a:gd name="textAreaTop" fmla="*/ 0 h 1153440"/>
                <a:gd name="textAreaBottom" fmla="*/ 1154160 h 1153440"/>
              </a:gdLst>
              <a:ahLst/>
              <a:rect l="textAreaLeft" t="textAreaTop" r="textAreaRight" b="textAreaBottom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353" name="Freeform 3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73080" y="5551560"/>
              <a:ext cx="156600" cy="15480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4800"/>
                <a:gd name="textAreaBottom" fmla="*/ 155520 h 154800"/>
              </a:gdLst>
              <a:ahLst/>
              <a:rect l="textAreaLeft" t="textAreaTop" r="textAreaRight" b="textAreaBottom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354" name="Freeform 3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11160" y="4680"/>
              <a:ext cx="304200" cy="154404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44040"/>
                <a:gd name="textAreaBottom" fmla="*/ 1544760 h 1544040"/>
              </a:gdLst>
              <a:ahLst/>
              <a:rect l="textAreaLeft" t="textAreaTop" r="textAreaRight" b="textAreaBottom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355" name="Freeform 3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36280" y="4867200"/>
              <a:ext cx="188280" cy="188280"/>
            </a:xfrm>
            <a:custGeom>
              <a:avLst/>
              <a:gdLst>
                <a:gd name="textAreaLeft" fmla="*/ 0 w 188280"/>
                <a:gd name="textAreaRight" fmla="*/ 189000 w 18828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356" name="Freeform 3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41160" y="5046840"/>
              <a:ext cx="307080" cy="1801080"/>
            </a:xfrm>
            <a:custGeom>
              <a:avLst/>
              <a:gdLst>
                <a:gd name="textAreaLeft" fmla="*/ 0 w 307080"/>
                <a:gd name="textAreaRight" fmla="*/ 307800 w 307080"/>
                <a:gd name="textAreaTop" fmla="*/ 0 h 1801080"/>
                <a:gd name="textAreaBottom" fmla="*/ 1801800 h 1801080"/>
              </a:gdLst>
              <a:ahLst/>
              <a:rect l="textAreaLeft" t="textAreaTop" r="textAreaRight" b="textAreaBottom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357" name="Freeform 4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849040" y="641664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358" name="Rectangle 4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939760" y="6595920"/>
              <a:ext cx="23040" cy="25164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</p:grpSp>
      <p:sp>
        <p:nvSpPr>
          <p:cNvPr id="2359" name="Title 1"/>
          <p:cNvSpPr/>
          <p:nvPr/>
        </p:nvSpPr>
        <p:spPr>
          <a:xfrm>
            <a:off x="299880" y="73800"/>
            <a:ext cx="10514880" cy="13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90000"/>
              </a:lnSpc>
            </a:pPr>
            <a:endParaRPr b="0" lang="nl-BE" sz="3600" spc="-1" strike="noStrike" cap="all">
              <a:solidFill>
                <a:schemeClr val="dk1"/>
              </a:solidFill>
              <a:latin typeface="Tw Cen MT"/>
            </a:endParaRPr>
          </a:p>
        </p:txBody>
      </p:sp>
      <p:pic>
        <p:nvPicPr>
          <p:cNvPr id="2360" name="Picture 3" descr="A black background with a black square&#10;&#10;Description automatically generated with medium confidence"/>
          <p:cNvPicPr/>
          <p:nvPr/>
        </p:nvPicPr>
        <p:blipFill>
          <a:blip r:embed="rId2"/>
          <a:stretch/>
        </p:blipFill>
        <p:spPr>
          <a:xfrm>
            <a:off x="225000" y="1384560"/>
            <a:ext cx="1225440" cy="997920"/>
          </a:xfrm>
          <a:prstGeom prst="rect">
            <a:avLst/>
          </a:prstGeom>
          <a:ln w="0">
            <a:noFill/>
          </a:ln>
        </p:spPr>
      </p:pic>
      <p:pic>
        <p:nvPicPr>
          <p:cNvPr id="2361" name="Picture 5" descr="A blue and white sign&#10;&#10;Description automatically generated"/>
          <p:cNvPicPr/>
          <p:nvPr/>
        </p:nvPicPr>
        <p:blipFill>
          <a:blip r:embed="rId3"/>
          <a:stretch/>
        </p:blipFill>
        <p:spPr>
          <a:xfrm>
            <a:off x="2277000" y="1402200"/>
            <a:ext cx="3142800" cy="980640"/>
          </a:xfrm>
          <a:prstGeom prst="rect">
            <a:avLst/>
          </a:prstGeom>
          <a:ln w="0">
            <a:noFill/>
          </a:ln>
        </p:spPr>
      </p:pic>
      <p:sp>
        <p:nvSpPr>
          <p:cNvPr id="2362" name="Arrow: Right 6"/>
          <p:cNvSpPr/>
          <p:nvPr/>
        </p:nvSpPr>
        <p:spPr>
          <a:xfrm>
            <a:off x="1546560" y="1789920"/>
            <a:ext cx="670320" cy="359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acd4c"/>
          </a:solidFill>
          <a:ln>
            <a:solidFill>
              <a:srgbClr val="43592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nl-BE" sz="1800" spc="-1" strike="noStrike">
              <a:solidFill>
                <a:schemeClr val="lt1"/>
              </a:solidFill>
              <a:latin typeface="Tw Cen MT"/>
            </a:endParaRPr>
          </a:p>
        </p:txBody>
      </p:sp>
      <p:sp>
        <p:nvSpPr>
          <p:cNvPr id="2363" name="TextBox 8"/>
          <p:cNvSpPr/>
          <p:nvPr/>
        </p:nvSpPr>
        <p:spPr>
          <a:xfrm>
            <a:off x="2352960" y="2393640"/>
            <a:ext cx="300528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Bounding box: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	</a:t>
            </a: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x1,y1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	</a:t>
            </a: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x2,y2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4" name="AutoShape 8"/>
          <p:cNvSpPr/>
          <p:nvPr/>
        </p:nvSpPr>
        <p:spPr>
          <a:xfrm>
            <a:off x="2881440" y="1285920"/>
            <a:ext cx="6428520" cy="42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nl-BE" sz="1800" spc="-1" strike="noStrike">
              <a:solidFill>
                <a:schemeClr val="dk1"/>
              </a:solidFill>
              <a:latin typeface="Tw Cen MT"/>
            </a:endParaRPr>
          </a:p>
        </p:txBody>
      </p:sp>
      <p:sp>
        <p:nvSpPr>
          <p:cNvPr id="2365" name="AutoShape 14"/>
          <p:cNvSpPr/>
          <p:nvPr/>
        </p:nvSpPr>
        <p:spPr>
          <a:xfrm>
            <a:off x="4905360" y="1995480"/>
            <a:ext cx="2380680" cy="286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nl-BE" sz="1800" spc="-1" strike="noStrike">
              <a:solidFill>
                <a:schemeClr val="dk1"/>
              </a:solidFill>
              <a:latin typeface="Tw Cen MT"/>
            </a:endParaRPr>
          </a:p>
        </p:txBody>
      </p:sp>
      <p:pic>
        <p:nvPicPr>
          <p:cNvPr id="2366" name="Picture 51" descr="A diagram of a network&#10;&#10;Description automatically generated"/>
          <p:cNvPicPr/>
          <p:nvPr/>
        </p:nvPicPr>
        <p:blipFill>
          <a:blip r:embed="rId4"/>
          <a:stretch/>
        </p:blipFill>
        <p:spPr>
          <a:xfrm>
            <a:off x="6217200" y="945000"/>
            <a:ext cx="1800000" cy="2049120"/>
          </a:xfrm>
          <a:prstGeom prst="rect">
            <a:avLst/>
          </a:prstGeom>
          <a:ln w="0">
            <a:noFill/>
          </a:ln>
        </p:spPr>
      </p:pic>
      <p:sp>
        <p:nvSpPr>
          <p:cNvPr id="2367" name="Arrow: Right 52"/>
          <p:cNvSpPr/>
          <p:nvPr/>
        </p:nvSpPr>
        <p:spPr>
          <a:xfrm>
            <a:off x="5483520" y="1712880"/>
            <a:ext cx="670320" cy="359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acd4c"/>
          </a:solidFill>
          <a:ln>
            <a:solidFill>
              <a:srgbClr val="43592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nl-BE" sz="1800" spc="-1" strike="noStrike">
              <a:solidFill>
                <a:schemeClr val="lt1"/>
              </a:solidFill>
              <a:latin typeface="Tw Cen MT"/>
            </a:endParaRPr>
          </a:p>
        </p:txBody>
      </p:sp>
      <p:sp>
        <p:nvSpPr>
          <p:cNvPr id="2368" name="TextBox 53"/>
          <p:cNvSpPr/>
          <p:nvPr/>
        </p:nvSpPr>
        <p:spPr>
          <a:xfrm>
            <a:off x="6088680" y="71280"/>
            <a:ext cx="187272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CNN1: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Bin tag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angle tag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9" name="Arrow: Right 54"/>
          <p:cNvSpPr/>
          <p:nvPr/>
        </p:nvSpPr>
        <p:spPr>
          <a:xfrm>
            <a:off x="8007840" y="1716120"/>
            <a:ext cx="670320" cy="359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acd4c"/>
          </a:solidFill>
          <a:ln>
            <a:solidFill>
              <a:srgbClr val="43592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nl-BE" sz="1800" spc="-1" strike="noStrike">
              <a:solidFill>
                <a:schemeClr val="lt1"/>
              </a:solidFill>
              <a:latin typeface="Tw Cen MT"/>
            </a:endParaRPr>
          </a:p>
        </p:txBody>
      </p:sp>
      <p:pic>
        <p:nvPicPr>
          <p:cNvPr id="2370" name="Picture 55" descr="A diagram of a network&#10;&#10;Description automatically generated"/>
          <p:cNvPicPr/>
          <p:nvPr/>
        </p:nvPicPr>
        <p:blipFill>
          <a:blip r:embed="rId5"/>
          <a:stretch/>
        </p:blipFill>
        <p:spPr>
          <a:xfrm>
            <a:off x="8961840" y="941400"/>
            <a:ext cx="1800000" cy="2049120"/>
          </a:xfrm>
          <a:prstGeom prst="rect">
            <a:avLst/>
          </a:prstGeom>
          <a:ln w="0">
            <a:noFill/>
          </a:ln>
        </p:spPr>
      </p:pic>
      <p:sp>
        <p:nvSpPr>
          <p:cNvPr id="2371" name="TextBox 56"/>
          <p:cNvSpPr/>
          <p:nvPr/>
        </p:nvSpPr>
        <p:spPr>
          <a:xfrm>
            <a:off x="8343720" y="351360"/>
            <a:ext cx="2918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CNN2: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brand classification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2" name="TextBox 57"/>
          <p:cNvSpPr/>
          <p:nvPr/>
        </p:nvSpPr>
        <p:spPr>
          <a:xfrm>
            <a:off x="6391080" y="3501000"/>
            <a:ext cx="291888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CNN3a: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Model classification (audi)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3" name="TextBox 58"/>
          <p:cNvSpPr/>
          <p:nvPr/>
        </p:nvSpPr>
        <p:spPr>
          <a:xfrm>
            <a:off x="9261720" y="3512160"/>
            <a:ext cx="2918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CNN3b: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Model classification (fiat)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4" name="Arrow: Right 59"/>
          <p:cNvSpPr/>
          <p:nvPr/>
        </p:nvSpPr>
        <p:spPr>
          <a:xfrm rot="7965000">
            <a:off x="8986680" y="3085560"/>
            <a:ext cx="670320" cy="359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acd4c"/>
          </a:solidFill>
          <a:ln>
            <a:solidFill>
              <a:srgbClr val="43592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nl-BE" sz="1800" spc="-1" strike="noStrike">
              <a:solidFill>
                <a:schemeClr val="lt1"/>
              </a:solidFill>
              <a:latin typeface="Tw Cen MT"/>
            </a:endParaRPr>
          </a:p>
        </p:txBody>
      </p:sp>
      <p:sp>
        <p:nvSpPr>
          <p:cNvPr id="2375" name="Arrow: Right 60"/>
          <p:cNvSpPr/>
          <p:nvPr/>
        </p:nvSpPr>
        <p:spPr>
          <a:xfrm rot="2662200">
            <a:off x="9932760" y="3050280"/>
            <a:ext cx="670320" cy="359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acd4c"/>
          </a:solidFill>
          <a:ln>
            <a:solidFill>
              <a:srgbClr val="43592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nl-BE" sz="1800" spc="-1" strike="noStrike">
              <a:solidFill>
                <a:schemeClr val="lt1"/>
              </a:solidFill>
              <a:latin typeface="Tw Cen MT"/>
            </a:endParaRPr>
          </a:p>
        </p:txBody>
      </p:sp>
      <p:pic>
        <p:nvPicPr>
          <p:cNvPr id="2376" name="Picture 61" descr="A diagram of a network&#10;&#10;Description automatically generated"/>
          <p:cNvPicPr/>
          <p:nvPr/>
        </p:nvPicPr>
        <p:blipFill>
          <a:blip r:embed="rId6"/>
          <a:stretch/>
        </p:blipFill>
        <p:spPr>
          <a:xfrm>
            <a:off x="7069320" y="4366800"/>
            <a:ext cx="1800000" cy="2049120"/>
          </a:xfrm>
          <a:prstGeom prst="rect">
            <a:avLst/>
          </a:prstGeom>
          <a:ln w="0">
            <a:noFill/>
          </a:ln>
        </p:spPr>
      </p:pic>
      <p:pic>
        <p:nvPicPr>
          <p:cNvPr id="2377" name="Picture 62" descr="A diagram of a network&#10;&#10;Description automatically generated"/>
          <p:cNvPicPr/>
          <p:nvPr/>
        </p:nvPicPr>
        <p:blipFill>
          <a:blip r:embed="rId7"/>
          <a:stretch/>
        </p:blipFill>
        <p:spPr>
          <a:xfrm>
            <a:off x="9902520" y="4366800"/>
            <a:ext cx="1800000" cy="2049120"/>
          </a:xfrm>
          <a:prstGeom prst="rect">
            <a:avLst/>
          </a:prstGeom>
          <a:ln w="0">
            <a:noFill/>
          </a:ln>
        </p:spPr>
      </p:pic>
      <p:sp>
        <p:nvSpPr>
          <p:cNvPr id="2378" name="Arrow: Right 63"/>
          <p:cNvSpPr/>
          <p:nvPr/>
        </p:nvSpPr>
        <p:spPr>
          <a:xfrm>
            <a:off x="5531400" y="2847240"/>
            <a:ext cx="3147120" cy="359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acd4c"/>
          </a:solidFill>
          <a:ln>
            <a:solidFill>
              <a:srgbClr val="43592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nl-BE" sz="1800" spc="-1" strike="noStrike">
              <a:solidFill>
                <a:schemeClr val="lt1"/>
              </a:solidFill>
              <a:latin typeface="Tw Cen MT"/>
            </a:endParaRPr>
          </a:p>
        </p:txBody>
      </p:sp>
      <p:sp>
        <p:nvSpPr>
          <p:cNvPr id="2379" name="Rectangle 64"/>
          <p:cNvSpPr/>
          <p:nvPr/>
        </p:nvSpPr>
        <p:spPr>
          <a:xfrm>
            <a:off x="8518320" y="0"/>
            <a:ext cx="2434320" cy="3423600"/>
          </a:xfrm>
          <a:prstGeom prst="rect">
            <a:avLst/>
          </a:prstGeom>
          <a:noFill/>
          <a:ln w="57150">
            <a:solidFill>
              <a:srgbClr val="719738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Tw Cen MT"/>
            </a:endParaRPr>
          </a:p>
        </p:txBody>
      </p:sp>
      <p:sp>
        <p:nvSpPr>
          <p:cNvPr id="2380" name="PlaceHolder 1"/>
          <p:cNvSpPr>
            <a:spLocks noGrp="1"/>
          </p:cNvSpPr>
          <p:nvPr>
            <p:ph type="title"/>
          </p:nvPr>
        </p:nvSpPr>
        <p:spPr>
          <a:xfrm>
            <a:off x="1141560" y="618480"/>
            <a:ext cx="9905400" cy="1477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1" name="PlaceHolder 2"/>
          <p:cNvSpPr>
            <a:spLocks noGrp="1"/>
          </p:cNvSpPr>
          <p:nvPr>
            <p:ph type="ftr" idx="73"/>
          </p:nvPr>
        </p:nvSpPr>
        <p:spPr>
          <a:xfrm>
            <a:off x="712800" y="-15840"/>
            <a:ext cx="623844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1" lang="en-US" sz="1050" spc="-1" strike="noStrike" cap="all">
                <a:solidFill>
                  <a:schemeClr val="dk1">
                    <a:lumMod val="65000"/>
                    <a:lumOff val="35000"/>
                  </a:schemeClr>
                </a:solidFill>
                <a:latin typeface="Tw Cen MT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50" spc="-1" strike="noStrike" cap="all">
                <a:solidFill>
                  <a:schemeClr val="dk1">
                    <a:lumMod val="65000"/>
                    <a:lumOff val="35000"/>
                  </a:schemeClr>
                </a:solidFill>
                <a:latin typeface="Tw Cen MT"/>
              </a:rPr>
              <a:t>https://github.com/Frederic-P/automotive_project</a:t>
            </a:r>
            <a:endParaRPr b="0" lang="en-US" sz="10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ffffff"/>
            </a:gs>
            <a:gs pos="100000">
              <a:srgbClr val="a7a7a7"/>
            </a:gs>
          </a:gsLst>
          <a:lin ang="504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82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Tw Cen MT"/>
            </a:endParaRPr>
          </a:p>
        </p:txBody>
      </p:sp>
      <p:pic>
        <p:nvPicPr>
          <p:cNvPr id="2383" name="Picture 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1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ln w="0">
            <a:noFill/>
          </a:ln>
        </p:spPr>
      </p:pic>
      <p:grpSp>
        <p:nvGrpSpPr>
          <p:cNvPr id="2384" name="Group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20400" cy="6857280"/>
            <a:chOff x="0" y="0"/>
            <a:chExt cx="1220400" cy="6857280"/>
          </a:xfrm>
        </p:grpSpPr>
        <p:sp>
          <p:nvSpPr>
            <p:cNvPr id="2385" name="Rectangle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28520" y="4680"/>
              <a:ext cx="23040" cy="218052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386" name="Freeform 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7520" y="217656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387" name="Freeform 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2840" y="4021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388" name="Freeform 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4200" y="4680"/>
              <a:ext cx="369000" cy="181044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810440"/>
                <a:gd name="textAreaBottom" fmla="*/ 1811160 h 1810440"/>
              </a:gdLst>
              <a:ahLst/>
              <a:rect l="textAreaLeft" t="textAreaTop" r="textAreaRight" b="textAreaBottom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389" name="Freeform 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17680" y="18018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390" name="Freeform 1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99880" y="4680"/>
              <a:ext cx="369000" cy="142956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429560"/>
                <a:gd name="textAreaBottom" fmla="*/ 1430280 h 1429560"/>
              </a:gdLst>
              <a:ahLst/>
              <a:rect l="textAreaLeft" t="textAreaTop" r="textAreaRight" b="textAreaBottom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391" name="Freeform 1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60520" y="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rect l="textAreaLeft" t="textAreaTop" r="textAreaRight" b="textAreaBottom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392" name="Freeform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3360" y="14209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393" name="Freeform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3360" y="9032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394" name="Freeform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55560" y="0"/>
              <a:ext cx="421560" cy="526320"/>
            </a:xfrm>
            <a:custGeom>
              <a:avLst/>
              <a:gdLst>
                <a:gd name="textAreaLeft" fmla="*/ 0 w 421560"/>
                <a:gd name="textAreaRight" fmla="*/ 422280 w 421560"/>
                <a:gd name="textAreaTop" fmla="*/ 0 h 526320"/>
                <a:gd name="textAreaBottom" fmla="*/ 527040 h 526320"/>
              </a:gdLst>
              <a:ahLst/>
              <a:rect l="textAreaLeft" t="textAreaTop" r="textAreaRight" b="textAreaBottom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395" name="Freeform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35000" y="488880"/>
              <a:ext cx="161280" cy="146880"/>
            </a:xfrm>
            <a:custGeom>
              <a:avLst/>
              <a:gdLst>
                <a:gd name="textAreaLeft" fmla="*/ 0 w 161280"/>
                <a:gd name="textAreaRight" fmla="*/ 162000 w 161280"/>
                <a:gd name="textAreaTop" fmla="*/ 0 h 146880"/>
                <a:gd name="textAreaBottom" fmla="*/ 147600 h 146880"/>
              </a:gdLst>
              <a:ahLst/>
              <a:rect l="textAreaLeft" t="textAreaTop" r="textAreaRight" b="textAreaBottom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396" name="Line 1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360" y="9360"/>
              <a:ext cx="360" cy="360"/>
            </a:xfrm>
            <a:prstGeom prst="line">
              <a:avLst/>
            </a:prstGeom>
            <a:ln w="15">
              <a:solidFill>
                <a:srgbClr val="ffffff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640" bIns="-44640" anchor="t">
              <a:noAutofit/>
            </a:bodyPr>
            <a:p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397" name="Freeform 1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60" y="1801800"/>
              <a:ext cx="123120" cy="126360"/>
            </a:xfrm>
            <a:custGeom>
              <a:avLst/>
              <a:gdLst>
                <a:gd name="textAreaLeft" fmla="*/ 0 w 123120"/>
                <a:gd name="textAreaRight" fmla="*/ 123840 w 123120"/>
                <a:gd name="textAreaTop" fmla="*/ 0 h 126360"/>
                <a:gd name="textAreaBottom" fmla="*/ 127080 h 126360"/>
              </a:gdLst>
              <a:ahLst/>
              <a:rect l="textAreaLeft" t="textAreaTop" r="textAreaRight" b="textAreaBottom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398" name="Freeform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680" y="3549600"/>
              <a:ext cx="146880" cy="480240"/>
            </a:xfrm>
            <a:custGeom>
              <a:avLst/>
              <a:gdLst>
                <a:gd name="textAreaLeft" fmla="*/ 0 w 146880"/>
                <a:gd name="textAreaRight" fmla="*/ 147600 w 146880"/>
                <a:gd name="textAreaTop" fmla="*/ 0 h 480240"/>
                <a:gd name="textAreaBottom" fmla="*/ 480960 h 480240"/>
              </a:gdLst>
              <a:ahLst/>
              <a:rect l="textAreaLeft" t="textAreaTop" r="textAreaRight" b="textAreaBottom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399" name="Freeform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2920" y="1382760"/>
              <a:ext cx="142200" cy="475560"/>
            </a:xfrm>
            <a:custGeom>
              <a:avLst/>
              <a:gdLst>
                <a:gd name="textAreaLeft" fmla="*/ 0 w 142200"/>
                <a:gd name="textAreaRight" fmla="*/ 142920 w 142200"/>
                <a:gd name="textAreaTop" fmla="*/ 0 h 475560"/>
                <a:gd name="textAreaBottom" fmla="*/ 476280 h 475560"/>
              </a:gdLst>
              <a:ahLst/>
              <a:rect l="textAreaLeft" t="textAreaTop" r="textAreaRight" b="textAreaBottom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400" name="Freeform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9240" y="1849320"/>
              <a:ext cx="113760" cy="107280"/>
            </a:xfrm>
            <a:custGeom>
              <a:avLst/>
              <a:gdLst>
                <a:gd name="textAreaLeft" fmla="*/ 0 w 113760"/>
                <a:gd name="textAreaRight" fmla="*/ 114480 w 113760"/>
                <a:gd name="textAreaTop" fmla="*/ 0 h 107280"/>
                <a:gd name="textAreaBottom" fmla="*/ 108000 h 107280"/>
              </a:gdLst>
              <a:ahLst/>
              <a:rect l="textAreaLeft" t="textAreaTop" r="textAreaRight" b="textAreaBottom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401" name="Rectangle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7600" y="4662360"/>
              <a:ext cx="23040" cy="218052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402" name="Freeform 2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960" y="5041800"/>
              <a:ext cx="369000" cy="1801080"/>
            </a:xfrm>
            <a:custGeom>
              <a:avLst/>
              <a:gdLst>
                <a:gd name="textAreaLeft" fmla="*/ 0 w 369000"/>
                <a:gd name="textAreaRight" fmla="*/ 369720 w 369000"/>
                <a:gd name="textAreaTop" fmla="*/ 0 h 1801080"/>
                <a:gd name="textAreaBottom" fmla="*/ 1801800 h 1801080"/>
              </a:gdLst>
              <a:ahLst/>
              <a:rect l="textAreaLeft" t="textAreaTop" r="textAreaRight" b="textAreaBottom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403" name="Freeform 2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6600" y="4481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404" name="Freeform 2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5627520"/>
              <a:ext cx="84960" cy="1215360"/>
            </a:xfrm>
            <a:custGeom>
              <a:avLst/>
              <a:gdLst>
                <a:gd name="textAreaLeft" fmla="*/ 0 w 84960"/>
                <a:gd name="textAreaRight" fmla="*/ 85680 w 84960"/>
                <a:gd name="textAreaTop" fmla="*/ 0 h 1215360"/>
                <a:gd name="textAreaBottom" fmla="*/ 1216080 h 1215360"/>
              </a:gdLst>
              <a:ahLst/>
              <a:rect l="textAreaLeft" t="textAreaTop" r="textAreaRight" b="textAreaBottom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405" name="Freeform 2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1440" y="4867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406" name="Freeform 2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4000" y="5423040"/>
              <a:ext cx="374040" cy="1424880"/>
            </a:xfrm>
            <a:custGeom>
              <a:avLst/>
              <a:gdLst>
                <a:gd name="textAreaLeft" fmla="*/ 0 w 374040"/>
                <a:gd name="textAreaRight" fmla="*/ 374760 w 374040"/>
                <a:gd name="textAreaTop" fmla="*/ 0 h 1424880"/>
                <a:gd name="textAreaBottom" fmla="*/ 1425600 h 1424880"/>
              </a:gdLst>
              <a:ahLst/>
              <a:rect l="textAreaLeft" t="textAreaTop" r="textAreaRight" b="textAreaBottom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407" name="Freeform 2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84280" y="594504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rect l="textAreaLeft" t="textAreaTop" r="textAreaRight" b="textAreaBottom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408" name="Freeform 2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7120" y="5246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409" name="Freeform 2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7120" y="57643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410" name="Freeform 3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84360" y="6330960"/>
              <a:ext cx="416880" cy="516960"/>
            </a:xfrm>
            <a:custGeom>
              <a:avLst/>
              <a:gdLst>
                <a:gd name="textAreaLeft" fmla="*/ 0 w 416880"/>
                <a:gd name="textAreaRight" fmla="*/ 417600 w 416880"/>
                <a:gd name="textAreaTop" fmla="*/ 0 h 516960"/>
                <a:gd name="textAreaBottom" fmla="*/ 517680 h 516960"/>
              </a:gdLst>
              <a:ahLst/>
              <a:rect l="textAreaLeft" t="textAreaTop" r="textAreaRight" b="textAreaBottom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411" name="Freeform 3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63800" y="6221520"/>
              <a:ext cx="156600" cy="14688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46880"/>
                <a:gd name="textAreaBottom" fmla="*/ 147600 h 146880"/>
              </a:gdLst>
              <a:ahLst/>
              <a:rect l="textAreaLeft" t="textAreaTop" r="textAreaRight" b="textAreaBottom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</p:grpSp>
      <p:grpSp>
        <p:nvGrpSpPr>
          <p:cNvPr id="2412" name="Group 4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1364840" y="0"/>
            <a:ext cx="673920" cy="6847920"/>
            <a:chOff x="11364840" y="0"/>
            <a:chExt cx="673920" cy="6847920"/>
          </a:xfrm>
        </p:grpSpPr>
        <p:sp>
          <p:nvSpPr>
            <p:cNvPr id="2413" name="Freeform 3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84000" y="0"/>
              <a:ext cx="416880" cy="511920"/>
            </a:xfrm>
            <a:custGeom>
              <a:avLst/>
              <a:gdLst>
                <a:gd name="textAreaLeft" fmla="*/ 0 w 416880"/>
                <a:gd name="textAreaRight" fmla="*/ 417600 w 416880"/>
                <a:gd name="textAreaTop" fmla="*/ 0 h 511920"/>
                <a:gd name="textAreaBottom" fmla="*/ 512640 h 511920"/>
              </a:gdLst>
              <a:ahLst/>
              <a:rect l="textAreaLeft" t="textAreaTop" r="textAreaRight" b="textAreaBottom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414" name="Freeform 3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364840" y="474840"/>
              <a:ext cx="156600" cy="15156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1560"/>
                <a:gd name="textAreaBottom" fmla="*/ 152280 h 151560"/>
              </a:gdLst>
              <a:ahLst/>
              <a:rect l="textAreaLeft" t="textAreaTop" r="textAreaRight" b="textAreaBottom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415" name="Freeform 3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31600" y="1539720"/>
              <a:ext cx="188280" cy="189720"/>
            </a:xfrm>
            <a:custGeom>
              <a:avLst/>
              <a:gdLst>
                <a:gd name="textAreaLeft" fmla="*/ 0 w 188280"/>
                <a:gd name="textAreaRight" fmla="*/ 189000 w 188280"/>
                <a:gd name="textAreaTop" fmla="*/ 0 h 189720"/>
                <a:gd name="textAreaBottom" fmla="*/ 190440 h 18972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416" name="Freeform 3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531520" y="5694480"/>
              <a:ext cx="297720" cy="1153440"/>
            </a:xfrm>
            <a:custGeom>
              <a:avLst/>
              <a:gdLst>
                <a:gd name="textAreaLeft" fmla="*/ 0 w 297720"/>
                <a:gd name="textAreaRight" fmla="*/ 298440 w 297720"/>
                <a:gd name="textAreaTop" fmla="*/ 0 h 1153440"/>
                <a:gd name="textAreaBottom" fmla="*/ 1154160 h 1153440"/>
              </a:gdLst>
              <a:ahLst/>
              <a:rect l="textAreaLeft" t="textAreaTop" r="textAreaRight" b="textAreaBottom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417" name="Freeform 3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73080" y="5551560"/>
              <a:ext cx="156600" cy="15480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4800"/>
                <a:gd name="textAreaBottom" fmla="*/ 155520 h 154800"/>
              </a:gdLst>
              <a:ahLst/>
              <a:rect l="textAreaLeft" t="textAreaTop" r="textAreaRight" b="textAreaBottom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418" name="Freeform 3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11160" y="4680"/>
              <a:ext cx="304200" cy="154404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544040"/>
                <a:gd name="textAreaBottom" fmla="*/ 1544760 h 1544040"/>
              </a:gdLst>
              <a:ahLst/>
              <a:rect l="textAreaLeft" t="textAreaTop" r="textAreaRight" b="textAreaBottom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419" name="Freeform 3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36280" y="4867200"/>
              <a:ext cx="188280" cy="188280"/>
            </a:xfrm>
            <a:custGeom>
              <a:avLst/>
              <a:gdLst>
                <a:gd name="textAreaLeft" fmla="*/ 0 w 188280"/>
                <a:gd name="textAreaRight" fmla="*/ 189000 w 18828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420" name="Freeform 3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41160" y="5046840"/>
              <a:ext cx="307080" cy="1801080"/>
            </a:xfrm>
            <a:custGeom>
              <a:avLst/>
              <a:gdLst>
                <a:gd name="textAreaLeft" fmla="*/ 0 w 307080"/>
                <a:gd name="textAreaRight" fmla="*/ 307800 w 307080"/>
                <a:gd name="textAreaTop" fmla="*/ 0 h 1801080"/>
                <a:gd name="textAreaBottom" fmla="*/ 1801800 h 1801080"/>
              </a:gdLst>
              <a:ahLst/>
              <a:rect l="textAreaLeft" t="textAreaTop" r="textAreaRight" b="textAreaBottom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421" name="Freeform 4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849040" y="641664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  <p:sp>
          <p:nvSpPr>
            <p:cNvPr id="2422" name="Rectangle 4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939760" y="6595920"/>
              <a:ext cx="23040" cy="251640"/>
            </a:xfrm>
            <a:prstGeom prst="rect">
              <a:avLst/>
            </a:prstGeom>
            <a:solidFill>
              <a:schemeClr val="tx2">
                <a:alpha val="4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endParaRPr b="0" lang="en-BE" sz="1800" spc="-1" strike="noStrike">
                <a:solidFill>
                  <a:schemeClr val="dk1"/>
                </a:solidFill>
                <a:latin typeface="Tw Cen MT"/>
              </a:endParaRPr>
            </a:p>
          </p:txBody>
        </p:sp>
      </p:grpSp>
      <p:sp>
        <p:nvSpPr>
          <p:cNvPr id="2423" name="PlaceHolder 1"/>
          <p:cNvSpPr>
            <a:spLocks noGrp="1"/>
          </p:cNvSpPr>
          <p:nvPr>
            <p:ph type="ftr" idx="74"/>
          </p:nvPr>
        </p:nvSpPr>
        <p:spPr>
          <a:xfrm>
            <a:off x="712800" y="-15840"/>
            <a:ext cx="623844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1" lang="en-US" sz="1050" spc="-1" strike="noStrike" cap="all">
                <a:solidFill>
                  <a:schemeClr val="dk1">
                    <a:lumMod val="65000"/>
                    <a:lumOff val="35000"/>
                  </a:schemeClr>
                </a:solidFill>
                <a:latin typeface="Tw Cen MT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50" spc="-1" strike="noStrike" cap="all">
                <a:solidFill>
                  <a:schemeClr val="dk1">
                    <a:lumMod val="65000"/>
                    <a:lumOff val="35000"/>
                  </a:schemeClr>
                </a:solidFill>
                <a:latin typeface="Tw Cen MT"/>
              </a:rPr>
              <a:t>https://github.com/Frederic-P/automotive_project</a:t>
            </a:r>
            <a:endParaRPr b="0" lang="en-US" sz="1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24" name="PlaceHolder 2"/>
          <p:cNvSpPr>
            <a:spLocks noGrp="1"/>
          </p:cNvSpPr>
          <p:nvPr>
            <p:ph type="title"/>
          </p:nvPr>
        </p:nvSpPr>
        <p:spPr>
          <a:xfrm>
            <a:off x="1141560" y="618480"/>
            <a:ext cx="9905400" cy="1477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5" name="Title 1"/>
          <p:cNvSpPr/>
          <p:nvPr/>
        </p:nvSpPr>
        <p:spPr>
          <a:xfrm>
            <a:off x="1141560" y="748080"/>
            <a:ext cx="9905400" cy="111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algn="ctr" defTabSz="914400">
              <a:lnSpc>
                <a:spcPct val="90000"/>
              </a:lnSpc>
            </a:pPr>
            <a:r>
              <a:rPr b="0" lang="en-US" sz="4800" spc="-1" strike="noStrike" cap="all">
                <a:solidFill>
                  <a:srgbClr val="505050"/>
                </a:solidFill>
                <a:latin typeface="Calibri Light"/>
              </a:rPr>
              <a:t>Brand classification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26" name="Picture 2" descr="https://miro.medium.com/v2/resize:fit:512/1*IMGOKBIN8qkOBt5CH55NSw.png"/>
          <p:cNvPicPr/>
          <p:nvPr/>
        </p:nvPicPr>
        <p:blipFill>
          <a:blip r:embed="rId2"/>
          <a:stretch/>
        </p:blipFill>
        <p:spPr>
          <a:xfrm>
            <a:off x="9134640" y="1348560"/>
            <a:ext cx="3056760" cy="1528200"/>
          </a:xfrm>
          <a:prstGeom prst="rect">
            <a:avLst/>
          </a:prstGeom>
          <a:ln w="0">
            <a:noFill/>
          </a:ln>
        </p:spPr>
      </p:pic>
      <p:sp>
        <p:nvSpPr>
          <p:cNvPr id="2427" name="TextBox 55"/>
          <p:cNvSpPr/>
          <p:nvPr/>
        </p:nvSpPr>
        <p:spPr>
          <a:xfrm>
            <a:off x="831960" y="1758960"/>
            <a:ext cx="83019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457200">
              <a:lnSpc>
                <a:spcPct val="100000"/>
              </a:lnSpc>
              <a:buClr>
                <a:srgbClr val="000000"/>
              </a:buClr>
              <a:buFont typeface="OpenSymbol"/>
              <a:buChar char="-"/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835GB: So out-of-core learning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85840" indent="-285840" defTabSz="457200">
              <a:lnSpc>
                <a:spcPct val="100000"/>
              </a:lnSpc>
              <a:buClr>
                <a:srgbClr val="000000"/>
              </a:buClr>
              <a:buFont typeface="OpenSymbol"/>
              <a:buChar char="-"/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Resnet18 (pretrained model)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85840" indent="-285840" defTabSz="457200">
              <a:lnSpc>
                <a:spcPct val="100000"/>
              </a:lnSpc>
              <a:buClr>
                <a:srgbClr val="000000"/>
              </a:buClr>
              <a:buFont typeface="OpenSymbol"/>
              <a:buChar char="-"/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CPU learning: 10h for 67.740 images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85840" indent="-285840" defTabSz="457200">
              <a:lnSpc>
                <a:spcPct val="100000"/>
              </a:lnSpc>
              <a:buClr>
                <a:srgbClr val="000000"/>
              </a:buClr>
              <a:buFont typeface="OpenSymbol"/>
              <a:buChar char="-"/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CPU predicting: 5h for 500.000 images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ffffff"/>
            </a:gs>
            <a:gs pos="100000">
              <a:srgbClr val="a7a7a7"/>
            </a:gs>
          </a:gsLst>
          <a:lin ang="504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28" name="Picture 1" descr=""/>
          <p:cNvPicPr/>
          <p:nvPr/>
        </p:nvPicPr>
        <p:blipFill>
          <a:blip r:embed="rId1"/>
          <a:stretch/>
        </p:blipFill>
        <p:spPr>
          <a:xfrm>
            <a:off x="0" y="0"/>
            <a:ext cx="7723080" cy="6857280"/>
          </a:xfrm>
          <a:prstGeom prst="rect">
            <a:avLst/>
          </a:prstGeom>
          <a:ln w="0">
            <a:noFill/>
          </a:ln>
        </p:spPr>
      </p:pic>
      <p:sp>
        <p:nvSpPr>
          <p:cNvPr id="2429" name="TextBox 7"/>
          <p:cNvSpPr/>
          <p:nvPr/>
        </p:nvSpPr>
        <p:spPr>
          <a:xfrm>
            <a:off x="7886880" y="371520"/>
            <a:ext cx="4304520" cy="22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Not great BUT remember: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000000"/>
              </a:buClr>
              <a:buFont typeface="OpenSymbol"/>
              <a:buAutoNum type="arabicParenR"/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Preprocessing not fully implemented: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	</a:t>
            </a: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- Binary tagger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	</a:t>
            </a: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- Angle tagger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2) Very small fraction used in training: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	</a:t>
            </a:r>
            <a:r>
              <a:rPr b="0" lang="en-US" sz="1800" spc="-1" strike="noStrike">
                <a:solidFill>
                  <a:schemeClr val="dk1"/>
                </a:solidFill>
                <a:latin typeface="Tw Cen MT"/>
              </a:rPr>
              <a:t>- 0,433%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0" name="PlaceHolder 1"/>
          <p:cNvSpPr>
            <a:spLocks noGrp="1"/>
          </p:cNvSpPr>
          <p:nvPr>
            <p:ph type="title"/>
          </p:nvPr>
        </p:nvSpPr>
        <p:spPr>
          <a:xfrm>
            <a:off x="1141560" y="618480"/>
            <a:ext cx="9905400" cy="1477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3600" spc="-1" strike="noStrike" cap="all">
                <a:solidFill>
                  <a:schemeClr val="dk1"/>
                </a:solidFill>
                <a:latin typeface="Tw Cen MT"/>
              </a:rPr>
              <a:t>Q&amp;A</a:t>
            </a:r>
            <a:endParaRPr b="0" lang="en-US" sz="3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31" name="PlaceHolder 2"/>
          <p:cNvSpPr>
            <a:spLocks noGrp="1"/>
          </p:cNvSpPr>
          <p:nvPr>
            <p:ph type="ftr" idx="75"/>
          </p:nvPr>
        </p:nvSpPr>
        <p:spPr>
          <a:xfrm>
            <a:off x="712800" y="-15840"/>
            <a:ext cx="623844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1" lang="en-US" sz="1050" spc="-1" strike="noStrike" cap="all">
                <a:solidFill>
                  <a:schemeClr val="dk1">
                    <a:lumMod val="65000"/>
                    <a:lumOff val="35000"/>
                  </a:schemeClr>
                </a:solidFill>
                <a:latin typeface="Tw Cen MT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50" spc="-1" strike="noStrike" cap="all">
                <a:solidFill>
                  <a:schemeClr val="dk1">
                    <a:lumMod val="65000"/>
                    <a:lumOff val="35000"/>
                  </a:schemeClr>
                </a:solidFill>
                <a:latin typeface="Tw Cen MT"/>
              </a:rPr>
              <a:t>https://github.com/Frederic-P/automotive_project</a:t>
            </a:r>
            <a:endParaRPr b="0" lang="en-US" sz="105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_rels/theme1.xml.rels><?xml version="1.0" encoding="UTF-8"?>
<Relationships xmlns="http://schemas.openxmlformats.org/package/2006/relationships"><Relationship Id="rId1" Type="http://schemas.openxmlformats.org/officeDocument/2006/relationships/image" Target="../media/image1.jpeg"/>
</Relationships>
</file>

<file path=ppt/theme/_rels/theme2.xml.rels><?xml version="1.0" encoding="UTF-8"?>
<Relationships xmlns="http://schemas.openxmlformats.org/package/2006/relationships"><Relationship Id="rId1" Type="http://schemas.openxmlformats.org/officeDocument/2006/relationships/image" Target="../media/image1.jpeg"/>
</Relationships>
</file>

<file path=ppt/theme/_rels/theme3.xml.rels><?xml version="1.0" encoding="UTF-8"?>
<Relationships xmlns="http://schemas.openxmlformats.org/package/2006/relationships"><Relationship Id="rId1" Type="http://schemas.openxmlformats.org/officeDocument/2006/relationships/image" Target="../media/image1.jpeg"/>
</Relationships>
</file>

<file path=ppt/theme/_rels/theme4.xml.rels><?xml version="1.0" encoding="UTF-8"?>
<Relationships xmlns="http://schemas.openxmlformats.org/package/2006/relationships"><Relationship Id="rId1" Type="http://schemas.openxmlformats.org/officeDocument/2006/relationships/image" Target="../media/image1.jpeg"/>
</Relationships>
</file>

<file path=ppt/theme/_rels/theme5.xml.rels><?xml version="1.0" encoding="UTF-8"?>
<Relationships xmlns="http://schemas.openxmlformats.org/package/2006/relationships"><Relationship Id="rId1" Type="http://schemas.openxmlformats.org/officeDocument/2006/relationships/image" Target="../media/image1.jpeg"/>
</Relationships>
</file>

<file path=ppt/theme/_rels/theme6.xml.rels><?xml version="1.0" encoding="UTF-8"?>
<Relationships xmlns="http://schemas.openxmlformats.org/package/2006/relationships"><Relationship Id="rId1" Type="http://schemas.openxmlformats.org/officeDocument/2006/relationships/image" Target="../media/image1.jpeg"/>
</Relationships>
</file>

<file path=ppt/theme/_rels/theme7.xml.rels><?xml version="1.0" encoding="UTF-8"?>
<Relationships xmlns="http://schemas.openxmlformats.org/package/2006/relationships"><Relationship Id="rId1" Type="http://schemas.openxmlformats.org/officeDocument/2006/relationships/image" Target="../media/image1.jpeg"/>
</Relationships>
</file>

<file path=ppt/theme/_rels/theme8.xml.rels><?xml version="1.0" encoding="UTF-8"?>
<Relationships xmlns="http://schemas.openxmlformats.org/package/2006/relationships"><Relationship Id="rId1" Type="http://schemas.openxmlformats.org/officeDocument/2006/relationships/image" Target="../media/image1.jpeg"/>
</Relationships>
</file>

<file path=ppt/theme/_rels/theme9.xml.rels><?xml version="1.0" encoding="UTF-8"?>
<Relationships xmlns="http://schemas.openxmlformats.org/package/2006/relationships"><Relationship Id="rId1" Type="http://schemas.openxmlformats.org/officeDocument/2006/relationships/image" Target="../media/image1.jpeg"/>
</Relationships>
</file>

<file path=ppt/theme/_rels/theme10.xml.rels><?xml version="1.0" encoding="UTF-8"?>
<Relationships xmlns="http://schemas.openxmlformats.org/package/2006/relationships"><Relationship Id="rId1" Type="http://schemas.openxmlformats.org/officeDocument/2006/relationships/image" Target="../media/image1.jpeg"/>
</Relationships>
</file>

<file path=ppt/theme/_rels/theme11.xml.rels><?xml version="1.0" encoding="UTF-8"?>
<Relationships xmlns="http://schemas.openxmlformats.org/package/2006/relationships"><Relationship Id="rId1" Type="http://schemas.openxmlformats.org/officeDocument/2006/relationships/image" Target="../media/image1.jpeg"/>
</Relationships>
</file>

<file path=ppt/theme/_rels/theme12.xml.rels><?xml version="1.0" encoding="UTF-8"?>
<Relationships xmlns="http://schemas.openxmlformats.org/package/2006/relationships"><Relationship Id="rId1" Type="http://schemas.openxmlformats.org/officeDocument/2006/relationships/image" Target="../media/image1.jpeg"/>
</Relationships>
</file>

<file path=ppt/theme/_rels/theme13.xml.rels><?xml version="1.0" encoding="UTF-8"?>
<Relationships xmlns="http://schemas.openxmlformats.org/package/2006/relationships"><Relationship Id="rId1" Type="http://schemas.openxmlformats.org/officeDocument/2006/relationships/image" Target="../media/image1.jpeg"/>
</Relationships>
</file>

<file path=ppt/theme/_rels/theme14.xml.rels><?xml version="1.0" encoding="UTF-8"?>
<Relationships xmlns="http://schemas.openxmlformats.org/package/2006/relationships"><Relationship Id="rId1" Type="http://schemas.openxmlformats.org/officeDocument/2006/relationships/image" Target="../media/image1.jpeg"/>
</Relationships>
</file>

<file path=ppt/theme/_rels/theme15.xml.rels><?xml version="1.0" encoding="UTF-8"?>
<Relationships xmlns="http://schemas.openxmlformats.org/package/2006/relationships"><Relationship Id="rId1" Type="http://schemas.openxmlformats.org/officeDocument/2006/relationships/image" Target="../media/image1.jpeg"/>
</Relationships>
</file>

<file path=ppt/theme/_rels/theme16.xml.rels><?xml version="1.0" encoding="UTF-8"?>
<Relationships xmlns="http://schemas.openxmlformats.org/package/2006/relationships"><Relationship Id="rId1" Type="http://schemas.openxmlformats.org/officeDocument/2006/relationships/image" Target="../media/image1.jpeg"/>
</Relationships>
</file>

<file path=ppt/theme/_rels/theme17.xml.rels><?xml version="1.0" encoding="UTF-8"?>
<Relationships xmlns="http://schemas.openxmlformats.org/package/2006/relationships"><Relationship Id="rId1" Type="http://schemas.openxmlformats.org/officeDocument/2006/relationships/image" Target="../media/image1.jpeg"/>
</Relationships>
</file>

<file path=ppt/theme/theme1.xml><?xml version="1.0" encoding="utf-8"?>
<a:theme xmlns:a="http://schemas.openxmlformats.org/drawingml/2006/main" xmlns:r="http://schemas.openxmlformats.org/officeDocument/2006/relationships" name="Circuit">
  <a:themeElements>
    <a:clrScheme name="Circuit">
      <a:dk1>
        <a:srgbClr val="000000"/>
      </a:dk1>
      <a:lt1>
        <a:srgbClr val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 pitchFamily="0" charset="1"/>
        <a:ea typeface=""/>
        <a:cs typeface=""/>
      </a:majorFont>
      <a:minorFont>
        <a:latin typeface="Tw Cen MT" panose="020B0602020104020603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8000"/>
                <a:lumMod val="110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04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100000">
              <a:schemeClr val="phClr">
                <a:shade val="74000"/>
                <a:lumMod val="100000"/>
              </a:schemeClr>
            </a:gs>
          </a:gsLst>
          <a:lin ang="5400000" scaled="0"/>
          <a:tileRect l="0" t="0" r="0" b="0"/>
        </a:gradFill>
      </a:fillStyleLst>
      <a:lnStyleLst>
        <a:ln w="9525" cap="flat" cmpd="sng" algn="ctr">
          <a:prstDash val="solid"/>
        </a:ln>
        <a:ln w="15875" cap="flat" cmpd="sng" algn="ctr">
          <a:prstDash val="solid"/>
        </a:ln>
        <a:ln w="22225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8000"/>
                <a:lumMod val="150000"/>
              </a:schemeClr>
            </a:gs>
            <a:gs pos="100000">
              <a:schemeClr val="phClr">
                <a:shade val="92000"/>
                <a:lumMod val="68000"/>
              </a:schemeClr>
            </a:gs>
          </a:gsLst>
          <a:lin ang="5040000" scaled="0"/>
          <a:tileRect l="0" t="0" r="0" b="0"/>
        </a:gradFill>
        <a:blipFill rotWithShape="0">
          <a:blip r:embed="rId1"/>
          <a:srcRect l="0" t="0" r="0" b="0"/>
          <a:stretch>
            <a:fillRect l="0" t="0" r="0" b="0"/>
          </a:stretch>
        </a:blip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ircuit">
  <a:themeElements>
    <a:clrScheme name="Circuit">
      <a:dk1>
        <a:srgbClr val="000000"/>
      </a:dk1>
      <a:lt1>
        <a:srgbClr val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 pitchFamily="0" charset="1"/>
        <a:ea typeface=""/>
        <a:cs typeface=""/>
      </a:majorFont>
      <a:minorFont>
        <a:latin typeface="Tw Cen MT" panose="020B0602020104020603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8000"/>
                <a:lumMod val="110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04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100000">
              <a:schemeClr val="phClr">
                <a:shade val="74000"/>
                <a:lumMod val="100000"/>
              </a:schemeClr>
            </a:gs>
          </a:gsLst>
          <a:lin ang="5400000" scaled="0"/>
          <a:tileRect l="0" t="0" r="0" b="0"/>
        </a:gradFill>
      </a:fillStyleLst>
      <a:lnStyleLst>
        <a:ln w="9525" cap="flat" cmpd="sng" algn="ctr">
          <a:prstDash val="solid"/>
        </a:ln>
        <a:ln w="15875" cap="flat" cmpd="sng" algn="ctr">
          <a:prstDash val="solid"/>
        </a:ln>
        <a:ln w="22225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8000"/>
                <a:lumMod val="150000"/>
              </a:schemeClr>
            </a:gs>
            <a:gs pos="100000">
              <a:schemeClr val="phClr">
                <a:shade val="92000"/>
                <a:lumMod val="68000"/>
              </a:schemeClr>
            </a:gs>
          </a:gsLst>
          <a:lin ang="5040000" scaled="0"/>
          <a:tileRect l="0" t="0" r="0" b="0"/>
        </a:gradFill>
        <a:blipFill rotWithShape="0">
          <a:blip r:embed="rId1"/>
          <a:srcRect l="0" t="0" r="0" b="0"/>
          <a:stretch>
            <a:fillRect l="0" t="0" r="0" b="0"/>
          </a:stretch>
        </a:blip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Circuit">
  <a:themeElements>
    <a:clrScheme name="Circuit">
      <a:dk1>
        <a:srgbClr val="000000"/>
      </a:dk1>
      <a:lt1>
        <a:srgbClr val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 pitchFamily="0" charset="1"/>
        <a:ea typeface=""/>
        <a:cs typeface=""/>
      </a:majorFont>
      <a:minorFont>
        <a:latin typeface="Tw Cen MT" panose="020B0602020104020603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8000"/>
                <a:lumMod val="110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04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100000">
              <a:schemeClr val="phClr">
                <a:shade val="74000"/>
                <a:lumMod val="100000"/>
              </a:schemeClr>
            </a:gs>
          </a:gsLst>
          <a:lin ang="5400000" scaled="0"/>
          <a:tileRect l="0" t="0" r="0" b="0"/>
        </a:gradFill>
      </a:fillStyleLst>
      <a:lnStyleLst>
        <a:ln w="9525" cap="flat" cmpd="sng" algn="ctr">
          <a:prstDash val="solid"/>
        </a:ln>
        <a:ln w="15875" cap="flat" cmpd="sng" algn="ctr">
          <a:prstDash val="solid"/>
        </a:ln>
        <a:ln w="22225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8000"/>
                <a:lumMod val="150000"/>
              </a:schemeClr>
            </a:gs>
            <a:gs pos="100000">
              <a:schemeClr val="phClr">
                <a:shade val="92000"/>
                <a:lumMod val="68000"/>
              </a:schemeClr>
            </a:gs>
          </a:gsLst>
          <a:lin ang="5040000" scaled="0"/>
          <a:tileRect l="0" t="0" r="0" b="0"/>
        </a:gradFill>
        <a:blipFill rotWithShape="0">
          <a:blip r:embed="rId1"/>
          <a:srcRect l="0" t="0" r="0" b="0"/>
          <a:stretch>
            <a:fillRect l="0" t="0" r="0" b="0"/>
          </a:stretch>
        </a:blip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Circuit">
  <a:themeElements>
    <a:clrScheme name="Circuit">
      <a:dk1>
        <a:srgbClr val="000000"/>
      </a:dk1>
      <a:lt1>
        <a:srgbClr val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 pitchFamily="0" charset="1"/>
        <a:ea typeface=""/>
        <a:cs typeface=""/>
      </a:majorFont>
      <a:minorFont>
        <a:latin typeface="Tw Cen MT" panose="020B0602020104020603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8000"/>
                <a:lumMod val="110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04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100000">
              <a:schemeClr val="phClr">
                <a:shade val="74000"/>
                <a:lumMod val="100000"/>
              </a:schemeClr>
            </a:gs>
          </a:gsLst>
          <a:lin ang="5400000" scaled="0"/>
          <a:tileRect l="0" t="0" r="0" b="0"/>
        </a:gradFill>
      </a:fillStyleLst>
      <a:lnStyleLst>
        <a:ln w="9525" cap="flat" cmpd="sng" algn="ctr">
          <a:prstDash val="solid"/>
        </a:ln>
        <a:ln w="15875" cap="flat" cmpd="sng" algn="ctr">
          <a:prstDash val="solid"/>
        </a:ln>
        <a:ln w="22225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8000"/>
                <a:lumMod val="150000"/>
              </a:schemeClr>
            </a:gs>
            <a:gs pos="100000">
              <a:schemeClr val="phClr">
                <a:shade val="92000"/>
                <a:lumMod val="68000"/>
              </a:schemeClr>
            </a:gs>
          </a:gsLst>
          <a:lin ang="5040000" scaled="0"/>
          <a:tileRect l="0" t="0" r="0" b="0"/>
        </a:gradFill>
        <a:blipFill rotWithShape="0">
          <a:blip r:embed="rId1"/>
          <a:srcRect l="0" t="0" r="0" b="0"/>
          <a:stretch>
            <a:fillRect l="0" t="0" r="0" b="0"/>
          </a:stretch>
        </a:blip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Circuit">
  <a:themeElements>
    <a:clrScheme name="Circuit">
      <a:dk1>
        <a:srgbClr val="000000"/>
      </a:dk1>
      <a:lt1>
        <a:srgbClr val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 pitchFamily="0" charset="1"/>
        <a:ea typeface=""/>
        <a:cs typeface=""/>
      </a:majorFont>
      <a:minorFont>
        <a:latin typeface="Tw Cen MT" panose="020B0602020104020603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8000"/>
                <a:lumMod val="110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04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100000">
              <a:schemeClr val="phClr">
                <a:shade val="74000"/>
                <a:lumMod val="100000"/>
              </a:schemeClr>
            </a:gs>
          </a:gsLst>
          <a:lin ang="5400000" scaled="0"/>
          <a:tileRect l="0" t="0" r="0" b="0"/>
        </a:gradFill>
      </a:fillStyleLst>
      <a:lnStyleLst>
        <a:ln w="9525" cap="flat" cmpd="sng" algn="ctr">
          <a:prstDash val="solid"/>
        </a:ln>
        <a:ln w="15875" cap="flat" cmpd="sng" algn="ctr">
          <a:prstDash val="solid"/>
        </a:ln>
        <a:ln w="22225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8000"/>
                <a:lumMod val="150000"/>
              </a:schemeClr>
            </a:gs>
            <a:gs pos="100000">
              <a:schemeClr val="phClr">
                <a:shade val="92000"/>
                <a:lumMod val="68000"/>
              </a:schemeClr>
            </a:gs>
          </a:gsLst>
          <a:lin ang="5040000" scaled="0"/>
          <a:tileRect l="0" t="0" r="0" b="0"/>
        </a:gradFill>
        <a:blipFill rotWithShape="0">
          <a:blip r:embed="rId1"/>
          <a:srcRect l="0" t="0" r="0" b="0"/>
          <a:stretch>
            <a:fillRect l="0" t="0" r="0" b="0"/>
          </a:stretch>
        </a:blip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Circuit">
  <a:themeElements>
    <a:clrScheme name="Circuit">
      <a:dk1>
        <a:srgbClr val="000000"/>
      </a:dk1>
      <a:lt1>
        <a:srgbClr val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 pitchFamily="0" charset="1"/>
        <a:ea typeface=""/>
        <a:cs typeface=""/>
      </a:majorFont>
      <a:minorFont>
        <a:latin typeface="Tw Cen MT" panose="020B0602020104020603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8000"/>
                <a:lumMod val="110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04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100000">
              <a:schemeClr val="phClr">
                <a:shade val="74000"/>
                <a:lumMod val="100000"/>
              </a:schemeClr>
            </a:gs>
          </a:gsLst>
          <a:lin ang="5400000" scaled="0"/>
          <a:tileRect l="0" t="0" r="0" b="0"/>
        </a:gradFill>
      </a:fillStyleLst>
      <a:lnStyleLst>
        <a:ln w="9525" cap="flat" cmpd="sng" algn="ctr">
          <a:prstDash val="solid"/>
        </a:ln>
        <a:ln w="15875" cap="flat" cmpd="sng" algn="ctr">
          <a:prstDash val="solid"/>
        </a:ln>
        <a:ln w="22225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8000"/>
                <a:lumMod val="150000"/>
              </a:schemeClr>
            </a:gs>
            <a:gs pos="100000">
              <a:schemeClr val="phClr">
                <a:shade val="92000"/>
                <a:lumMod val="68000"/>
              </a:schemeClr>
            </a:gs>
          </a:gsLst>
          <a:lin ang="5040000" scaled="0"/>
          <a:tileRect l="0" t="0" r="0" b="0"/>
        </a:gradFill>
        <a:blipFill rotWithShape="0">
          <a:blip r:embed="rId1"/>
          <a:srcRect l="0" t="0" r="0" b="0"/>
          <a:stretch>
            <a:fillRect l="0" t="0" r="0" b="0"/>
          </a:stretch>
        </a:blip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Circuit">
  <a:themeElements>
    <a:clrScheme name="Circuit">
      <a:dk1>
        <a:srgbClr val="000000"/>
      </a:dk1>
      <a:lt1>
        <a:srgbClr val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 pitchFamily="0" charset="1"/>
        <a:ea typeface=""/>
        <a:cs typeface=""/>
      </a:majorFont>
      <a:minorFont>
        <a:latin typeface="Tw Cen MT" panose="020B0602020104020603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8000"/>
                <a:lumMod val="110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04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100000">
              <a:schemeClr val="phClr">
                <a:shade val="74000"/>
                <a:lumMod val="100000"/>
              </a:schemeClr>
            </a:gs>
          </a:gsLst>
          <a:lin ang="5400000" scaled="0"/>
          <a:tileRect l="0" t="0" r="0" b="0"/>
        </a:gradFill>
      </a:fillStyleLst>
      <a:lnStyleLst>
        <a:ln w="9525" cap="flat" cmpd="sng" algn="ctr">
          <a:prstDash val="solid"/>
        </a:ln>
        <a:ln w="15875" cap="flat" cmpd="sng" algn="ctr">
          <a:prstDash val="solid"/>
        </a:ln>
        <a:ln w="22225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8000"/>
                <a:lumMod val="150000"/>
              </a:schemeClr>
            </a:gs>
            <a:gs pos="100000">
              <a:schemeClr val="phClr">
                <a:shade val="92000"/>
                <a:lumMod val="68000"/>
              </a:schemeClr>
            </a:gs>
          </a:gsLst>
          <a:lin ang="5040000" scaled="0"/>
          <a:tileRect l="0" t="0" r="0" b="0"/>
        </a:gradFill>
        <a:blipFill rotWithShape="0">
          <a:blip r:embed="rId1"/>
          <a:srcRect l="0" t="0" r="0" b="0"/>
          <a:stretch>
            <a:fillRect l="0" t="0" r="0" b="0"/>
          </a:stretch>
        </a:blip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Circuit">
  <a:themeElements>
    <a:clrScheme name="Circuit">
      <a:dk1>
        <a:srgbClr val="000000"/>
      </a:dk1>
      <a:lt1>
        <a:srgbClr val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 pitchFamily="0" charset="1"/>
        <a:ea typeface=""/>
        <a:cs typeface=""/>
      </a:majorFont>
      <a:minorFont>
        <a:latin typeface="Tw Cen MT" panose="020B0602020104020603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8000"/>
                <a:lumMod val="110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04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100000">
              <a:schemeClr val="phClr">
                <a:shade val="74000"/>
                <a:lumMod val="100000"/>
              </a:schemeClr>
            </a:gs>
          </a:gsLst>
          <a:lin ang="5400000" scaled="0"/>
          <a:tileRect l="0" t="0" r="0" b="0"/>
        </a:gradFill>
      </a:fillStyleLst>
      <a:lnStyleLst>
        <a:ln w="9525" cap="flat" cmpd="sng" algn="ctr">
          <a:prstDash val="solid"/>
        </a:ln>
        <a:ln w="15875" cap="flat" cmpd="sng" algn="ctr">
          <a:prstDash val="solid"/>
        </a:ln>
        <a:ln w="22225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8000"/>
                <a:lumMod val="150000"/>
              </a:schemeClr>
            </a:gs>
            <a:gs pos="100000">
              <a:schemeClr val="phClr">
                <a:shade val="92000"/>
                <a:lumMod val="68000"/>
              </a:schemeClr>
            </a:gs>
          </a:gsLst>
          <a:lin ang="5040000" scaled="0"/>
          <a:tileRect l="0" t="0" r="0" b="0"/>
        </a:gradFill>
        <a:blipFill rotWithShape="0">
          <a:blip r:embed="rId1"/>
          <a:srcRect l="0" t="0" r="0" b="0"/>
          <a:stretch>
            <a:fillRect l="0" t="0" r="0" b="0"/>
          </a:stretch>
        </a:blip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Circuit">
  <a:themeElements>
    <a:clrScheme name="Circuit">
      <a:dk1>
        <a:srgbClr val="000000"/>
      </a:dk1>
      <a:lt1>
        <a:srgbClr val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 pitchFamily="0" charset="1"/>
        <a:ea typeface=""/>
        <a:cs typeface=""/>
      </a:majorFont>
      <a:minorFont>
        <a:latin typeface="Tw Cen MT" panose="020B0602020104020603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8000"/>
                <a:lumMod val="110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04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100000">
              <a:schemeClr val="phClr">
                <a:shade val="74000"/>
                <a:lumMod val="100000"/>
              </a:schemeClr>
            </a:gs>
          </a:gsLst>
          <a:lin ang="5400000" scaled="0"/>
          <a:tileRect l="0" t="0" r="0" b="0"/>
        </a:gradFill>
      </a:fillStyleLst>
      <a:lnStyleLst>
        <a:ln w="9525" cap="flat" cmpd="sng" algn="ctr">
          <a:prstDash val="solid"/>
        </a:ln>
        <a:ln w="15875" cap="flat" cmpd="sng" algn="ctr">
          <a:prstDash val="solid"/>
        </a:ln>
        <a:ln w="22225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8000"/>
                <a:lumMod val="150000"/>
              </a:schemeClr>
            </a:gs>
            <a:gs pos="100000">
              <a:schemeClr val="phClr">
                <a:shade val="92000"/>
                <a:lumMod val="68000"/>
              </a:schemeClr>
            </a:gs>
          </a:gsLst>
          <a:lin ang="5040000" scaled="0"/>
          <a:tileRect l="0" t="0" r="0" b="0"/>
        </a:gradFill>
        <a:blipFill rotWithShape="0">
          <a:blip r:embed="rId1"/>
          <a:srcRect l="0" t="0" r="0" b="0"/>
          <a:stretch>
            <a:fillRect l="0" t="0" r="0" b="0"/>
          </a:stretch>
        </a:blip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Circuit">
  <a:themeElements>
    <a:clrScheme name="Circuit">
      <a:dk1>
        <a:srgbClr val="000000"/>
      </a:dk1>
      <a:lt1>
        <a:srgbClr val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 pitchFamily="0" charset="1"/>
        <a:ea typeface=""/>
        <a:cs typeface=""/>
      </a:majorFont>
      <a:minorFont>
        <a:latin typeface="Tw Cen MT" panose="020B0602020104020603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8000"/>
                <a:lumMod val="110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04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100000">
              <a:schemeClr val="phClr">
                <a:shade val="74000"/>
                <a:lumMod val="100000"/>
              </a:schemeClr>
            </a:gs>
          </a:gsLst>
          <a:lin ang="5400000" scaled="0"/>
          <a:tileRect l="0" t="0" r="0" b="0"/>
        </a:gradFill>
      </a:fillStyleLst>
      <a:lnStyleLst>
        <a:ln w="9525" cap="flat" cmpd="sng" algn="ctr">
          <a:prstDash val="solid"/>
        </a:ln>
        <a:ln w="15875" cap="flat" cmpd="sng" algn="ctr">
          <a:prstDash val="solid"/>
        </a:ln>
        <a:ln w="22225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8000"/>
                <a:lumMod val="150000"/>
              </a:schemeClr>
            </a:gs>
            <a:gs pos="100000">
              <a:schemeClr val="phClr">
                <a:shade val="92000"/>
                <a:lumMod val="68000"/>
              </a:schemeClr>
            </a:gs>
          </a:gsLst>
          <a:lin ang="5040000" scaled="0"/>
          <a:tileRect l="0" t="0" r="0" b="0"/>
        </a:gradFill>
        <a:blipFill rotWithShape="0">
          <a:blip r:embed="rId1"/>
          <a:srcRect l="0" t="0" r="0" b="0"/>
          <a:stretch>
            <a:fillRect l="0" t="0" r="0" b="0"/>
          </a:stretch>
        </a:blip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Circuit">
  <a:themeElements>
    <a:clrScheme name="Circuit">
      <a:dk1>
        <a:srgbClr val="000000"/>
      </a:dk1>
      <a:lt1>
        <a:srgbClr val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 pitchFamily="0" charset="1"/>
        <a:ea typeface=""/>
        <a:cs typeface=""/>
      </a:majorFont>
      <a:minorFont>
        <a:latin typeface="Tw Cen MT" panose="020B0602020104020603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8000"/>
                <a:lumMod val="110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04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100000">
              <a:schemeClr val="phClr">
                <a:shade val="74000"/>
                <a:lumMod val="100000"/>
              </a:schemeClr>
            </a:gs>
          </a:gsLst>
          <a:lin ang="5400000" scaled="0"/>
          <a:tileRect l="0" t="0" r="0" b="0"/>
        </a:gradFill>
      </a:fillStyleLst>
      <a:lnStyleLst>
        <a:ln w="9525" cap="flat" cmpd="sng" algn="ctr">
          <a:prstDash val="solid"/>
        </a:ln>
        <a:ln w="15875" cap="flat" cmpd="sng" algn="ctr">
          <a:prstDash val="solid"/>
        </a:ln>
        <a:ln w="22225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8000"/>
                <a:lumMod val="150000"/>
              </a:schemeClr>
            </a:gs>
            <a:gs pos="100000">
              <a:schemeClr val="phClr">
                <a:shade val="92000"/>
                <a:lumMod val="68000"/>
              </a:schemeClr>
            </a:gs>
          </a:gsLst>
          <a:lin ang="5040000" scaled="0"/>
          <a:tileRect l="0" t="0" r="0" b="0"/>
        </a:gradFill>
        <a:blipFill rotWithShape="0">
          <a:blip r:embed="rId1"/>
          <a:srcRect l="0" t="0" r="0" b="0"/>
          <a:stretch>
            <a:fillRect l="0" t="0" r="0" b="0"/>
          </a:stretch>
        </a:blip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Circuit">
  <a:themeElements>
    <a:clrScheme name="Circuit">
      <a:dk1>
        <a:srgbClr val="000000"/>
      </a:dk1>
      <a:lt1>
        <a:srgbClr val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 pitchFamily="0" charset="1"/>
        <a:ea typeface=""/>
        <a:cs typeface=""/>
      </a:majorFont>
      <a:minorFont>
        <a:latin typeface="Tw Cen MT" panose="020B0602020104020603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8000"/>
                <a:lumMod val="110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04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100000">
              <a:schemeClr val="phClr">
                <a:shade val="74000"/>
                <a:lumMod val="100000"/>
              </a:schemeClr>
            </a:gs>
          </a:gsLst>
          <a:lin ang="5400000" scaled="0"/>
          <a:tileRect l="0" t="0" r="0" b="0"/>
        </a:gradFill>
      </a:fillStyleLst>
      <a:lnStyleLst>
        <a:ln w="9525" cap="flat" cmpd="sng" algn="ctr">
          <a:prstDash val="solid"/>
        </a:ln>
        <a:ln w="15875" cap="flat" cmpd="sng" algn="ctr">
          <a:prstDash val="solid"/>
        </a:ln>
        <a:ln w="22225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8000"/>
                <a:lumMod val="150000"/>
              </a:schemeClr>
            </a:gs>
            <a:gs pos="100000">
              <a:schemeClr val="phClr">
                <a:shade val="92000"/>
                <a:lumMod val="68000"/>
              </a:schemeClr>
            </a:gs>
          </a:gsLst>
          <a:lin ang="5040000" scaled="0"/>
          <a:tileRect l="0" t="0" r="0" b="0"/>
        </a:gradFill>
        <a:blipFill rotWithShape="0">
          <a:blip r:embed="rId1"/>
          <a:srcRect l="0" t="0" r="0" b="0"/>
          <a:stretch>
            <a:fillRect l="0" t="0" r="0" b="0"/>
          </a:stretch>
        </a:blip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Circuit">
  <a:themeElements>
    <a:clrScheme name="Circuit">
      <a:dk1>
        <a:srgbClr val="000000"/>
      </a:dk1>
      <a:lt1>
        <a:srgbClr val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 pitchFamily="0" charset="1"/>
        <a:ea typeface=""/>
        <a:cs typeface=""/>
      </a:majorFont>
      <a:minorFont>
        <a:latin typeface="Tw Cen MT" panose="020B0602020104020603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8000"/>
                <a:lumMod val="110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04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100000">
              <a:schemeClr val="phClr">
                <a:shade val="74000"/>
                <a:lumMod val="100000"/>
              </a:schemeClr>
            </a:gs>
          </a:gsLst>
          <a:lin ang="5400000" scaled="0"/>
          <a:tileRect l="0" t="0" r="0" b="0"/>
        </a:gradFill>
      </a:fillStyleLst>
      <a:lnStyleLst>
        <a:ln w="9525" cap="flat" cmpd="sng" algn="ctr">
          <a:prstDash val="solid"/>
        </a:ln>
        <a:ln w="15875" cap="flat" cmpd="sng" algn="ctr">
          <a:prstDash val="solid"/>
        </a:ln>
        <a:ln w="22225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8000"/>
                <a:lumMod val="150000"/>
              </a:schemeClr>
            </a:gs>
            <a:gs pos="100000">
              <a:schemeClr val="phClr">
                <a:shade val="92000"/>
                <a:lumMod val="68000"/>
              </a:schemeClr>
            </a:gs>
          </a:gsLst>
          <a:lin ang="5040000" scaled="0"/>
          <a:tileRect l="0" t="0" r="0" b="0"/>
        </a:gradFill>
        <a:blipFill rotWithShape="0">
          <a:blip r:embed="rId1"/>
          <a:srcRect l="0" t="0" r="0" b="0"/>
          <a:stretch>
            <a:fillRect l="0" t="0" r="0" b="0"/>
          </a:stretch>
        </a:blip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Circuit">
  <a:themeElements>
    <a:clrScheme name="Circuit">
      <a:dk1>
        <a:srgbClr val="000000"/>
      </a:dk1>
      <a:lt1>
        <a:srgbClr val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 pitchFamily="0" charset="1"/>
        <a:ea typeface=""/>
        <a:cs typeface=""/>
      </a:majorFont>
      <a:minorFont>
        <a:latin typeface="Tw Cen MT" panose="020B0602020104020603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8000"/>
                <a:lumMod val="110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04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100000">
              <a:schemeClr val="phClr">
                <a:shade val="74000"/>
                <a:lumMod val="100000"/>
              </a:schemeClr>
            </a:gs>
          </a:gsLst>
          <a:lin ang="5400000" scaled="0"/>
          <a:tileRect l="0" t="0" r="0" b="0"/>
        </a:gradFill>
      </a:fillStyleLst>
      <a:lnStyleLst>
        <a:ln w="9525" cap="flat" cmpd="sng" algn="ctr">
          <a:prstDash val="solid"/>
        </a:ln>
        <a:ln w="15875" cap="flat" cmpd="sng" algn="ctr">
          <a:prstDash val="solid"/>
        </a:ln>
        <a:ln w="22225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8000"/>
                <a:lumMod val="150000"/>
              </a:schemeClr>
            </a:gs>
            <a:gs pos="100000">
              <a:schemeClr val="phClr">
                <a:shade val="92000"/>
                <a:lumMod val="68000"/>
              </a:schemeClr>
            </a:gs>
          </a:gsLst>
          <a:lin ang="5040000" scaled="0"/>
          <a:tileRect l="0" t="0" r="0" b="0"/>
        </a:gradFill>
        <a:blipFill rotWithShape="0">
          <a:blip r:embed="rId1"/>
          <a:srcRect l="0" t="0" r="0" b="0"/>
          <a:stretch>
            <a:fillRect l="0" t="0" r="0" b="0"/>
          </a:stretch>
        </a:blip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Circuit">
  <a:themeElements>
    <a:clrScheme name="Circuit">
      <a:dk1>
        <a:srgbClr val="000000"/>
      </a:dk1>
      <a:lt1>
        <a:srgbClr val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 pitchFamily="0" charset="1"/>
        <a:ea typeface=""/>
        <a:cs typeface=""/>
      </a:majorFont>
      <a:minorFont>
        <a:latin typeface="Tw Cen MT" panose="020B0602020104020603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8000"/>
                <a:lumMod val="110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04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100000">
              <a:schemeClr val="phClr">
                <a:shade val="74000"/>
                <a:lumMod val="100000"/>
              </a:schemeClr>
            </a:gs>
          </a:gsLst>
          <a:lin ang="5400000" scaled="0"/>
          <a:tileRect l="0" t="0" r="0" b="0"/>
        </a:gradFill>
      </a:fillStyleLst>
      <a:lnStyleLst>
        <a:ln w="9525" cap="flat" cmpd="sng" algn="ctr">
          <a:prstDash val="solid"/>
        </a:ln>
        <a:ln w="15875" cap="flat" cmpd="sng" algn="ctr">
          <a:prstDash val="solid"/>
        </a:ln>
        <a:ln w="22225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8000"/>
                <a:lumMod val="150000"/>
              </a:schemeClr>
            </a:gs>
            <a:gs pos="100000">
              <a:schemeClr val="phClr">
                <a:shade val="92000"/>
                <a:lumMod val="68000"/>
              </a:schemeClr>
            </a:gs>
          </a:gsLst>
          <a:lin ang="5040000" scaled="0"/>
          <a:tileRect l="0" t="0" r="0" b="0"/>
        </a:gradFill>
        <a:blipFill rotWithShape="0">
          <a:blip r:embed="rId1"/>
          <a:srcRect l="0" t="0" r="0" b="0"/>
          <a:stretch>
            <a:fillRect l="0" t="0" r="0" b="0"/>
          </a:stretch>
        </a:blip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Circuit">
  <a:themeElements>
    <a:clrScheme name="Circuit">
      <a:dk1>
        <a:srgbClr val="000000"/>
      </a:dk1>
      <a:lt1>
        <a:srgbClr val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 pitchFamily="0" charset="1"/>
        <a:ea typeface=""/>
        <a:cs typeface=""/>
      </a:majorFont>
      <a:minorFont>
        <a:latin typeface="Tw Cen MT" panose="020B0602020104020603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8000"/>
                <a:lumMod val="110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04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100000">
              <a:schemeClr val="phClr">
                <a:shade val="74000"/>
                <a:lumMod val="100000"/>
              </a:schemeClr>
            </a:gs>
          </a:gsLst>
          <a:lin ang="5400000" scaled="0"/>
          <a:tileRect l="0" t="0" r="0" b="0"/>
        </a:gradFill>
      </a:fillStyleLst>
      <a:lnStyleLst>
        <a:ln w="9525" cap="flat" cmpd="sng" algn="ctr">
          <a:prstDash val="solid"/>
        </a:ln>
        <a:ln w="15875" cap="flat" cmpd="sng" algn="ctr">
          <a:prstDash val="solid"/>
        </a:ln>
        <a:ln w="22225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8000"/>
                <a:lumMod val="150000"/>
              </a:schemeClr>
            </a:gs>
            <a:gs pos="100000">
              <a:schemeClr val="phClr">
                <a:shade val="92000"/>
                <a:lumMod val="68000"/>
              </a:schemeClr>
            </a:gs>
          </a:gsLst>
          <a:lin ang="5040000" scaled="0"/>
          <a:tileRect l="0" t="0" r="0" b="0"/>
        </a:gradFill>
        <a:blipFill rotWithShape="0">
          <a:blip r:embed="rId1"/>
          <a:srcRect l="0" t="0" r="0" b="0"/>
          <a:stretch>
            <a:fillRect l="0" t="0" r="0" b="0"/>
          </a:stretch>
        </a:blip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Circuit">
  <a:themeElements>
    <a:clrScheme name="Circuit">
      <a:dk1>
        <a:srgbClr val="000000"/>
      </a:dk1>
      <a:lt1>
        <a:srgbClr val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 pitchFamily="0" charset="1"/>
        <a:ea typeface=""/>
        <a:cs typeface=""/>
      </a:majorFont>
      <a:minorFont>
        <a:latin typeface="Tw Cen MT" panose="020B0602020104020603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8000"/>
                <a:lumMod val="110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04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100000">
              <a:schemeClr val="phClr">
                <a:shade val="74000"/>
                <a:lumMod val="100000"/>
              </a:schemeClr>
            </a:gs>
          </a:gsLst>
          <a:lin ang="5400000" scaled="0"/>
          <a:tileRect l="0" t="0" r="0" b="0"/>
        </a:gradFill>
      </a:fillStyleLst>
      <a:lnStyleLst>
        <a:ln w="9525" cap="flat" cmpd="sng" algn="ctr">
          <a:prstDash val="solid"/>
        </a:ln>
        <a:ln w="15875" cap="flat" cmpd="sng" algn="ctr">
          <a:prstDash val="solid"/>
        </a:ln>
        <a:ln w="22225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8000"/>
                <a:lumMod val="150000"/>
              </a:schemeClr>
            </a:gs>
            <a:gs pos="100000">
              <a:schemeClr val="phClr">
                <a:shade val="92000"/>
                <a:lumMod val="68000"/>
              </a:schemeClr>
            </a:gs>
          </a:gsLst>
          <a:lin ang="5040000" scaled="0"/>
          <a:tileRect l="0" t="0" r="0" b="0"/>
        </a:gradFill>
        <a:blipFill rotWithShape="0">
          <a:blip r:embed="rId1"/>
          <a:srcRect l="0" t="0" r="0" b="0"/>
          <a:stretch>
            <a:fillRect l="0" t="0" r="0" b="0"/>
          </a:stretch>
        </a:blip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TM04033919[[fn=Circuit]]</Template>
  <TotalTime>2964</TotalTime>
  <Application>LibreOffice/24.2.7.2$Linux_X86_64 LibreOffice_project/420$Build-2</Application>
  <AppVersion>15.0000</AppVersion>
  <Words>982</Words>
  <Paragraphs>219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2025-01-10T23:03:45Z</dcterms:created>
  <dc:creator>Frederic Pietowski</dc:creator>
  <dc:description/>
  <dc:language>en-US</dc:language>
  <cp:lastModifiedBy/>
  <dcterms:modified xsi:type="dcterms:W3CDTF">2025-05-03T16:50:52Z</dcterms:modified>
  <cp:revision>40</cp:revision>
  <dc:subject/>
  <dc:title>CARMAgeDDoN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MClips">
    <vt:i4>1</vt:i4>
  </property>
  <property fmtid="{D5CDD505-2E9C-101B-9397-08002B2CF9AE}" pid="3" name="PresentationFormat">
    <vt:lpwstr>Widescreen</vt:lpwstr>
  </property>
  <property fmtid="{D5CDD505-2E9C-101B-9397-08002B2CF9AE}" pid="4" name="Slides">
    <vt:i4>39</vt:i4>
  </property>
</Properties>
</file>