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_rels/slideMaster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_rels/theme4.xml.rels" ContentType="application/vnd.openxmlformats-package.relationships+xml"/>
  <Override PartName="/ppt/theme/_rels/theme13.xml.rels" ContentType="application/vnd.openxmlformats-package.relationships+xml"/>
  <Override PartName="/ppt/theme/_rels/theme3.xml.rels" ContentType="application/vnd.openxmlformats-package.relationships+xml"/>
  <Override PartName="/ppt/theme/_rels/theme12.xml.rels" ContentType="application/vnd.openxmlformats-package.relationships+xml"/>
  <Override PartName="/ppt/theme/_rels/theme10.xml.rels" ContentType="application/vnd.openxmlformats-package.relationships+xml"/>
  <Override PartName="/ppt/theme/_rels/theme1.xml.rels" ContentType="application/vnd.openxmlformats-package.relationships+xml"/>
  <Override PartName="/ppt/theme/_rels/theme9.xml.rels" ContentType="application/vnd.openxmlformats-package.relationships+xml"/>
  <Override PartName="/ppt/theme/_rels/theme8.xml.rels" ContentType="application/vnd.openxmlformats-package.relationships+xml"/>
  <Override PartName="/ppt/theme/_rels/theme17.xml.rels" ContentType="application/vnd.openxmlformats-package.relationships+xml"/>
  <Override PartName="/ppt/theme/_rels/theme7.xml.rels" ContentType="application/vnd.openxmlformats-package.relationships+xml"/>
  <Override PartName="/ppt/theme/_rels/theme16.xml.rels" ContentType="application/vnd.openxmlformats-package.relationships+xml"/>
  <Override PartName="/ppt/theme/_rels/theme15.xml.rels" ContentType="application/vnd.openxmlformats-package.relationships+xml"/>
  <Override PartName="/ppt/theme/_rels/theme6.xml.rels" ContentType="application/vnd.openxmlformats-package.relationships+xml"/>
  <Override PartName="/ppt/theme/_rels/theme14.xml.rels" ContentType="application/vnd.openxmlformats-package.relationships+xml"/>
  <Override PartName="/ppt/theme/_rels/theme5.xml.rels" ContentType="application/vnd.openxmlformats-package.relationships+xml"/>
  <Override PartName="/ppt/theme/_rels/theme11.xml.rels" ContentType="application/vnd.openxmlformats-package.relationships+xml"/>
  <Override PartName="/ppt/theme/_rels/theme2.xml.rels" ContentType="application/vnd.openxmlformats-package.relationships+xml"/>
  <Override PartName="/ppt/theme/theme15.xml" ContentType="application/vnd.openxmlformats-officedocument.theme+xml"/>
  <Override PartName="/ppt/theme/theme5.xml" ContentType="application/vnd.openxmlformats-officedocument.theme+xml"/>
  <Override PartName="/ppt/theme/theme14.xml" ContentType="application/vnd.openxmlformats-officedocument.theme+xml"/>
  <Override PartName="/ppt/theme/theme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_rels/presentation.xml.rels" ContentType="application/vnd.openxmlformats-package.relationships+xml"/>
  <Override PartName="/ppt/media/image28.png" ContentType="image/png"/>
  <Override PartName="/ppt/media/image27.png" ContentType="image/png"/>
  <Override PartName="/ppt/media/image26.png" ContentType="image/png"/>
  <Override PartName="/ppt/media/image25.jpeg" ContentType="image/jpeg"/>
  <Override PartName="/ppt/media/image30.png" ContentType="image/png"/>
  <Override PartName="/ppt/media/image24.jpeg" ContentType="image/jpeg"/>
  <Override PartName="/ppt/media/image20.png" ContentType="image/png"/>
  <Override PartName="/ppt/media/image23.jpeg" ContentType="image/jpeg"/>
  <Override PartName="/ppt/media/image1.jpeg" ContentType="image/jpeg"/>
  <Override PartName="/ppt/media/image10.png" ContentType="image/png"/>
  <Override PartName="/ppt/media/image47.png" ContentType="image/png"/>
  <Override PartName="/ppt/media/image21.png" ContentType="image/png"/>
  <Override PartName="/ppt/media/image19.jpeg" ContentType="image/jpeg"/>
  <Override PartName="/ppt/media/image53.png" ContentType="image/png"/>
  <Override PartName="/ppt/media/image14.png" ContentType="image/png"/>
  <Override PartName="/ppt/media/image15.png" ContentType="image/png"/>
  <Override PartName="/ppt/media/image6.png" ContentType="image/png"/>
  <Override PartName="/ppt/media/image38.png" ContentType="image/png"/>
  <Override PartName="/ppt/media/image5.jpeg" ContentType="image/jpeg"/>
  <Override PartName="/ppt/media/image50.png" ContentType="image/png"/>
  <Override PartName="/ppt/media/image16.png" ContentType="image/png"/>
  <Override PartName="/ppt/media/image7.png" ContentType="image/png"/>
  <Override PartName="/ppt/media/image39.png" ContentType="image/png"/>
  <Override PartName="/ppt/media/image22.jpeg" ContentType="image/jpeg"/>
  <Override PartName="/ppt/media/image37.png" ContentType="image/png"/>
  <Override PartName="/ppt/media/image2.png" ContentType="image/png"/>
  <Override PartName="/ppt/media/image34.png" ContentType="image/png"/>
  <Override PartName="/ppt/media/image41.png" ContentType="image/png"/>
  <Override PartName="/ppt/media/image33.png" ContentType="image/png"/>
  <Override PartName="/ppt/media/image45.png" ContentType="image/png"/>
  <Override PartName="/ppt/media/image46.png" ContentType="image/png"/>
  <Override PartName="/ppt/media/image51.png" ContentType="image/png"/>
  <Override PartName="/ppt/media/image40.png" ContentType="image/png"/>
  <Override PartName="/ppt/media/image52.png" ContentType="image/png"/>
  <Override PartName="/ppt/media/image42.png" ContentType="image/png"/>
  <Override PartName="/ppt/media/image54.png" ContentType="image/png"/>
  <Override PartName="/ppt/media/image8.png" ContentType="image/png"/>
  <Override PartName="/ppt/media/image17.png" ContentType="image/png"/>
  <Override PartName="/ppt/media/image43.png" ContentType="image/png"/>
  <Override PartName="/ppt/media/image55.png" ContentType="image/png"/>
  <Override PartName="/ppt/media/image9.png" ContentType="image/png"/>
  <Override PartName="/ppt/media/image18.png" ContentType="image/png"/>
  <Override PartName="/ppt/media/image32.png" ContentType="image/png"/>
  <Override PartName="/ppt/media/image56.png" ContentType="image/png"/>
  <Override PartName="/ppt/media/image31.png" ContentType="image/png"/>
  <Override PartName="/ppt/media/image29.png" ContentType="image/png"/>
  <Override PartName="/ppt/media/image13.png" ContentType="image/png"/>
  <Override PartName="/ppt/media/image11.png" ContentType="image/png"/>
  <Override PartName="/ppt/media/image48.png" ContentType="image/png"/>
  <Override PartName="/ppt/media/image4.png" ContentType="image/png"/>
  <Override PartName="/ppt/media/image36.png" ContentType="image/png"/>
  <Override PartName="/ppt/media/image44.jpeg" ContentType="image/jpeg"/>
  <Override PartName="/ppt/media/image49.png" ContentType="image/png"/>
  <Override PartName="/ppt/media/image12.png" ContentType="image/png"/>
  <Override PartName="/ppt/media/hdphoto1.wdp" ContentType="image/vnd.ms-photo"/>
  <Override PartName="/ppt/media/image3.png" ContentType="image/png"/>
  <Override PartName="/ppt/media/image35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_rels/slide7.xml.rels" ContentType="application/vnd.openxmlformats-package.relationships+xml"/>
  <Override PartName="/ppt/slides/_rels/slide24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34.xml.rels" ContentType="application/vnd.openxmlformats-package.relationships+xml"/>
  <Override PartName="/ppt/slides/_rels/slide33.xml.rels" ContentType="application/vnd.openxmlformats-package.relationships+xml"/>
  <Override PartName="/ppt/slides/_rels/slide32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6.xml.rels" ContentType="application/vnd.openxmlformats-package.relationships+xml"/>
  <Override PartName="/ppt/slides/_rels/slide23.xml.rels" ContentType="application/vnd.openxmlformats-package.relationships+xml"/>
  <Override PartName="/ppt/slides/_rels/slide35.xml.rels" ContentType="application/vnd.openxmlformats-package.relationships+xml"/>
  <Override PartName="/ppt/slides/_rels/slide36.xml.rels" ContentType="application/vnd.openxmlformats-package.relationships+xml"/>
  <Override PartName="/ppt/slides/_rels/slide1.xml.rels" ContentType="application/vnd.openxmlformats-package.relationships+xml"/>
  <Override PartName="/ppt/slides/_rels/slide19.xml.rels" ContentType="application/vnd.openxmlformats-package.relationships+xml"/>
  <Override PartName="/ppt/slides/_rels/slide12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25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22.xml" ContentType="application/vnd.openxmlformats-officedocument.presentationml.slide+xml"/>
  <Override PartName="/ppt/slides/slide34.xml" ContentType="application/vnd.openxmlformats-officedocument.presentationml.slide+xml"/>
  <Override PartName="/ppt/slides/slide23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35.xml" ContentType="application/vnd.openxmlformats-officedocument.presentationml.slide+xml"/>
  <Override PartName="/ppt/slides/slide24.xml" ContentType="application/vnd.openxmlformats-officedocument.presentationml.slide+xml"/>
  <Override PartName="/ppt/slides/slide36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</p:sldMasterIdLst>
  <p:notesMasterIdLst>
    <p:notesMasterId r:id="rId19"/>
  </p:notesMasterIdLst>
  <p:sldIdLst>
    <p:sldId id="256" r:id="rId20"/>
    <p:sldId id="257" r:id="rId21"/>
    <p:sldId id="258" r:id="rId22"/>
    <p:sldId id="259" r:id="rId23"/>
    <p:sldId id="260" r:id="rId24"/>
    <p:sldId id="261" r:id="rId25"/>
    <p:sldId id="262" r:id="rId26"/>
    <p:sldId id="263" r:id="rId27"/>
    <p:sldId id="264" r:id="rId28"/>
    <p:sldId id="265" r:id="rId29"/>
    <p:sldId id="266" r:id="rId30"/>
    <p:sldId id="267" r:id="rId31"/>
    <p:sldId id="268" r:id="rId32"/>
    <p:sldId id="269" r:id="rId33"/>
    <p:sldId id="270" r:id="rId34"/>
    <p:sldId id="271" r:id="rId35"/>
    <p:sldId id="272" r:id="rId36"/>
    <p:sldId id="273" r:id="rId37"/>
    <p:sldId id="274" r:id="rId38"/>
    <p:sldId id="275" r:id="rId39"/>
    <p:sldId id="276" r:id="rId40"/>
    <p:sldId id="277" r:id="rId41"/>
    <p:sldId id="278" r:id="rId42"/>
    <p:sldId id="279" r:id="rId43"/>
    <p:sldId id="280" r:id="rId44"/>
    <p:sldId id="281" r:id="rId45"/>
    <p:sldId id="282" r:id="rId46"/>
    <p:sldId id="283" r:id="rId47"/>
    <p:sldId id="284" r:id="rId48"/>
    <p:sldId id="285" r:id="rId49"/>
    <p:sldId id="286" r:id="rId50"/>
    <p:sldId id="287" r:id="rId51"/>
    <p:sldId id="288" r:id="rId52"/>
    <p:sldId id="289" r:id="rId53"/>
    <p:sldId id="290" r:id="rId54"/>
    <p:sldId id="291" r:id="rId5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notesMaster" Target="notesMasters/notesMaster1.xml"/><Relationship Id="rId20" Type="http://schemas.openxmlformats.org/officeDocument/2006/relationships/slide" Target="slides/slide1.xml"/><Relationship Id="rId21" Type="http://schemas.openxmlformats.org/officeDocument/2006/relationships/slide" Target="slides/slide2.xml"/><Relationship Id="rId22" Type="http://schemas.openxmlformats.org/officeDocument/2006/relationships/slide" Target="slides/slide3.xml"/><Relationship Id="rId23" Type="http://schemas.openxmlformats.org/officeDocument/2006/relationships/slide" Target="slides/slide4.xml"/><Relationship Id="rId24" Type="http://schemas.openxmlformats.org/officeDocument/2006/relationships/slide" Target="slides/slide5.xml"/><Relationship Id="rId25" Type="http://schemas.openxmlformats.org/officeDocument/2006/relationships/slide" Target="slides/slide6.xml"/><Relationship Id="rId26" Type="http://schemas.openxmlformats.org/officeDocument/2006/relationships/slide" Target="slides/slide7.xml"/><Relationship Id="rId27" Type="http://schemas.openxmlformats.org/officeDocument/2006/relationships/slide" Target="slides/slide8.xml"/><Relationship Id="rId28" Type="http://schemas.openxmlformats.org/officeDocument/2006/relationships/slide" Target="slides/slide9.xml"/><Relationship Id="rId29" Type="http://schemas.openxmlformats.org/officeDocument/2006/relationships/slide" Target="slides/slide10.xml"/><Relationship Id="rId30" Type="http://schemas.openxmlformats.org/officeDocument/2006/relationships/slide" Target="slides/slide11.xml"/><Relationship Id="rId31" Type="http://schemas.openxmlformats.org/officeDocument/2006/relationships/slide" Target="slides/slide12.xml"/><Relationship Id="rId32" Type="http://schemas.openxmlformats.org/officeDocument/2006/relationships/slide" Target="slides/slide13.xml"/><Relationship Id="rId33" Type="http://schemas.openxmlformats.org/officeDocument/2006/relationships/slide" Target="slides/slide14.xml"/><Relationship Id="rId34" Type="http://schemas.openxmlformats.org/officeDocument/2006/relationships/slide" Target="slides/slide15.xml"/><Relationship Id="rId35" Type="http://schemas.openxmlformats.org/officeDocument/2006/relationships/slide" Target="slides/slide16.xml"/><Relationship Id="rId36" Type="http://schemas.openxmlformats.org/officeDocument/2006/relationships/slide" Target="slides/slide17.xml"/><Relationship Id="rId37" Type="http://schemas.openxmlformats.org/officeDocument/2006/relationships/slide" Target="slides/slide18.xml"/><Relationship Id="rId38" Type="http://schemas.openxmlformats.org/officeDocument/2006/relationships/slide" Target="slides/slide19.xml"/><Relationship Id="rId39" Type="http://schemas.openxmlformats.org/officeDocument/2006/relationships/slide" Target="slides/slide20.xml"/><Relationship Id="rId40" Type="http://schemas.openxmlformats.org/officeDocument/2006/relationships/slide" Target="slides/slide21.xml"/><Relationship Id="rId41" Type="http://schemas.openxmlformats.org/officeDocument/2006/relationships/slide" Target="slides/slide22.xml"/><Relationship Id="rId42" Type="http://schemas.openxmlformats.org/officeDocument/2006/relationships/slide" Target="slides/slide23.xml"/><Relationship Id="rId43" Type="http://schemas.openxmlformats.org/officeDocument/2006/relationships/slide" Target="slides/slide24.xml"/><Relationship Id="rId44" Type="http://schemas.openxmlformats.org/officeDocument/2006/relationships/slide" Target="slides/slide25.xml"/><Relationship Id="rId45" Type="http://schemas.openxmlformats.org/officeDocument/2006/relationships/slide" Target="slides/slide26.xml"/><Relationship Id="rId46" Type="http://schemas.openxmlformats.org/officeDocument/2006/relationships/slide" Target="slides/slide27.xml"/><Relationship Id="rId47" Type="http://schemas.openxmlformats.org/officeDocument/2006/relationships/slide" Target="slides/slide28.xml"/><Relationship Id="rId48" Type="http://schemas.openxmlformats.org/officeDocument/2006/relationships/slide" Target="slides/slide29.xml"/><Relationship Id="rId49" Type="http://schemas.openxmlformats.org/officeDocument/2006/relationships/slide" Target="slides/slide30.xml"/><Relationship Id="rId50" Type="http://schemas.openxmlformats.org/officeDocument/2006/relationships/slide" Target="slides/slide31.xml"/><Relationship Id="rId51" Type="http://schemas.openxmlformats.org/officeDocument/2006/relationships/slide" Target="slides/slide32.xml"/><Relationship Id="rId52" Type="http://schemas.openxmlformats.org/officeDocument/2006/relationships/slide" Target="slides/slide33.xml"/><Relationship Id="rId53" Type="http://schemas.openxmlformats.org/officeDocument/2006/relationships/slide" Target="slides/slide34.xml"/><Relationship Id="rId54" Type="http://schemas.openxmlformats.org/officeDocument/2006/relationships/slide" Target="slides/slide35.xml"/><Relationship Id="rId55" Type="http://schemas.openxmlformats.org/officeDocument/2006/relationships/slide" Target="slides/slide36.xml"/><Relationship Id="rId5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8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86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9" name="PlaceHolder 4"/>
          <p:cNvSpPr>
            <a:spLocks noGrp="1"/>
          </p:cNvSpPr>
          <p:nvPr>
            <p:ph type="dt" idx="5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0" name="PlaceHolder 5"/>
          <p:cNvSpPr>
            <a:spLocks noGrp="1"/>
          </p:cNvSpPr>
          <p:nvPr>
            <p:ph type="ftr" idx="5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1" name="PlaceHolder 6"/>
          <p:cNvSpPr>
            <a:spLocks noGrp="1"/>
          </p:cNvSpPr>
          <p:nvPr>
            <p:ph type="sldNum" idx="5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68DD9B51-C5B4-4F98-BDEA-D2228E507798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247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8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</a:pPr>
            <a:r>
              <a:rPr b="1" lang="en-US" sz="2400" spc="-1" strike="noStrike">
                <a:solidFill>
                  <a:srgbClr val="212121"/>
                </a:solidFill>
                <a:latin typeface="Calibri"/>
              </a:rPr>
              <a:t>C</a:t>
            </a:r>
            <a:r>
              <a:rPr b="0" lang="en-US" sz="2400" spc="-1" strike="noStrike">
                <a:solidFill>
                  <a:srgbClr val="212121"/>
                </a:solidFill>
                <a:latin typeface="Calibri"/>
              </a:rPr>
              <a:t>ar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</a:pPr>
            <a:r>
              <a:rPr b="1" lang="en-US" sz="2400" spc="-1" strike="noStrike">
                <a:solidFill>
                  <a:srgbClr val="212121"/>
                </a:solidFill>
                <a:latin typeface="Calibri"/>
              </a:rPr>
              <a:t>A</a:t>
            </a:r>
            <a:r>
              <a:rPr b="0" lang="en-US" sz="2400" spc="-1" strike="noStrike">
                <a:solidFill>
                  <a:srgbClr val="212121"/>
                </a:solidFill>
                <a:latin typeface="Calibri"/>
              </a:rPr>
              <a:t>nalysis and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</a:pPr>
            <a:r>
              <a:rPr b="1" lang="en-US" sz="2400" spc="-1" strike="noStrike">
                <a:solidFill>
                  <a:srgbClr val="212121"/>
                </a:solidFill>
                <a:latin typeface="Calibri"/>
              </a:rPr>
              <a:t>R</a:t>
            </a:r>
            <a:r>
              <a:rPr b="0" lang="en-US" sz="2400" spc="-1" strike="noStrike">
                <a:solidFill>
                  <a:srgbClr val="212121"/>
                </a:solidFill>
                <a:latin typeface="Calibri"/>
              </a:rPr>
              <a:t>ecognition via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</a:pPr>
            <a:r>
              <a:rPr b="1" lang="en-US" sz="2400" spc="-1" strike="noStrike">
                <a:solidFill>
                  <a:srgbClr val="212121"/>
                </a:solidFill>
                <a:latin typeface="Calibri"/>
              </a:rPr>
              <a:t>M</a:t>
            </a:r>
            <a:r>
              <a:rPr b="0" lang="en-US" sz="2400" spc="-1" strike="noStrike">
                <a:solidFill>
                  <a:srgbClr val="212121"/>
                </a:solidFill>
                <a:latin typeface="Calibri"/>
              </a:rPr>
              <a:t>achine-learning for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</a:pPr>
            <a:r>
              <a:rPr b="1" lang="en-US" sz="2400" spc="-1" strike="noStrike">
                <a:solidFill>
                  <a:srgbClr val="212121"/>
                </a:solidFill>
                <a:latin typeface="Calibri"/>
              </a:rPr>
              <a:t>A</a:t>
            </a:r>
            <a:r>
              <a:rPr b="0" lang="en-US" sz="2400" spc="-1" strike="noStrike">
                <a:solidFill>
                  <a:srgbClr val="212121"/>
                </a:solidFill>
                <a:latin typeface="Calibri"/>
              </a:rPr>
              <a:t>utomotive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</a:pPr>
            <a:r>
              <a:rPr b="1" lang="en-US" sz="2400" spc="-1" strike="noStrike">
                <a:solidFill>
                  <a:srgbClr val="212121"/>
                </a:solidFill>
                <a:latin typeface="Calibri"/>
              </a:rPr>
              <a:t>D</a:t>
            </a:r>
            <a:r>
              <a:rPr b="0" lang="en-US" sz="2400" spc="-1" strike="noStrike">
                <a:solidFill>
                  <a:srgbClr val="212121"/>
                </a:solidFill>
                <a:latin typeface="Calibri"/>
              </a:rPr>
              <a:t>isambiguation with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</a:pPr>
            <a:r>
              <a:rPr b="1" lang="en-US" sz="2400" spc="-1" strike="noStrike">
                <a:solidFill>
                  <a:srgbClr val="212121"/>
                </a:solidFill>
                <a:latin typeface="Calibri"/>
              </a:rPr>
              <a:t>D</a:t>
            </a:r>
            <a:r>
              <a:rPr b="0" lang="en-US" sz="2400" spc="-1" strike="noStrike">
                <a:solidFill>
                  <a:srgbClr val="212121"/>
                </a:solidFill>
                <a:latin typeface="Calibri"/>
              </a:rPr>
              <a:t>eep Learning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</a:pPr>
            <a:r>
              <a:rPr b="1" lang="en-US" sz="2400" spc="-1" strike="noStrike">
                <a:solidFill>
                  <a:srgbClr val="212121"/>
                </a:solidFill>
                <a:latin typeface="Calibri"/>
              </a:rPr>
              <a:t>N</a:t>
            </a:r>
            <a:r>
              <a:rPr b="0" lang="en-US" sz="2400" spc="-1" strike="noStrike">
                <a:solidFill>
                  <a:srgbClr val="212121"/>
                </a:solidFill>
                <a:latin typeface="Calibri"/>
              </a:rPr>
              <a:t>etworks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subTitle"/>
          </p:nvPr>
        </p:nvSpPr>
        <p:spPr>
          <a:xfrm>
            <a:off x="1141560" y="2249640"/>
            <a:ext cx="9905760" cy="354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BD8E6FB-6606-4B81-A5ED-B8524E258E5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467BE44-2EE7-49C3-A148-9A2532DF133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14632A67-1222-4754-89C9-A4573D0E90F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F347E597-C784-4029-90E5-08454E29E9D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D8EE8682-0544-49F3-AE68-4A230A113ED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CF2E40DC-75EE-4723-8BB7-1DC8823369F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6EF0D8C7-1A3A-4270-9CCF-338D29DE9EC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9F2A072D-A9B7-4DD4-8805-ED1D2955D93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13C6D52E-E49E-47D4-B3CF-2D1D23E0A3B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536" name="PlaceHolder 2"/>
          <p:cNvSpPr>
            <a:spLocks noGrp="1"/>
          </p:cNvSpPr>
          <p:nvPr>
            <p:ph/>
          </p:nvPr>
        </p:nvSpPr>
        <p:spPr>
          <a:xfrm>
            <a:off x="1141560" y="2249640"/>
            <a:ext cx="9905760" cy="354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86773CEC-42B3-4859-B01A-A7BCF8585A8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D2263C5F-A2F4-41BC-AC44-539F8EF8A73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631" name="PlaceHolder 2"/>
          <p:cNvSpPr>
            <a:spLocks noGrp="1"/>
          </p:cNvSpPr>
          <p:nvPr>
            <p:ph/>
          </p:nvPr>
        </p:nvSpPr>
        <p:spPr>
          <a:xfrm>
            <a:off x="1141560" y="2249640"/>
            <a:ext cx="4833720" cy="354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632" name="PlaceHolder 3"/>
          <p:cNvSpPr>
            <a:spLocks noGrp="1"/>
          </p:cNvSpPr>
          <p:nvPr>
            <p:ph/>
          </p:nvPr>
        </p:nvSpPr>
        <p:spPr>
          <a:xfrm>
            <a:off x="6217200" y="2249640"/>
            <a:ext cx="4833720" cy="354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6D59EEE5-680F-4C01-9C11-C7DD8AAD983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9"/>
          </p:nvPr>
        </p:nvSpPr>
        <p:spPr/>
        <p:txBody>
          <a:bodyPr/>
          <a:p>
            <a:fld id="{E1CF6C4F-5A4C-4BF1-8D27-E3453B54D09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2"/>
          </p:nvPr>
        </p:nvSpPr>
        <p:spPr/>
        <p:txBody>
          <a:bodyPr/>
          <a:p>
            <a:fld id="{C3B6CC9F-69B4-43AE-A844-90A0EAB6C18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5"/>
          </p:nvPr>
        </p:nvSpPr>
        <p:spPr/>
        <p:txBody>
          <a:bodyPr/>
          <a:p>
            <a:fld id="{923FF282-A41B-4582-9A8D-7EF59C67E6D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8"/>
          </p:nvPr>
        </p:nvSpPr>
        <p:spPr/>
        <p:txBody>
          <a:bodyPr/>
          <a:p>
            <a:fld id="{7EEF809C-BA17-499C-8651-E561E519EB7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1"/>
          </p:nvPr>
        </p:nvSpPr>
        <p:spPr/>
        <p:txBody>
          <a:bodyPr/>
          <a:p>
            <a:fld id="{BD078F4D-DD4D-4EA6-80BF-99943CFAF92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2" descr="\\DROBO-FS\QuickDrops\JB\PPTX NG\Droplets\LightingOverlay.png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grpSp>
        <p:nvGrpSpPr>
          <p:cNvPr id="1" name="Group 7"/>
          <p:cNvGrpSpPr/>
          <p:nvPr/>
        </p:nvGrpSpPr>
        <p:grpSpPr>
          <a:xfrm>
            <a:off x="-14400" y="0"/>
            <a:ext cx="12053520" cy="6857640"/>
            <a:chOff x="-14400" y="0"/>
            <a:chExt cx="12053520" cy="6857640"/>
          </a:xfrm>
        </p:grpSpPr>
        <p:grpSp>
          <p:nvGrpSpPr>
            <p:cNvPr id="2" name="Group 8"/>
            <p:cNvGrpSpPr/>
            <p:nvPr/>
          </p:nvGrpSpPr>
          <p:grpSpPr>
            <a:xfrm>
              <a:off x="-14400" y="0"/>
              <a:ext cx="1220760" cy="6857640"/>
              <a:chOff x="-14400" y="0"/>
              <a:chExt cx="1220760" cy="6857640"/>
            </a:xfrm>
          </p:grpSpPr>
          <p:sp>
            <p:nvSpPr>
              <p:cNvPr id="3" name="Rectangle 5"/>
              <p:cNvSpPr/>
              <p:nvPr/>
            </p:nvSpPr>
            <p:spPr>
              <a:xfrm>
                <a:off x="114480" y="468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" name="Freeform 6"/>
              <p:cNvSpPr/>
              <p:nvPr/>
            </p:nvSpPr>
            <p:spPr>
              <a:xfrm>
                <a:off x="33480" y="217656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" name="Freeform 7"/>
              <p:cNvSpPr/>
              <p:nvPr/>
            </p:nvSpPr>
            <p:spPr>
              <a:xfrm>
                <a:off x="28440" y="4021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" name="Freeform 8"/>
              <p:cNvSpPr/>
              <p:nvPr/>
            </p:nvSpPr>
            <p:spPr>
              <a:xfrm>
                <a:off x="200160" y="4680"/>
                <a:ext cx="369360" cy="181080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10800"/>
                  <a:gd name="textAreaBottom" fmla="*/ 1811160 h 1810800"/>
                </a:gdLst>
                <a:ah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" name="Freeform 9"/>
              <p:cNvSpPr/>
              <p:nvPr/>
            </p:nvSpPr>
            <p:spPr>
              <a:xfrm>
                <a:off x="503280" y="18018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" name="Freeform 10"/>
              <p:cNvSpPr/>
              <p:nvPr/>
            </p:nvSpPr>
            <p:spPr>
              <a:xfrm>
                <a:off x="285840" y="4680"/>
                <a:ext cx="369360" cy="142992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429920"/>
                  <a:gd name="textAreaBottom" fmla="*/ 1430280 h 1429920"/>
                </a:gdLst>
                <a:ah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9" name="Freeform 11"/>
              <p:cNvSpPr/>
              <p:nvPr/>
            </p:nvSpPr>
            <p:spPr>
              <a:xfrm>
                <a:off x="546120" y="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" name="Freeform 12"/>
              <p:cNvSpPr/>
              <p:nvPr/>
            </p:nvSpPr>
            <p:spPr>
              <a:xfrm>
                <a:off x="588960" y="14209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" name="Freeform 13"/>
              <p:cNvSpPr/>
              <p:nvPr/>
            </p:nvSpPr>
            <p:spPr>
              <a:xfrm>
                <a:off x="588960" y="9032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" name="Freeform 14"/>
              <p:cNvSpPr/>
              <p:nvPr/>
            </p:nvSpPr>
            <p:spPr>
              <a:xfrm>
                <a:off x="641520" y="0"/>
                <a:ext cx="421920" cy="526680"/>
              </a:xfrm>
              <a:custGeom>
                <a:avLst/>
                <a:gdLst>
                  <a:gd name="textAreaLeft" fmla="*/ 0 w 421920"/>
                  <a:gd name="textAreaRight" fmla="*/ 422280 w 421920"/>
                  <a:gd name="textAreaTop" fmla="*/ 0 h 526680"/>
                  <a:gd name="textAreaBottom" fmla="*/ 527040 h 526680"/>
                </a:gdLst>
                <a:ah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" name="Freeform 15"/>
              <p:cNvSpPr/>
              <p:nvPr/>
            </p:nvSpPr>
            <p:spPr>
              <a:xfrm>
                <a:off x="1020600" y="488880"/>
                <a:ext cx="161640" cy="1472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4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t" anchorCtr="1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5" name="Freeform 17"/>
              <p:cNvSpPr/>
              <p:nvPr/>
            </p:nvSpPr>
            <p:spPr>
              <a:xfrm>
                <a:off x="9360" y="1801800"/>
                <a:ext cx="123480" cy="1267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6720"/>
                  <a:gd name="textAreaBottom" fmla="*/ 127080 h 126720"/>
                </a:gdLst>
                <a:ah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6" name="Freeform 18"/>
              <p:cNvSpPr/>
              <p:nvPr/>
            </p:nvSpPr>
            <p:spPr>
              <a:xfrm>
                <a:off x="-9360" y="3549600"/>
                <a:ext cx="147240" cy="480600"/>
              </a:xfrm>
              <a:custGeom>
                <a:avLst/>
                <a:gdLst>
                  <a:gd name="textAreaLeft" fmla="*/ 0 w 147240"/>
                  <a:gd name="textAreaRight" fmla="*/ 147600 w 147240"/>
                  <a:gd name="textAreaTop" fmla="*/ 0 h 480600"/>
                  <a:gd name="textAreaBottom" fmla="*/ 480960 h 480600"/>
                </a:gdLst>
                <a:ah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7" name="Freeform 19"/>
              <p:cNvSpPr/>
              <p:nvPr/>
            </p:nvSpPr>
            <p:spPr>
              <a:xfrm>
                <a:off x="128520" y="1382760"/>
                <a:ext cx="142560" cy="475920"/>
              </a:xfrm>
              <a:custGeom>
                <a:avLst/>
                <a:gdLst>
                  <a:gd name="textAreaLeft" fmla="*/ 0 w 142560"/>
                  <a:gd name="textAreaRight" fmla="*/ 142920 w 142560"/>
                  <a:gd name="textAreaTop" fmla="*/ 0 h 475920"/>
                  <a:gd name="textAreaBottom" fmla="*/ 476280 h 475920"/>
                </a:gdLst>
                <a:ah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8" name="Freeform 20"/>
              <p:cNvSpPr/>
              <p:nvPr/>
            </p:nvSpPr>
            <p:spPr>
              <a:xfrm>
                <a:off x="204840" y="1849320"/>
                <a:ext cx="114120" cy="10764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107640"/>
                  <a:gd name="textAreaBottom" fmla="*/ 108000 h 107640"/>
                </a:gdLst>
                <a:ah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9" name="Rectangle 21"/>
              <p:cNvSpPr/>
              <p:nvPr/>
            </p:nvSpPr>
            <p:spPr>
              <a:xfrm>
                <a:off x="133200" y="466236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0" name="Freeform 22"/>
              <p:cNvSpPr/>
              <p:nvPr/>
            </p:nvSpPr>
            <p:spPr>
              <a:xfrm>
                <a:off x="223920" y="5041800"/>
                <a:ext cx="369360" cy="180144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1" name="Freeform 23"/>
              <p:cNvSpPr/>
              <p:nvPr/>
            </p:nvSpPr>
            <p:spPr>
              <a:xfrm>
                <a:off x="52560" y="4481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2" name="Freeform 24"/>
              <p:cNvSpPr/>
              <p:nvPr/>
            </p:nvSpPr>
            <p:spPr>
              <a:xfrm>
                <a:off x="-14400" y="5627520"/>
                <a:ext cx="85320" cy="12157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1215720"/>
                  <a:gd name="textAreaBottom" fmla="*/ 1216080 h 1215720"/>
                </a:gdLst>
                <a:ah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3" name="Freeform 25"/>
              <p:cNvSpPr/>
              <p:nvPr/>
            </p:nvSpPr>
            <p:spPr>
              <a:xfrm>
                <a:off x="527040" y="4867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4" name="Freeform 26"/>
              <p:cNvSpPr/>
              <p:nvPr/>
            </p:nvSpPr>
            <p:spPr>
              <a:xfrm>
                <a:off x="309600" y="5423040"/>
                <a:ext cx="374400" cy="1425240"/>
              </a:xfrm>
              <a:custGeom>
                <a:avLst/>
                <a:gdLst>
                  <a:gd name="textAreaLeft" fmla="*/ 0 w 374400"/>
                  <a:gd name="textAreaRight" fmla="*/ 374760 w 374400"/>
                  <a:gd name="textAreaTop" fmla="*/ 0 h 1425240"/>
                  <a:gd name="textAreaBottom" fmla="*/ 1425600 h 1425240"/>
                </a:gdLst>
                <a:ah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5" name="Freeform 27"/>
              <p:cNvSpPr/>
              <p:nvPr/>
            </p:nvSpPr>
            <p:spPr>
              <a:xfrm>
                <a:off x="569880" y="594504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6" name="Freeform 28"/>
              <p:cNvSpPr/>
              <p:nvPr/>
            </p:nvSpPr>
            <p:spPr>
              <a:xfrm>
                <a:off x="612720" y="5246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7" name="Freeform 29"/>
              <p:cNvSpPr/>
              <p:nvPr/>
            </p:nvSpPr>
            <p:spPr>
              <a:xfrm>
                <a:off x="612720" y="57643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8" name="Freeform 30"/>
              <p:cNvSpPr/>
              <p:nvPr/>
            </p:nvSpPr>
            <p:spPr>
              <a:xfrm>
                <a:off x="669960" y="6330960"/>
                <a:ext cx="417240" cy="51732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7320"/>
                  <a:gd name="textAreaBottom" fmla="*/ 517680 h 517320"/>
                </a:gdLst>
                <a:ah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9" name="Freeform 31"/>
              <p:cNvSpPr/>
              <p:nvPr/>
            </p:nvSpPr>
            <p:spPr>
              <a:xfrm>
                <a:off x="1049400" y="6221520"/>
                <a:ext cx="156960" cy="1472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30" name="Group 9"/>
            <p:cNvGrpSpPr/>
            <p:nvPr/>
          </p:nvGrpSpPr>
          <p:grpSpPr>
            <a:xfrm>
              <a:off x="11364840" y="0"/>
              <a:ext cx="674280" cy="6848280"/>
              <a:chOff x="11364840" y="0"/>
              <a:chExt cx="674280" cy="6848280"/>
            </a:xfrm>
          </p:grpSpPr>
          <p:sp>
            <p:nvSpPr>
              <p:cNvPr id="31" name="Freeform 32"/>
              <p:cNvSpPr/>
              <p:nvPr/>
            </p:nvSpPr>
            <p:spPr>
              <a:xfrm>
                <a:off x="11484000" y="0"/>
                <a:ext cx="417240" cy="51228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2280"/>
                  <a:gd name="textAreaBottom" fmla="*/ 512640 h 512280"/>
                </a:gdLst>
                <a:ah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2" name="Freeform 33"/>
              <p:cNvSpPr/>
              <p:nvPr/>
            </p:nvSpPr>
            <p:spPr>
              <a:xfrm>
                <a:off x="11364840" y="474840"/>
                <a:ext cx="156960" cy="15192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1920"/>
                  <a:gd name="textAreaBottom" fmla="*/ 152280 h 151920"/>
                </a:gdLst>
                <a:ah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3" name="Freeform 34"/>
              <p:cNvSpPr/>
              <p:nvPr/>
            </p:nvSpPr>
            <p:spPr>
              <a:xfrm>
                <a:off x="11631600" y="1539720"/>
                <a:ext cx="188640" cy="19008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4" name="Freeform 35"/>
              <p:cNvSpPr/>
              <p:nvPr/>
            </p:nvSpPr>
            <p:spPr>
              <a:xfrm>
                <a:off x="11531520" y="5694480"/>
                <a:ext cx="298080" cy="1153800"/>
              </a:xfrm>
              <a:custGeom>
                <a:avLst/>
                <a:gdLst>
                  <a:gd name="textAreaLeft" fmla="*/ 0 w 298080"/>
                  <a:gd name="textAreaRight" fmla="*/ 298440 w 298080"/>
                  <a:gd name="textAreaTop" fmla="*/ 0 h 1153800"/>
                  <a:gd name="textAreaBottom" fmla="*/ 1154160 h 1153800"/>
                </a:gdLst>
                <a:ah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5" name="Freeform 36"/>
              <p:cNvSpPr/>
              <p:nvPr/>
            </p:nvSpPr>
            <p:spPr>
              <a:xfrm>
                <a:off x="11773080" y="5551560"/>
                <a:ext cx="156960" cy="15516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5160"/>
                  <a:gd name="textAreaBottom" fmla="*/ 155520 h 155160"/>
                </a:gdLst>
                <a:ah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6" name="Freeform 37"/>
              <p:cNvSpPr/>
              <p:nvPr/>
            </p:nvSpPr>
            <p:spPr>
              <a:xfrm>
                <a:off x="11711160" y="4680"/>
                <a:ext cx="304560" cy="1544400"/>
              </a:xfrm>
              <a:custGeom>
                <a:avLst/>
                <a:gdLst>
                  <a:gd name="textAreaLeft" fmla="*/ 0 w 304560"/>
                  <a:gd name="textAreaRight" fmla="*/ 304920 w 304560"/>
                  <a:gd name="textAreaTop" fmla="*/ 0 h 1544400"/>
                  <a:gd name="textAreaBottom" fmla="*/ 1544760 h 1544400"/>
                </a:gdLst>
                <a:ah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7" name="Freeform 38"/>
              <p:cNvSpPr/>
              <p:nvPr/>
            </p:nvSpPr>
            <p:spPr>
              <a:xfrm>
                <a:off x="11636280" y="4867200"/>
                <a:ext cx="188640" cy="18864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8" name="Freeform 39"/>
              <p:cNvSpPr/>
              <p:nvPr/>
            </p:nvSpPr>
            <p:spPr>
              <a:xfrm>
                <a:off x="11441160" y="5046840"/>
                <a:ext cx="307440" cy="1801440"/>
              </a:xfrm>
              <a:custGeom>
                <a:avLst/>
                <a:gdLst>
                  <a:gd name="textAreaLeft" fmla="*/ 0 w 307440"/>
                  <a:gd name="textAreaRight" fmla="*/ 307800 w 30744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9" name="Freeform 40"/>
              <p:cNvSpPr/>
              <p:nvPr/>
            </p:nvSpPr>
            <p:spPr>
              <a:xfrm>
                <a:off x="11849040" y="641664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0" name="Rectangle 41"/>
              <p:cNvSpPr/>
              <p:nvPr/>
            </p:nvSpPr>
            <p:spPr>
              <a:xfrm>
                <a:off x="11939760" y="6595920"/>
                <a:ext cx="23400" cy="252000"/>
              </a:xfrm>
              <a:prstGeom prst="rect">
                <a:avLst/>
              </a:pr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pic>
        <p:nvPicPr>
          <p:cNvPr id="41" name="Picture 2" descr="\\DROBO-FS\QuickDrops\JB\PPTX NG\Droplets\LightingOverlay.png"/>
          <p:cNvPicPr/>
          <p:nvPr/>
        </p:nvPicPr>
        <p:blipFill>
          <a:blip r:embed="rId4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grpSp>
        <p:nvGrpSpPr>
          <p:cNvPr id="42" name="Group 10"/>
          <p:cNvGrpSpPr/>
          <p:nvPr/>
        </p:nvGrpSpPr>
        <p:grpSpPr>
          <a:xfrm>
            <a:off x="0" y="0"/>
            <a:ext cx="2304720" cy="6857640"/>
            <a:chOff x="0" y="0"/>
            <a:chExt cx="2304720" cy="6857640"/>
          </a:xfrm>
        </p:grpSpPr>
        <p:sp>
          <p:nvSpPr>
            <p:cNvPr id="43" name="Rectangle 5"/>
            <p:cNvSpPr/>
            <p:nvPr/>
          </p:nvSpPr>
          <p:spPr>
            <a:xfrm>
              <a:off x="1209600" y="4680"/>
              <a:ext cx="23400" cy="2180880"/>
            </a:xfrm>
            <a:prstGeom prst="rect">
              <a:avLst/>
            </a:pr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4" name="Freeform 6"/>
            <p:cNvSpPr/>
            <p:nvPr/>
          </p:nvSpPr>
          <p:spPr>
            <a:xfrm>
              <a:off x="1128600" y="217656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5" name="Freeform 7"/>
            <p:cNvSpPr/>
            <p:nvPr/>
          </p:nvSpPr>
          <p:spPr>
            <a:xfrm>
              <a:off x="1123920" y="40212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6" name="Rectangle 8"/>
            <p:cNvSpPr/>
            <p:nvPr/>
          </p:nvSpPr>
          <p:spPr>
            <a:xfrm>
              <a:off x="414360" y="9360"/>
              <a:ext cx="28080" cy="4481280"/>
            </a:xfrm>
            <a:prstGeom prst="rect">
              <a:avLst/>
            </a:pr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7" name="Freeform 9"/>
            <p:cNvSpPr/>
            <p:nvPr/>
          </p:nvSpPr>
          <p:spPr>
            <a:xfrm>
              <a:off x="333360" y="4481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8" name="Freeform 10"/>
            <p:cNvSpPr/>
            <p:nvPr/>
          </p:nvSpPr>
          <p:spPr>
            <a:xfrm>
              <a:off x="190440" y="9360"/>
              <a:ext cx="151920" cy="907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07560"/>
                <a:gd name="textAreaBottom" fmla="*/ 907920 h 907560"/>
              </a:gdLst>
              <a:ahLst/>
              <a:rect l="textAreaLeft" t="textAreaTop" r="textAreaRight" b="textAreaBottom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9" name="Freeform 11"/>
            <p:cNvSpPr/>
            <p:nvPr/>
          </p:nvSpPr>
          <p:spPr>
            <a:xfrm>
              <a:off x="1290600" y="14400"/>
              <a:ext cx="375840" cy="1801440"/>
            </a:xfrm>
            <a:custGeom>
              <a:avLst/>
              <a:gdLst>
                <a:gd name="textAreaLeft" fmla="*/ 0 w 375840"/>
                <a:gd name="textAreaRight" fmla="*/ 376200 w 375840"/>
                <a:gd name="textAreaTop" fmla="*/ 0 h 1801440"/>
                <a:gd name="textAreaBottom" fmla="*/ 1801800 h 1801440"/>
              </a:gdLst>
              <a:ahLst/>
              <a:rect l="textAreaLeft" t="textAreaTop" r="textAreaRight" b="textAreaBottom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0" name="Freeform 12"/>
            <p:cNvSpPr/>
            <p:nvPr/>
          </p:nvSpPr>
          <p:spPr>
            <a:xfrm>
              <a:off x="1600200" y="18018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1" name="Freeform 13"/>
            <p:cNvSpPr/>
            <p:nvPr/>
          </p:nvSpPr>
          <p:spPr>
            <a:xfrm>
              <a:off x="1380960" y="9360"/>
              <a:ext cx="371160" cy="1425240"/>
            </a:xfrm>
            <a:custGeom>
              <a:avLst/>
              <a:gdLst>
                <a:gd name="textAreaLeft" fmla="*/ 0 w 371160"/>
                <a:gd name="textAreaRight" fmla="*/ 371520 w 371160"/>
                <a:gd name="textAreaTop" fmla="*/ 0 h 1425240"/>
                <a:gd name="textAreaBottom" fmla="*/ 1425600 h 1425240"/>
              </a:gdLst>
              <a:ahLst/>
              <a:rect l="textAreaLeft" t="textAreaTop" r="textAreaRight" b="textAreaBottom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2" name="Freeform 14"/>
            <p:cNvSpPr/>
            <p:nvPr/>
          </p:nvSpPr>
          <p:spPr>
            <a:xfrm>
              <a:off x="1643040" y="0"/>
              <a:ext cx="151920" cy="9126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12600"/>
                <a:gd name="textAreaBottom" fmla="*/ 912960 h 912600"/>
              </a:gdLst>
              <a:ahLst/>
              <a:rect l="textAreaLeft" t="textAreaTop" r="textAreaRight" b="textAreaBottom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3" name="Freeform 15"/>
            <p:cNvSpPr/>
            <p:nvPr/>
          </p:nvSpPr>
          <p:spPr>
            <a:xfrm>
              <a:off x="1685880" y="14209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4" name="Freeform 16"/>
            <p:cNvSpPr/>
            <p:nvPr/>
          </p:nvSpPr>
          <p:spPr>
            <a:xfrm>
              <a:off x="1685880" y="9032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" name="Freeform 17"/>
            <p:cNvSpPr/>
            <p:nvPr/>
          </p:nvSpPr>
          <p:spPr>
            <a:xfrm>
              <a:off x="1743120" y="4680"/>
              <a:ext cx="418680" cy="522000"/>
            </a:xfrm>
            <a:custGeom>
              <a:avLst/>
              <a:gdLst>
                <a:gd name="textAreaLeft" fmla="*/ 0 w 418680"/>
                <a:gd name="textAreaRight" fmla="*/ 419040 w 418680"/>
                <a:gd name="textAreaTop" fmla="*/ 0 h 522000"/>
                <a:gd name="textAreaBottom" fmla="*/ 522360 h 522000"/>
              </a:gdLst>
              <a:ahLst/>
              <a:rect l="textAreaLeft" t="textAreaTop" r="textAreaRight" b="textAreaBottom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6" name="Freeform 18"/>
            <p:cNvSpPr/>
            <p:nvPr/>
          </p:nvSpPr>
          <p:spPr>
            <a:xfrm>
              <a:off x="2119320" y="488880"/>
              <a:ext cx="161640" cy="147240"/>
            </a:xfrm>
            <a:custGeom>
              <a:avLst/>
              <a:gdLst>
                <a:gd name="textAreaLeft" fmla="*/ 0 w 161640"/>
                <a:gd name="textAreaRight" fmla="*/ 162000 w 161640"/>
                <a:gd name="textAreaTop" fmla="*/ 0 h 147240"/>
                <a:gd name="textAreaBottom" fmla="*/ 147600 h 147240"/>
              </a:gdLst>
              <a:ahLst/>
              <a:rect l="textAreaLeft" t="textAreaTop" r="textAreaRight" b="textAreaBottom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7" name="Freeform 19"/>
            <p:cNvSpPr/>
            <p:nvPr/>
          </p:nvSpPr>
          <p:spPr>
            <a:xfrm>
              <a:off x="952560" y="4680"/>
              <a:ext cx="151920" cy="907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07560"/>
                <a:gd name="textAreaBottom" fmla="*/ 907920 h 907560"/>
              </a:gdLst>
              <a:ahLst/>
              <a:rect l="textAreaLeft" t="textAreaTop" r="textAreaRight" b="textAreaBottom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8" name="Freeform 20"/>
            <p:cNvSpPr/>
            <p:nvPr/>
          </p:nvSpPr>
          <p:spPr>
            <a:xfrm>
              <a:off x="866880" y="9032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9" name="Freeform 21"/>
            <p:cNvSpPr/>
            <p:nvPr/>
          </p:nvSpPr>
          <p:spPr>
            <a:xfrm>
              <a:off x="890640" y="15541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0" name="Freeform 22"/>
            <p:cNvSpPr/>
            <p:nvPr/>
          </p:nvSpPr>
          <p:spPr>
            <a:xfrm>
              <a:off x="738360" y="5622840"/>
              <a:ext cx="337680" cy="1215720"/>
            </a:xfrm>
            <a:custGeom>
              <a:avLst/>
              <a:gdLst>
                <a:gd name="textAreaLeft" fmla="*/ 0 w 337680"/>
                <a:gd name="textAreaRight" fmla="*/ 338040 w 337680"/>
                <a:gd name="textAreaTop" fmla="*/ 0 h 1215720"/>
                <a:gd name="textAreaBottom" fmla="*/ 1216080 h 1215720"/>
              </a:gdLst>
              <a:ahLst/>
              <a:rect l="textAreaLeft" t="textAreaTop" r="textAreaRight" b="textAreaBottom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1" name="Freeform 23"/>
            <p:cNvSpPr/>
            <p:nvPr/>
          </p:nvSpPr>
          <p:spPr>
            <a:xfrm>
              <a:off x="647640" y="5479920"/>
              <a:ext cx="156960" cy="15696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56960"/>
                <a:gd name="textAreaBottom" fmla="*/ 157320 h 156960"/>
              </a:gdLst>
              <a:ahLst/>
              <a:rect l="textAreaLeft" t="textAreaTop" r="textAreaRight" b="textAreaBottom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2" name="Freeform 24"/>
            <p:cNvSpPr/>
            <p:nvPr/>
          </p:nvSpPr>
          <p:spPr>
            <a:xfrm>
              <a:off x="66600" y="9032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3" name="Freeform 25"/>
            <p:cNvSpPr/>
            <p:nvPr/>
          </p:nvSpPr>
          <p:spPr>
            <a:xfrm>
              <a:off x="0" y="3897360"/>
              <a:ext cx="132840" cy="266400"/>
            </a:xfrm>
            <a:custGeom>
              <a:avLst/>
              <a:gdLst>
                <a:gd name="textAreaLeft" fmla="*/ 0 w 132840"/>
                <a:gd name="textAreaRight" fmla="*/ 133200 w 132840"/>
                <a:gd name="textAreaTop" fmla="*/ 0 h 266400"/>
                <a:gd name="textAreaBottom" fmla="*/ 266760 h 266400"/>
              </a:gdLst>
              <a:ahLst/>
              <a:rect l="textAreaLeft" t="textAreaTop" r="textAreaRight" b="textAreaBottom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4" name="Freeform 26"/>
            <p:cNvSpPr/>
            <p:nvPr/>
          </p:nvSpPr>
          <p:spPr>
            <a:xfrm>
              <a:off x="66600" y="414972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5" name="Freeform 27"/>
            <p:cNvSpPr/>
            <p:nvPr/>
          </p:nvSpPr>
          <p:spPr>
            <a:xfrm>
              <a:off x="0" y="1644480"/>
              <a:ext cx="132840" cy="269640"/>
            </a:xfrm>
            <a:custGeom>
              <a:avLst/>
              <a:gdLst>
                <a:gd name="textAreaLeft" fmla="*/ 0 w 132840"/>
                <a:gd name="textAreaRight" fmla="*/ 133200 w 132840"/>
                <a:gd name="textAreaTop" fmla="*/ 0 h 269640"/>
                <a:gd name="textAreaBottom" fmla="*/ 270000 h 269640"/>
              </a:gdLst>
              <a:ahLst/>
              <a:rect l="textAreaLeft" t="textAreaTop" r="textAreaRight" b="textAreaBottom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6" name="Freeform 28"/>
            <p:cNvSpPr/>
            <p:nvPr/>
          </p:nvSpPr>
          <p:spPr>
            <a:xfrm>
              <a:off x="66600" y="14684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7" name="Freeform 29"/>
            <p:cNvSpPr/>
            <p:nvPr/>
          </p:nvSpPr>
          <p:spPr>
            <a:xfrm>
              <a:off x="695160" y="4680"/>
              <a:ext cx="309240" cy="1558440"/>
            </a:xfrm>
            <a:custGeom>
              <a:avLst/>
              <a:gdLst>
                <a:gd name="textAreaLeft" fmla="*/ 0 w 309240"/>
                <a:gd name="textAreaRight" fmla="*/ 309600 w 309240"/>
                <a:gd name="textAreaTop" fmla="*/ 0 h 1558440"/>
                <a:gd name="textAreaBottom" fmla="*/ 1558800 h 1558440"/>
              </a:gdLst>
              <a:ahLst/>
              <a:rect l="textAreaLeft" t="textAreaTop" r="textAreaRight" b="textAreaBottom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8" name="Freeform 30"/>
            <p:cNvSpPr/>
            <p:nvPr/>
          </p:nvSpPr>
          <p:spPr>
            <a:xfrm>
              <a:off x="57240" y="48816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9" name="Freeform 31"/>
            <p:cNvSpPr/>
            <p:nvPr/>
          </p:nvSpPr>
          <p:spPr>
            <a:xfrm>
              <a:off x="138240" y="5060880"/>
              <a:ext cx="304560" cy="177768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777680"/>
                <a:gd name="textAreaBottom" fmla="*/ 1778040 h 1777680"/>
              </a:gdLst>
              <a:ahLst/>
              <a:rect l="textAreaLeft" t="textAreaTop" r="textAreaRight" b="textAreaBottom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0" name="Freeform 32"/>
            <p:cNvSpPr/>
            <p:nvPr/>
          </p:nvSpPr>
          <p:spPr>
            <a:xfrm>
              <a:off x="561960" y="643104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1" name="Rectangle 33"/>
            <p:cNvSpPr/>
            <p:nvPr/>
          </p:nvSpPr>
          <p:spPr>
            <a:xfrm>
              <a:off x="642960" y="6610320"/>
              <a:ext cx="23400" cy="242640"/>
            </a:xfrm>
            <a:prstGeom prst="rect">
              <a:avLst/>
            </a:pr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2" name="Freeform 34"/>
            <p:cNvSpPr/>
            <p:nvPr/>
          </p:nvSpPr>
          <p:spPr>
            <a:xfrm>
              <a:off x="76320" y="643104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3" name="Freeform 35"/>
            <p:cNvSpPr/>
            <p:nvPr/>
          </p:nvSpPr>
          <p:spPr>
            <a:xfrm>
              <a:off x="0" y="5978520"/>
              <a:ext cx="190080" cy="46152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461520"/>
                <a:gd name="textAreaBottom" fmla="*/ 461880 h 461520"/>
              </a:gdLst>
              <a:ahLst/>
              <a:rect l="textAreaLeft" t="textAreaTop" r="textAreaRight" b="textAreaBottom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4" name="Freeform 36"/>
            <p:cNvSpPr/>
            <p:nvPr/>
          </p:nvSpPr>
          <p:spPr>
            <a:xfrm>
              <a:off x="1014480" y="1801800"/>
              <a:ext cx="213840" cy="755280"/>
            </a:xfrm>
            <a:custGeom>
              <a:avLst/>
              <a:gdLst>
                <a:gd name="textAreaLeft" fmla="*/ 0 w 213840"/>
                <a:gd name="textAreaRight" fmla="*/ 214200 w 213840"/>
                <a:gd name="textAreaTop" fmla="*/ 0 h 755280"/>
                <a:gd name="textAreaBottom" fmla="*/ 755640 h 755280"/>
              </a:gdLst>
              <a:ahLst/>
              <a:rect l="textAreaLeft" t="textAreaTop" r="textAreaRight" b="textAreaBottom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5" name="Freeform 37"/>
            <p:cNvSpPr/>
            <p:nvPr/>
          </p:nvSpPr>
          <p:spPr>
            <a:xfrm>
              <a:off x="938160" y="2548080"/>
              <a:ext cx="166320" cy="159840"/>
            </a:xfrm>
            <a:custGeom>
              <a:avLst/>
              <a:gdLst>
                <a:gd name="textAreaLeft" fmla="*/ 0 w 166320"/>
                <a:gd name="textAreaRight" fmla="*/ 166680 w 166320"/>
                <a:gd name="textAreaTop" fmla="*/ 0 h 159840"/>
                <a:gd name="textAreaBottom" fmla="*/ 160200 h 159840"/>
              </a:gdLst>
              <a:ahLst/>
              <a:rect l="textAreaLeft" t="textAreaTop" r="textAreaRight" b="textAreaBottom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6" name="Freeform 38"/>
            <p:cNvSpPr/>
            <p:nvPr/>
          </p:nvSpPr>
          <p:spPr>
            <a:xfrm>
              <a:off x="595440" y="4680"/>
              <a:ext cx="637920" cy="4025520"/>
            </a:xfrm>
            <a:custGeom>
              <a:avLst/>
              <a:gdLst>
                <a:gd name="textAreaLeft" fmla="*/ 0 w 637920"/>
                <a:gd name="textAreaRight" fmla="*/ 638280 w 637920"/>
                <a:gd name="textAreaTop" fmla="*/ 0 h 4025520"/>
                <a:gd name="textAreaBottom" fmla="*/ 4025880 h 4025520"/>
              </a:gdLst>
              <a:ahLst/>
              <a:rect l="textAreaLeft" t="textAreaTop" r="textAreaRight" b="textAreaBottom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7" name="Freeform 39"/>
            <p:cNvSpPr/>
            <p:nvPr/>
          </p:nvSpPr>
          <p:spPr>
            <a:xfrm>
              <a:off x="1224000" y="1382760"/>
              <a:ext cx="142560" cy="475920"/>
            </a:xfrm>
            <a:custGeom>
              <a:avLst/>
              <a:gdLst>
                <a:gd name="textAreaLeft" fmla="*/ 0 w 142560"/>
                <a:gd name="textAreaRight" fmla="*/ 142920 w 142560"/>
                <a:gd name="textAreaTop" fmla="*/ 0 h 475920"/>
                <a:gd name="textAreaBottom" fmla="*/ 476280 h 475920"/>
              </a:gdLst>
              <a:ahLst/>
              <a:rect l="textAreaLeft" t="textAreaTop" r="textAreaRight" b="textAreaBottom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8" name="Freeform 40"/>
            <p:cNvSpPr/>
            <p:nvPr/>
          </p:nvSpPr>
          <p:spPr>
            <a:xfrm>
              <a:off x="1300320" y="1849320"/>
              <a:ext cx="109080" cy="107640"/>
            </a:xfrm>
            <a:custGeom>
              <a:avLst/>
              <a:gdLst>
                <a:gd name="textAreaLeft" fmla="*/ 0 w 109080"/>
                <a:gd name="textAreaRight" fmla="*/ 109440 w 109080"/>
                <a:gd name="textAreaTop" fmla="*/ 0 h 107640"/>
                <a:gd name="textAreaBottom" fmla="*/ 108000 h 107640"/>
              </a:gdLst>
              <a:ahLst/>
              <a:rect l="textAreaLeft" t="textAreaTop" r="textAreaRight" b="textAreaBottom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9" name="Freeform 41"/>
            <p:cNvSpPr/>
            <p:nvPr/>
          </p:nvSpPr>
          <p:spPr>
            <a:xfrm>
              <a:off x="281160" y="3417840"/>
              <a:ext cx="142560" cy="474480"/>
            </a:xfrm>
            <a:custGeom>
              <a:avLst/>
              <a:gdLst>
                <a:gd name="textAreaLeft" fmla="*/ 0 w 142560"/>
                <a:gd name="textAreaRight" fmla="*/ 142920 w 142560"/>
                <a:gd name="textAreaTop" fmla="*/ 0 h 474480"/>
                <a:gd name="textAreaBottom" fmla="*/ 474840 h 474480"/>
              </a:gdLst>
              <a:ahLst/>
              <a:rect l="textAreaLeft" t="textAreaTop" r="textAreaRight" b="textAreaBottom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0" name="Freeform 42"/>
            <p:cNvSpPr/>
            <p:nvPr/>
          </p:nvSpPr>
          <p:spPr>
            <a:xfrm>
              <a:off x="237960" y="3882960"/>
              <a:ext cx="109080" cy="109080"/>
            </a:xfrm>
            <a:custGeom>
              <a:avLst/>
              <a:gdLst>
                <a:gd name="textAreaLeft" fmla="*/ 0 w 109080"/>
                <a:gd name="textAreaRight" fmla="*/ 109440 w 109080"/>
                <a:gd name="textAreaTop" fmla="*/ 0 h 109080"/>
                <a:gd name="textAreaBottom" fmla="*/ 109440 h 109080"/>
              </a:gdLst>
              <a:ahLst/>
              <a:rect l="textAreaLeft" t="textAreaTop" r="textAreaRight" b="textAreaBottom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1" name="Freeform 43"/>
            <p:cNvSpPr/>
            <p:nvPr/>
          </p:nvSpPr>
          <p:spPr>
            <a:xfrm>
              <a:off x="4680" y="2166840"/>
              <a:ext cx="114120" cy="452160"/>
            </a:xfrm>
            <a:custGeom>
              <a:avLst/>
              <a:gdLst>
                <a:gd name="textAreaLeft" fmla="*/ 0 w 114120"/>
                <a:gd name="textAreaRight" fmla="*/ 114480 w 114120"/>
                <a:gd name="textAreaTop" fmla="*/ 0 h 452160"/>
                <a:gd name="textAreaBottom" fmla="*/ 452520 h 452160"/>
              </a:gdLst>
              <a:ahLst/>
              <a:rect l="textAreaLeft" t="textAreaTop" r="textAreaRight" b="textAreaBottom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2" name="Freeform 44"/>
            <p:cNvSpPr/>
            <p:nvPr/>
          </p:nvSpPr>
          <p:spPr>
            <a:xfrm>
              <a:off x="52560" y="2066760"/>
              <a:ext cx="109080" cy="109080"/>
            </a:xfrm>
            <a:custGeom>
              <a:avLst/>
              <a:gdLst>
                <a:gd name="textAreaLeft" fmla="*/ 0 w 109080"/>
                <a:gd name="textAreaRight" fmla="*/ 109440 w 109080"/>
                <a:gd name="textAreaTop" fmla="*/ 0 h 109080"/>
                <a:gd name="textAreaBottom" fmla="*/ 109440 h 109080"/>
              </a:gdLst>
              <a:ahLst/>
              <a:rect l="textAreaLeft" t="textAreaTop" r="textAreaRight" b="textAreaBottom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3" name="Rectangle 45"/>
            <p:cNvSpPr/>
            <p:nvPr/>
          </p:nvSpPr>
          <p:spPr>
            <a:xfrm>
              <a:off x="1228680" y="4662360"/>
              <a:ext cx="23400" cy="2180880"/>
            </a:xfrm>
            <a:prstGeom prst="rect">
              <a:avLst/>
            </a:pr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4" name="Freeform 46"/>
            <p:cNvSpPr/>
            <p:nvPr/>
          </p:nvSpPr>
          <p:spPr>
            <a:xfrm>
              <a:off x="1319040" y="5041800"/>
              <a:ext cx="371160" cy="1801440"/>
            </a:xfrm>
            <a:custGeom>
              <a:avLst/>
              <a:gdLst>
                <a:gd name="textAreaLeft" fmla="*/ 0 w 371160"/>
                <a:gd name="textAreaRight" fmla="*/ 371520 w 371160"/>
                <a:gd name="textAreaTop" fmla="*/ 0 h 1801440"/>
                <a:gd name="textAreaBottom" fmla="*/ 1801800 h 1801440"/>
              </a:gdLst>
              <a:ahLst/>
              <a:rect l="textAreaLeft" t="textAreaTop" r="textAreaRight" b="textAreaBottom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5" name="Freeform 47"/>
            <p:cNvSpPr/>
            <p:nvPr/>
          </p:nvSpPr>
          <p:spPr>
            <a:xfrm>
              <a:off x="1147680" y="4481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6" name="Freeform 48"/>
            <p:cNvSpPr/>
            <p:nvPr/>
          </p:nvSpPr>
          <p:spPr>
            <a:xfrm>
              <a:off x="819000" y="3983040"/>
              <a:ext cx="347400" cy="2860200"/>
            </a:xfrm>
            <a:custGeom>
              <a:avLst/>
              <a:gdLst>
                <a:gd name="textAreaLeft" fmla="*/ 0 w 347400"/>
                <a:gd name="textAreaRight" fmla="*/ 347760 w 347400"/>
                <a:gd name="textAreaTop" fmla="*/ 0 h 2860200"/>
                <a:gd name="textAreaBottom" fmla="*/ 2860560 h 2860200"/>
              </a:gdLst>
              <a:ahLst/>
              <a:rect l="textAreaLeft" t="textAreaTop" r="textAreaRight" b="textAreaBottom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7" name="Freeform 49"/>
            <p:cNvSpPr/>
            <p:nvPr/>
          </p:nvSpPr>
          <p:spPr>
            <a:xfrm>
              <a:off x="728640" y="380700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8" name="Freeform 50"/>
            <p:cNvSpPr/>
            <p:nvPr/>
          </p:nvSpPr>
          <p:spPr>
            <a:xfrm>
              <a:off x="1623960" y="48672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9" name="Freeform 51"/>
            <p:cNvSpPr/>
            <p:nvPr/>
          </p:nvSpPr>
          <p:spPr>
            <a:xfrm>
              <a:off x="1405080" y="5423040"/>
              <a:ext cx="371160" cy="1425240"/>
            </a:xfrm>
            <a:custGeom>
              <a:avLst/>
              <a:gdLst>
                <a:gd name="textAreaLeft" fmla="*/ 0 w 371160"/>
                <a:gd name="textAreaRight" fmla="*/ 371520 w 371160"/>
                <a:gd name="textAreaTop" fmla="*/ 0 h 1425240"/>
                <a:gd name="textAreaBottom" fmla="*/ 1425600 h 1425240"/>
              </a:gdLst>
              <a:ahLst/>
              <a:rect l="textAreaLeft" t="textAreaTop" r="textAreaRight" b="textAreaBottom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0" name="Freeform 52"/>
            <p:cNvSpPr/>
            <p:nvPr/>
          </p:nvSpPr>
          <p:spPr>
            <a:xfrm>
              <a:off x="1666800" y="5945040"/>
              <a:ext cx="151920" cy="9126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12600"/>
                <a:gd name="textAreaBottom" fmla="*/ 912960 h 912600"/>
              </a:gdLst>
              <a:ahLst/>
              <a:rect l="textAreaLeft" t="textAreaTop" r="textAreaRight" b="textAreaBottom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1" name="Freeform 53"/>
            <p:cNvSpPr/>
            <p:nvPr/>
          </p:nvSpPr>
          <p:spPr>
            <a:xfrm>
              <a:off x="1709640" y="5246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2" name="Freeform 54"/>
            <p:cNvSpPr/>
            <p:nvPr/>
          </p:nvSpPr>
          <p:spPr>
            <a:xfrm>
              <a:off x="1709640" y="57643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3" name="Freeform 55"/>
            <p:cNvSpPr/>
            <p:nvPr/>
          </p:nvSpPr>
          <p:spPr>
            <a:xfrm>
              <a:off x="1766880" y="6330960"/>
              <a:ext cx="418680" cy="526680"/>
            </a:xfrm>
            <a:custGeom>
              <a:avLst/>
              <a:gdLst>
                <a:gd name="textAreaLeft" fmla="*/ 0 w 418680"/>
                <a:gd name="textAreaRight" fmla="*/ 419040 w 418680"/>
                <a:gd name="textAreaTop" fmla="*/ 0 h 526680"/>
                <a:gd name="textAreaBottom" fmla="*/ 527040 h 526680"/>
              </a:gdLst>
              <a:ahLst/>
              <a:rect l="textAreaLeft" t="textAreaTop" r="textAreaRight" b="textAreaBottom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4" name="Freeform 56"/>
            <p:cNvSpPr/>
            <p:nvPr/>
          </p:nvSpPr>
          <p:spPr>
            <a:xfrm>
              <a:off x="2147760" y="6221520"/>
              <a:ext cx="156960" cy="14724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47240"/>
                <a:gd name="textAreaBottom" fmla="*/ 147600 h 147240"/>
              </a:gdLst>
              <a:ahLst/>
              <a:rect l="textAreaLeft" t="textAreaTop" r="textAreaRight" b="textAreaBottom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5" name="Freeform 57"/>
            <p:cNvSpPr/>
            <p:nvPr/>
          </p:nvSpPr>
          <p:spPr>
            <a:xfrm>
              <a:off x="504720" y="9360"/>
              <a:ext cx="232920" cy="5103360"/>
            </a:xfrm>
            <a:custGeom>
              <a:avLst/>
              <a:gdLst>
                <a:gd name="textAreaLeft" fmla="*/ 0 w 232920"/>
                <a:gd name="textAreaRight" fmla="*/ 233280 w 232920"/>
                <a:gd name="textAreaTop" fmla="*/ 0 h 5103360"/>
                <a:gd name="textAreaBottom" fmla="*/ 5103720 h 5103360"/>
              </a:gdLst>
              <a:ahLst/>
              <a:rect l="textAreaLeft" t="textAreaTop" r="textAreaRight" b="textAreaBottom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6" name="Freeform 58"/>
            <p:cNvSpPr/>
            <p:nvPr/>
          </p:nvSpPr>
          <p:spPr>
            <a:xfrm>
              <a:off x="633240" y="5103720"/>
              <a:ext cx="185400" cy="185400"/>
            </a:xfrm>
            <a:custGeom>
              <a:avLst/>
              <a:gdLst>
                <a:gd name="textAreaLeft" fmla="*/ 0 w 185400"/>
                <a:gd name="textAreaRight" fmla="*/ 185760 w 185400"/>
                <a:gd name="textAreaTop" fmla="*/ 0 h 185400"/>
                <a:gd name="textAreaBottom" fmla="*/ 185760 h 185400"/>
              </a:gdLst>
              <a:ahLst/>
              <a:rect l="textAreaLeft" t="textAreaTop" r="textAreaRight" b="textAreaBottom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1876320" y="1122480"/>
            <a:ext cx="879120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800" spc="-1" strike="noStrike" cap="all">
                <a:solidFill>
                  <a:schemeClr val="dk1"/>
                </a:solidFill>
                <a:latin typeface="Tw Cen MT"/>
              </a:rPr>
              <a:t>Click to edit Master title style</a:t>
            </a:r>
            <a:endParaRPr b="0" lang="en-US" sz="48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dt" idx="1"/>
          </p:nvPr>
        </p:nvSpPr>
        <p:spPr>
          <a:xfrm>
            <a:off x="7077600" y="541008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BE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BE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rPr>
              <a:t>&lt;date/time&gt;</a:t>
            </a:r>
            <a:endParaRPr b="0" lang="en-US" sz="105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ftr" idx="2"/>
          </p:nvPr>
        </p:nvSpPr>
        <p:spPr>
          <a:xfrm>
            <a:off x="1876320" y="5410080"/>
            <a:ext cx="51246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50" spc="-1" strike="noStrike" cap="all">
                <a:solidFill>
                  <a:schemeClr val="dk1">
                    <a:tint val="75000"/>
                  </a:schemeClr>
                </a:solidFill>
                <a:latin typeface="Tw Cen MT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050" spc="-1" strike="noStrike" cap="all">
                <a:solidFill>
                  <a:schemeClr val="dk1">
                    <a:tint val="75000"/>
                  </a:schemeClr>
                </a:solidFill>
                <a:latin typeface="Tw Cen MT"/>
              </a:rPr>
              <a:t>&lt;footer&gt;</a:t>
            </a:r>
            <a:endParaRPr b="0" lang="en-US" sz="105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0" name="PlaceHolder 4"/>
          <p:cNvSpPr>
            <a:spLocks noGrp="1"/>
          </p:cNvSpPr>
          <p:nvPr>
            <p:ph type="sldNum" idx="3"/>
          </p:nvPr>
        </p:nvSpPr>
        <p:spPr>
          <a:xfrm>
            <a:off x="9896760" y="5410080"/>
            <a:ext cx="770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BE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7F5D744-3057-4C6C-B822-00F52865A130}" type="slidenum">
              <a:rPr b="0" lang="en-BE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rPr>
              <a:t>&lt;number&gt;</a:t>
            </a:fld>
            <a:endParaRPr b="0" lang="en-US" sz="105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2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Tw Cen MT"/>
              </a:rPr>
              <a:t>Click to edit the outline text format</a:t>
            </a:r>
            <a:endParaRPr b="0" lang="en-US" sz="2400" spc="-1" strike="noStrike">
              <a:solidFill>
                <a:schemeClr val="dk1"/>
              </a:solidFill>
              <a:latin typeface="Tw Cen MT"/>
            </a:endParaRPr>
          </a:p>
          <a:p>
            <a:pPr lvl="1" marL="864000" indent="-324000">
              <a:lnSpc>
                <a:spcPct val="12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Tw Cen MT"/>
            </a:endParaRPr>
          </a:p>
          <a:p>
            <a:pPr lvl="2" marL="1296000" indent="-288000">
              <a:lnSpc>
                <a:spcPct val="12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Tw Cen MT"/>
              </a:rPr>
              <a:t>Third Outline Level</a:t>
            </a:r>
            <a:endParaRPr b="0" lang="en-US" sz="1600" spc="-1" strike="noStrike">
              <a:solidFill>
                <a:schemeClr val="dk1"/>
              </a:solidFill>
              <a:latin typeface="Tw Cen MT"/>
            </a:endParaRPr>
          </a:p>
          <a:p>
            <a:pPr lvl="3" marL="1728000" indent="-216000">
              <a:lnSpc>
                <a:spcPct val="12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chemeClr val="dk1"/>
                </a:solidFill>
                <a:latin typeface="Tw Cen MT"/>
              </a:rPr>
              <a:t>Fourth Outline Level</a:t>
            </a:r>
            <a:endParaRPr b="0" lang="en-US" sz="1600" spc="-1" strike="noStrike">
              <a:solidFill>
                <a:schemeClr val="dk1"/>
              </a:solidFill>
              <a:latin typeface="Tw Cen MT"/>
            </a:endParaRPr>
          </a:p>
          <a:p>
            <a:pPr lvl="4" marL="2160000" indent="-216000">
              <a:lnSpc>
                <a:spcPct val="12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Tw Cen MT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Tw Cen MT"/>
            </a:endParaRPr>
          </a:p>
          <a:p>
            <a:pPr lvl="5" marL="2592000" indent="-216000">
              <a:lnSpc>
                <a:spcPct val="12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Tw Cen MT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Tw Cen MT"/>
            </a:endParaRPr>
          </a:p>
          <a:p>
            <a:pPr lvl="6" marL="3024000" indent="-216000">
              <a:lnSpc>
                <a:spcPct val="12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Tw Cen MT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Tw Cen M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Picture 2" descr="\\DROBO-FS\QuickDrops\JB\PPTX NG\Droplets\LightingOverlay.png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grpSp>
        <p:nvGrpSpPr>
          <p:cNvPr id="105" name="Group 7"/>
          <p:cNvGrpSpPr/>
          <p:nvPr/>
        </p:nvGrpSpPr>
        <p:grpSpPr>
          <a:xfrm>
            <a:off x="-14400" y="0"/>
            <a:ext cx="12053520" cy="6857640"/>
            <a:chOff x="-14400" y="0"/>
            <a:chExt cx="12053520" cy="6857640"/>
          </a:xfrm>
        </p:grpSpPr>
        <p:grpSp>
          <p:nvGrpSpPr>
            <p:cNvPr id="106" name="Group 8"/>
            <p:cNvGrpSpPr/>
            <p:nvPr/>
          </p:nvGrpSpPr>
          <p:grpSpPr>
            <a:xfrm>
              <a:off x="-14400" y="0"/>
              <a:ext cx="1220760" cy="6857640"/>
              <a:chOff x="-14400" y="0"/>
              <a:chExt cx="1220760" cy="6857640"/>
            </a:xfrm>
          </p:grpSpPr>
          <p:sp>
            <p:nvSpPr>
              <p:cNvPr id="107" name="Rectangle 5"/>
              <p:cNvSpPr/>
              <p:nvPr/>
            </p:nvSpPr>
            <p:spPr>
              <a:xfrm>
                <a:off x="114480" y="468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8" name="Freeform 6"/>
              <p:cNvSpPr/>
              <p:nvPr/>
            </p:nvSpPr>
            <p:spPr>
              <a:xfrm>
                <a:off x="33480" y="217656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9" name="Freeform 7"/>
              <p:cNvSpPr/>
              <p:nvPr/>
            </p:nvSpPr>
            <p:spPr>
              <a:xfrm>
                <a:off x="28440" y="4021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0" name="Freeform 8"/>
              <p:cNvSpPr/>
              <p:nvPr/>
            </p:nvSpPr>
            <p:spPr>
              <a:xfrm>
                <a:off x="200160" y="4680"/>
                <a:ext cx="369360" cy="181080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10800"/>
                  <a:gd name="textAreaBottom" fmla="*/ 1811160 h 1810800"/>
                </a:gdLst>
                <a:ah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1" name="Freeform 9"/>
              <p:cNvSpPr/>
              <p:nvPr/>
            </p:nvSpPr>
            <p:spPr>
              <a:xfrm>
                <a:off x="503280" y="18018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2" name="Freeform 10"/>
              <p:cNvSpPr/>
              <p:nvPr/>
            </p:nvSpPr>
            <p:spPr>
              <a:xfrm>
                <a:off x="285840" y="4680"/>
                <a:ext cx="369360" cy="142992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429920"/>
                  <a:gd name="textAreaBottom" fmla="*/ 1430280 h 1429920"/>
                </a:gdLst>
                <a:ah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3" name="Freeform 11"/>
              <p:cNvSpPr/>
              <p:nvPr/>
            </p:nvSpPr>
            <p:spPr>
              <a:xfrm>
                <a:off x="546120" y="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4" name="Freeform 12"/>
              <p:cNvSpPr/>
              <p:nvPr/>
            </p:nvSpPr>
            <p:spPr>
              <a:xfrm>
                <a:off x="588960" y="14209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5" name="Freeform 13"/>
              <p:cNvSpPr/>
              <p:nvPr/>
            </p:nvSpPr>
            <p:spPr>
              <a:xfrm>
                <a:off x="588960" y="9032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6" name="Freeform 14"/>
              <p:cNvSpPr/>
              <p:nvPr/>
            </p:nvSpPr>
            <p:spPr>
              <a:xfrm>
                <a:off x="641520" y="0"/>
                <a:ext cx="421920" cy="526680"/>
              </a:xfrm>
              <a:custGeom>
                <a:avLst/>
                <a:gdLst>
                  <a:gd name="textAreaLeft" fmla="*/ 0 w 421920"/>
                  <a:gd name="textAreaRight" fmla="*/ 422280 w 421920"/>
                  <a:gd name="textAreaTop" fmla="*/ 0 h 526680"/>
                  <a:gd name="textAreaBottom" fmla="*/ 527040 h 526680"/>
                </a:gdLst>
                <a:ah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7" name="Freeform 15"/>
              <p:cNvSpPr/>
              <p:nvPr/>
            </p:nvSpPr>
            <p:spPr>
              <a:xfrm>
                <a:off x="1020600" y="488880"/>
                <a:ext cx="161640" cy="1472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8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t" anchorCtr="1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9" name="Freeform 17"/>
              <p:cNvSpPr/>
              <p:nvPr/>
            </p:nvSpPr>
            <p:spPr>
              <a:xfrm>
                <a:off x="9360" y="1801800"/>
                <a:ext cx="123480" cy="1267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6720"/>
                  <a:gd name="textAreaBottom" fmla="*/ 127080 h 126720"/>
                </a:gdLst>
                <a:ah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0" name="Freeform 18"/>
              <p:cNvSpPr/>
              <p:nvPr/>
            </p:nvSpPr>
            <p:spPr>
              <a:xfrm>
                <a:off x="-9360" y="3549600"/>
                <a:ext cx="147240" cy="480600"/>
              </a:xfrm>
              <a:custGeom>
                <a:avLst/>
                <a:gdLst>
                  <a:gd name="textAreaLeft" fmla="*/ 0 w 147240"/>
                  <a:gd name="textAreaRight" fmla="*/ 147600 w 147240"/>
                  <a:gd name="textAreaTop" fmla="*/ 0 h 480600"/>
                  <a:gd name="textAreaBottom" fmla="*/ 480960 h 480600"/>
                </a:gdLst>
                <a:ah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1" name="Freeform 19"/>
              <p:cNvSpPr/>
              <p:nvPr/>
            </p:nvSpPr>
            <p:spPr>
              <a:xfrm>
                <a:off x="128520" y="1382760"/>
                <a:ext cx="142560" cy="475920"/>
              </a:xfrm>
              <a:custGeom>
                <a:avLst/>
                <a:gdLst>
                  <a:gd name="textAreaLeft" fmla="*/ 0 w 142560"/>
                  <a:gd name="textAreaRight" fmla="*/ 142920 w 142560"/>
                  <a:gd name="textAreaTop" fmla="*/ 0 h 475920"/>
                  <a:gd name="textAreaBottom" fmla="*/ 476280 h 475920"/>
                </a:gdLst>
                <a:ah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2" name="Freeform 20"/>
              <p:cNvSpPr/>
              <p:nvPr/>
            </p:nvSpPr>
            <p:spPr>
              <a:xfrm>
                <a:off x="204840" y="1849320"/>
                <a:ext cx="114120" cy="10764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107640"/>
                  <a:gd name="textAreaBottom" fmla="*/ 108000 h 107640"/>
                </a:gdLst>
                <a:ah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3" name="Rectangle 21"/>
              <p:cNvSpPr/>
              <p:nvPr/>
            </p:nvSpPr>
            <p:spPr>
              <a:xfrm>
                <a:off x="133200" y="466236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4" name="Freeform 22"/>
              <p:cNvSpPr/>
              <p:nvPr/>
            </p:nvSpPr>
            <p:spPr>
              <a:xfrm>
                <a:off x="223920" y="5041800"/>
                <a:ext cx="369360" cy="180144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5" name="Freeform 23"/>
              <p:cNvSpPr/>
              <p:nvPr/>
            </p:nvSpPr>
            <p:spPr>
              <a:xfrm>
                <a:off x="52560" y="4481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6" name="Freeform 24"/>
              <p:cNvSpPr/>
              <p:nvPr/>
            </p:nvSpPr>
            <p:spPr>
              <a:xfrm>
                <a:off x="-14400" y="5627520"/>
                <a:ext cx="85320" cy="12157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1215720"/>
                  <a:gd name="textAreaBottom" fmla="*/ 1216080 h 1215720"/>
                </a:gdLst>
                <a:ah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7" name="Freeform 25"/>
              <p:cNvSpPr/>
              <p:nvPr/>
            </p:nvSpPr>
            <p:spPr>
              <a:xfrm>
                <a:off x="527040" y="4867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8" name="Freeform 26"/>
              <p:cNvSpPr/>
              <p:nvPr/>
            </p:nvSpPr>
            <p:spPr>
              <a:xfrm>
                <a:off x="309600" y="5423040"/>
                <a:ext cx="374400" cy="1425240"/>
              </a:xfrm>
              <a:custGeom>
                <a:avLst/>
                <a:gdLst>
                  <a:gd name="textAreaLeft" fmla="*/ 0 w 374400"/>
                  <a:gd name="textAreaRight" fmla="*/ 374760 w 374400"/>
                  <a:gd name="textAreaTop" fmla="*/ 0 h 1425240"/>
                  <a:gd name="textAreaBottom" fmla="*/ 1425600 h 1425240"/>
                </a:gdLst>
                <a:ah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9" name="Freeform 27"/>
              <p:cNvSpPr/>
              <p:nvPr/>
            </p:nvSpPr>
            <p:spPr>
              <a:xfrm>
                <a:off x="569880" y="594504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0" name="Freeform 28"/>
              <p:cNvSpPr/>
              <p:nvPr/>
            </p:nvSpPr>
            <p:spPr>
              <a:xfrm>
                <a:off x="612720" y="5246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1" name="Freeform 29"/>
              <p:cNvSpPr/>
              <p:nvPr/>
            </p:nvSpPr>
            <p:spPr>
              <a:xfrm>
                <a:off x="612720" y="57643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2" name="Freeform 30"/>
              <p:cNvSpPr/>
              <p:nvPr/>
            </p:nvSpPr>
            <p:spPr>
              <a:xfrm>
                <a:off x="669960" y="6330960"/>
                <a:ext cx="417240" cy="51732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7320"/>
                  <a:gd name="textAreaBottom" fmla="*/ 517680 h 517320"/>
                </a:gdLst>
                <a:ah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3" name="Freeform 31"/>
              <p:cNvSpPr/>
              <p:nvPr/>
            </p:nvSpPr>
            <p:spPr>
              <a:xfrm>
                <a:off x="1049400" y="6221520"/>
                <a:ext cx="156960" cy="1472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134" name="Group 9"/>
            <p:cNvGrpSpPr/>
            <p:nvPr/>
          </p:nvGrpSpPr>
          <p:grpSpPr>
            <a:xfrm>
              <a:off x="11364840" y="0"/>
              <a:ext cx="674280" cy="6848280"/>
              <a:chOff x="11364840" y="0"/>
              <a:chExt cx="674280" cy="6848280"/>
            </a:xfrm>
          </p:grpSpPr>
          <p:sp>
            <p:nvSpPr>
              <p:cNvPr id="135" name="Freeform 32"/>
              <p:cNvSpPr/>
              <p:nvPr/>
            </p:nvSpPr>
            <p:spPr>
              <a:xfrm>
                <a:off x="11484000" y="0"/>
                <a:ext cx="417240" cy="51228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2280"/>
                  <a:gd name="textAreaBottom" fmla="*/ 512640 h 512280"/>
                </a:gdLst>
                <a:ah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6" name="Freeform 33"/>
              <p:cNvSpPr/>
              <p:nvPr/>
            </p:nvSpPr>
            <p:spPr>
              <a:xfrm>
                <a:off x="11364840" y="474840"/>
                <a:ext cx="156960" cy="15192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1920"/>
                  <a:gd name="textAreaBottom" fmla="*/ 152280 h 151920"/>
                </a:gdLst>
                <a:ah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7" name="Freeform 34"/>
              <p:cNvSpPr/>
              <p:nvPr/>
            </p:nvSpPr>
            <p:spPr>
              <a:xfrm>
                <a:off x="11631600" y="1539720"/>
                <a:ext cx="188640" cy="19008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8" name="Freeform 35"/>
              <p:cNvSpPr/>
              <p:nvPr/>
            </p:nvSpPr>
            <p:spPr>
              <a:xfrm>
                <a:off x="11531520" y="5694480"/>
                <a:ext cx="298080" cy="1153800"/>
              </a:xfrm>
              <a:custGeom>
                <a:avLst/>
                <a:gdLst>
                  <a:gd name="textAreaLeft" fmla="*/ 0 w 298080"/>
                  <a:gd name="textAreaRight" fmla="*/ 298440 w 298080"/>
                  <a:gd name="textAreaTop" fmla="*/ 0 h 1153800"/>
                  <a:gd name="textAreaBottom" fmla="*/ 1154160 h 1153800"/>
                </a:gdLst>
                <a:ah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9" name="Freeform 36"/>
              <p:cNvSpPr/>
              <p:nvPr/>
            </p:nvSpPr>
            <p:spPr>
              <a:xfrm>
                <a:off x="11773080" y="5551560"/>
                <a:ext cx="156960" cy="15516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5160"/>
                  <a:gd name="textAreaBottom" fmla="*/ 155520 h 155160"/>
                </a:gdLst>
                <a:ah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40" name="Freeform 37"/>
              <p:cNvSpPr/>
              <p:nvPr/>
            </p:nvSpPr>
            <p:spPr>
              <a:xfrm>
                <a:off x="11711160" y="4680"/>
                <a:ext cx="304560" cy="1544400"/>
              </a:xfrm>
              <a:custGeom>
                <a:avLst/>
                <a:gdLst>
                  <a:gd name="textAreaLeft" fmla="*/ 0 w 304560"/>
                  <a:gd name="textAreaRight" fmla="*/ 304920 w 304560"/>
                  <a:gd name="textAreaTop" fmla="*/ 0 h 1544400"/>
                  <a:gd name="textAreaBottom" fmla="*/ 1544760 h 1544400"/>
                </a:gdLst>
                <a:ah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41" name="Freeform 38"/>
              <p:cNvSpPr/>
              <p:nvPr/>
            </p:nvSpPr>
            <p:spPr>
              <a:xfrm>
                <a:off x="11636280" y="4867200"/>
                <a:ext cx="188640" cy="18864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42" name="Freeform 39"/>
              <p:cNvSpPr/>
              <p:nvPr/>
            </p:nvSpPr>
            <p:spPr>
              <a:xfrm>
                <a:off x="11441160" y="5046840"/>
                <a:ext cx="307440" cy="1801440"/>
              </a:xfrm>
              <a:custGeom>
                <a:avLst/>
                <a:gdLst>
                  <a:gd name="textAreaLeft" fmla="*/ 0 w 307440"/>
                  <a:gd name="textAreaRight" fmla="*/ 307800 w 30744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43" name="Freeform 40"/>
              <p:cNvSpPr/>
              <p:nvPr/>
            </p:nvSpPr>
            <p:spPr>
              <a:xfrm>
                <a:off x="11849040" y="641664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44" name="Rectangle 41"/>
              <p:cNvSpPr/>
              <p:nvPr/>
            </p:nvSpPr>
            <p:spPr>
              <a:xfrm>
                <a:off x="11939760" y="6595920"/>
                <a:ext cx="23400" cy="252000"/>
              </a:xfrm>
              <a:prstGeom prst="rect">
                <a:avLst/>
              </a:pr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1141560" y="4304520"/>
            <a:ext cx="9911880" cy="81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pc="-1" strike="noStrike" cap="all">
                <a:solidFill>
                  <a:schemeClr val="dk1"/>
                </a:solidFill>
                <a:latin typeface="Tw Cen MT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1141560" y="606600"/>
            <a:ext cx="9911880" cy="3299400"/>
          </a:xfrm>
          <a:prstGeom prst="rect">
            <a:avLst/>
          </a:prstGeom>
          <a:noFill/>
          <a:ln cap="sq" w="19080">
            <a:solidFill>
              <a:schemeClr val="dk2">
                <a:lumMod val="60000"/>
                <a:lumOff val="40000"/>
                <a:alpha val="60000"/>
              </a:schemeClr>
            </a:solidFill>
            <a:miter/>
          </a:ln>
          <a:effectLst>
            <a:outerShdw dist="38160" dir="5400000" blurRad="88920" rotWithShape="0">
              <a:srgbClr val="000000">
                <a:alpha val="40000"/>
              </a:srgbClr>
            </a:outerShdw>
          </a:effectLst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Tw Cen MT"/>
              </a:rPr>
              <a:t>Click icon to add picture</a:t>
            </a:r>
            <a:endParaRPr b="0" lang="en-US" sz="32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body"/>
          </p:nvPr>
        </p:nvSpPr>
        <p:spPr>
          <a:xfrm>
            <a:off x="1141200" y="5123880"/>
            <a:ext cx="9910440" cy="68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Tw Cen MT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 type="dt" idx="4"/>
          </p:nvPr>
        </p:nvSpPr>
        <p:spPr>
          <a:xfrm>
            <a:off x="745704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BE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BE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rPr>
              <a:t>&lt;date/time&gt;</a:t>
            </a:r>
            <a:endParaRPr b="0" lang="en-US" sz="105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9" name="PlaceHolder 5"/>
          <p:cNvSpPr>
            <a:spLocks noGrp="1"/>
          </p:cNvSpPr>
          <p:nvPr>
            <p:ph type="ftr" idx="5"/>
          </p:nvPr>
        </p:nvSpPr>
        <p:spPr>
          <a:xfrm>
            <a:off x="1141560" y="588312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50" spc="-1" strike="noStrike" cap="all">
                <a:solidFill>
                  <a:schemeClr val="dk1">
                    <a:tint val="75000"/>
                  </a:schemeClr>
                </a:solidFill>
                <a:latin typeface="Tw Cen MT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050" spc="-1" strike="noStrike" cap="all">
                <a:solidFill>
                  <a:schemeClr val="dk1">
                    <a:tint val="75000"/>
                  </a:schemeClr>
                </a:solidFill>
                <a:latin typeface="Tw Cen MT"/>
              </a:rPr>
              <a:t>&lt;footer&gt;</a:t>
            </a:r>
            <a:endParaRPr b="0" lang="en-US" sz="105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0" name="PlaceHolder 6"/>
          <p:cNvSpPr>
            <a:spLocks noGrp="1"/>
          </p:cNvSpPr>
          <p:nvPr>
            <p:ph type="sldNum" idx="6"/>
          </p:nvPr>
        </p:nvSpPr>
        <p:spPr>
          <a:xfrm>
            <a:off x="10276200" y="5883120"/>
            <a:ext cx="770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BE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9288F31-8124-4AB5-B9F1-5B09E8D53AB3}" type="slidenum">
              <a:rPr b="0" lang="en-BE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rPr>
              <a:t>&lt;number&gt;</a:t>
            </a:fld>
            <a:endParaRPr b="0" lang="en-US" sz="105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Picture 2" descr="\\DROBO-FS\QuickDrops\JB\PPTX NG\Droplets\LightingOverlay.png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grpSp>
        <p:nvGrpSpPr>
          <p:cNvPr id="152" name="Group 7"/>
          <p:cNvGrpSpPr/>
          <p:nvPr/>
        </p:nvGrpSpPr>
        <p:grpSpPr>
          <a:xfrm>
            <a:off x="-14400" y="0"/>
            <a:ext cx="12053520" cy="6857640"/>
            <a:chOff x="-14400" y="0"/>
            <a:chExt cx="12053520" cy="6857640"/>
          </a:xfrm>
        </p:grpSpPr>
        <p:grpSp>
          <p:nvGrpSpPr>
            <p:cNvPr id="153" name="Group 8"/>
            <p:cNvGrpSpPr/>
            <p:nvPr/>
          </p:nvGrpSpPr>
          <p:grpSpPr>
            <a:xfrm>
              <a:off x="-14400" y="0"/>
              <a:ext cx="1220760" cy="6857640"/>
              <a:chOff x="-14400" y="0"/>
              <a:chExt cx="1220760" cy="6857640"/>
            </a:xfrm>
          </p:grpSpPr>
          <p:sp>
            <p:nvSpPr>
              <p:cNvPr id="154" name="Rectangle 5"/>
              <p:cNvSpPr/>
              <p:nvPr/>
            </p:nvSpPr>
            <p:spPr>
              <a:xfrm>
                <a:off x="114480" y="468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55" name="Freeform 6"/>
              <p:cNvSpPr/>
              <p:nvPr/>
            </p:nvSpPr>
            <p:spPr>
              <a:xfrm>
                <a:off x="33480" y="217656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56" name="Freeform 7"/>
              <p:cNvSpPr/>
              <p:nvPr/>
            </p:nvSpPr>
            <p:spPr>
              <a:xfrm>
                <a:off x="28440" y="4021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57" name="Freeform 8"/>
              <p:cNvSpPr/>
              <p:nvPr/>
            </p:nvSpPr>
            <p:spPr>
              <a:xfrm>
                <a:off x="200160" y="4680"/>
                <a:ext cx="369360" cy="181080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10800"/>
                  <a:gd name="textAreaBottom" fmla="*/ 1811160 h 1810800"/>
                </a:gdLst>
                <a:ah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58" name="Freeform 9"/>
              <p:cNvSpPr/>
              <p:nvPr/>
            </p:nvSpPr>
            <p:spPr>
              <a:xfrm>
                <a:off x="503280" y="18018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59" name="Freeform 10"/>
              <p:cNvSpPr/>
              <p:nvPr/>
            </p:nvSpPr>
            <p:spPr>
              <a:xfrm>
                <a:off x="285840" y="4680"/>
                <a:ext cx="369360" cy="142992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429920"/>
                  <a:gd name="textAreaBottom" fmla="*/ 1430280 h 1429920"/>
                </a:gdLst>
                <a:ah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60" name="Freeform 11"/>
              <p:cNvSpPr/>
              <p:nvPr/>
            </p:nvSpPr>
            <p:spPr>
              <a:xfrm>
                <a:off x="546120" y="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61" name="Freeform 12"/>
              <p:cNvSpPr/>
              <p:nvPr/>
            </p:nvSpPr>
            <p:spPr>
              <a:xfrm>
                <a:off x="588960" y="14209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62" name="Freeform 13"/>
              <p:cNvSpPr/>
              <p:nvPr/>
            </p:nvSpPr>
            <p:spPr>
              <a:xfrm>
                <a:off x="588960" y="9032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63" name="Freeform 14"/>
              <p:cNvSpPr/>
              <p:nvPr/>
            </p:nvSpPr>
            <p:spPr>
              <a:xfrm>
                <a:off x="641520" y="0"/>
                <a:ext cx="421920" cy="526680"/>
              </a:xfrm>
              <a:custGeom>
                <a:avLst/>
                <a:gdLst>
                  <a:gd name="textAreaLeft" fmla="*/ 0 w 421920"/>
                  <a:gd name="textAreaRight" fmla="*/ 422280 w 421920"/>
                  <a:gd name="textAreaTop" fmla="*/ 0 h 526680"/>
                  <a:gd name="textAreaBottom" fmla="*/ 527040 h 526680"/>
                </a:gdLst>
                <a:ah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64" name="Freeform 15"/>
              <p:cNvSpPr/>
              <p:nvPr/>
            </p:nvSpPr>
            <p:spPr>
              <a:xfrm>
                <a:off x="1020600" y="488880"/>
                <a:ext cx="161640" cy="1472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65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t" anchorCtr="1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66" name="Freeform 17"/>
              <p:cNvSpPr/>
              <p:nvPr/>
            </p:nvSpPr>
            <p:spPr>
              <a:xfrm>
                <a:off x="9360" y="1801800"/>
                <a:ext cx="123480" cy="1267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6720"/>
                  <a:gd name="textAreaBottom" fmla="*/ 127080 h 126720"/>
                </a:gdLst>
                <a:ah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67" name="Freeform 18"/>
              <p:cNvSpPr/>
              <p:nvPr/>
            </p:nvSpPr>
            <p:spPr>
              <a:xfrm>
                <a:off x="-9360" y="3549600"/>
                <a:ext cx="147240" cy="480600"/>
              </a:xfrm>
              <a:custGeom>
                <a:avLst/>
                <a:gdLst>
                  <a:gd name="textAreaLeft" fmla="*/ 0 w 147240"/>
                  <a:gd name="textAreaRight" fmla="*/ 147600 w 147240"/>
                  <a:gd name="textAreaTop" fmla="*/ 0 h 480600"/>
                  <a:gd name="textAreaBottom" fmla="*/ 480960 h 480600"/>
                </a:gdLst>
                <a:ah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68" name="Freeform 19"/>
              <p:cNvSpPr/>
              <p:nvPr/>
            </p:nvSpPr>
            <p:spPr>
              <a:xfrm>
                <a:off x="128520" y="1382760"/>
                <a:ext cx="142560" cy="475920"/>
              </a:xfrm>
              <a:custGeom>
                <a:avLst/>
                <a:gdLst>
                  <a:gd name="textAreaLeft" fmla="*/ 0 w 142560"/>
                  <a:gd name="textAreaRight" fmla="*/ 142920 w 142560"/>
                  <a:gd name="textAreaTop" fmla="*/ 0 h 475920"/>
                  <a:gd name="textAreaBottom" fmla="*/ 476280 h 475920"/>
                </a:gdLst>
                <a:ah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69" name="Freeform 20"/>
              <p:cNvSpPr/>
              <p:nvPr/>
            </p:nvSpPr>
            <p:spPr>
              <a:xfrm>
                <a:off x="204840" y="1849320"/>
                <a:ext cx="114120" cy="10764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107640"/>
                  <a:gd name="textAreaBottom" fmla="*/ 108000 h 107640"/>
                </a:gdLst>
                <a:ah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70" name="Rectangle 21"/>
              <p:cNvSpPr/>
              <p:nvPr/>
            </p:nvSpPr>
            <p:spPr>
              <a:xfrm>
                <a:off x="133200" y="466236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71" name="Freeform 22"/>
              <p:cNvSpPr/>
              <p:nvPr/>
            </p:nvSpPr>
            <p:spPr>
              <a:xfrm>
                <a:off x="223920" y="5041800"/>
                <a:ext cx="369360" cy="180144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72" name="Freeform 23"/>
              <p:cNvSpPr/>
              <p:nvPr/>
            </p:nvSpPr>
            <p:spPr>
              <a:xfrm>
                <a:off x="52560" y="4481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73" name="Freeform 24"/>
              <p:cNvSpPr/>
              <p:nvPr/>
            </p:nvSpPr>
            <p:spPr>
              <a:xfrm>
                <a:off x="-14400" y="5627520"/>
                <a:ext cx="85320" cy="12157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1215720"/>
                  <a:gd name="textAreaBottom" fmla="*/ 1216080 h 1215720"/>
                </a:gdLst>
                <a:ah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74" name="Freeform 25"/>
              <p:cNvSpPr/>
              <p:nvPr/>
            </p:nvSpPr>
            <p:spPr>
              <a:xfrm>
                <a:off x="527040" y="4867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75" name="Freeform 26"/>
              <p:cNvSpPr/>
              <p:nvPr/>
            </p:nvSpPr>
            <p:spPr>
              <a:xfrm>
                <a:off x="309600" y="5423040"/>
                <a:ext cx="374400" cy="1425240"/>
              </a:xfrm>
              <a:custGeom>
                <a:avLst/>
                <a:gdLst>
                  <a:gd name="textAreaLeft" fmla="*/ 0 w 374400"/>
                  <a:gd name="textAreaRight" fmla="*/ 374760 w 374400"/>
                  <a:gd name="textAreaTop" fmla="*/ 0 h 1425240"/>
                  <a:gd name="textAreaBottom" fmla="*/ 1425600 h 1425240"/>
                </a:gdLst>
                <a:ah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76" name="Freeform 27"/>
              <p:cNvSpPr/>
              <p:nvPr/>
            </p:nvSpPr>
            <p:spPr>
              <a:xfrm>
                <a:off x="569880" y="594504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77" name="Freeform 28"/>
              <p:cNvSpPr/>
              <p:nvPr/>
            </p:nvSpPr>
            <p:spPr>
              <a:xfrm>
                <a:off x="612720" y="5246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78" name="Freeform 29"/>
              <p:cNvSpPr/>
              <p:nvPr/>
            </p:nvSpPr>
            <p:spPr>
              <a:xfrm>
                <a:off x="612720" y="57643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79" name="Freeform 30"/>
              <p:cNvSpPr/>
              <p:nvPr/>
            </p:nvSpPr>
            <p:spPr>
              <a:xfrm>
                <a:off x="669960" y="6330960"/>
                <a:ext cx="417240" cy="51732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7320"/>
                  <a:gd name="textAreaBottom" fmla="*/ 517680 h 517320"/>
                </a:gdLst>
                <a:ah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80" name="Freeform 31"/>
              <p:cNvSpPr/>
              <p:nvPr/>
            </p:nvSpPr>
            <p:spPr>
              <a:xfrm>
                <a:off x="1049400" y="6221520"/>
                <a:ext cx="156960" cy="1472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181" name="Group 9"/>
            <p:cNvGrpSpPr/>
            <p:nvPr/>
          </p:nvGrpSpPr>
          <p:grpSpPr>
            <a:xfrm>
              <a:off x="11364840" y="0"/>
              <a:ext cx="674280" cy="6848280"/>
              <a:chOff x="11364840" y="0"/>
              <a:chExt cx="674280" cy="6848280"/>
            </a:xfrm>
          </p:grpSpPr>
          <p:sp>
            <p:nvSpPr>
              <p:cNvPr id="182" name="Freeform 32"/>
              <p:cNvSpPr/>
              <p:nvPr/>
            </p:nvSpPr>
            <p:spPr>
              <a:xfrm>
                <a:off x="11484000" y="0"/>
                <a:ext cx="417240" cy="51228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2280"/>
                  <a:gd name="textAreaBottom" fmla="*/ 512640 h 512280"/>
                </a:gdLst>
                <a:ah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83" name="Freeform 33"/>
              <p:cNvSpPr/>
              <p:nvPr/>
            </p:nvSpPr>
            <p:spPr>
              <a:xfrm>
                <a:off x="11364840" y="474840"/>
                <a:ext cx="156960" cy="15192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1920"/>
                  <a:gd name="textAreaBottom" fmla="*/ 152280 h 151920"/>
                </a:gdLst>
                <a:ah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84" name="Freeform 34"/>
              <p:cNvSpPr/>
              <p:nvPr/>
            </p:nvSpPr>
            <p:spPr>
              <a:xfrm>
                <a:off x="11631600" y="1539720"/>
                <a:ext cx="188640" cy="19008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85" name="Freeform 35"/>
              <p:cNvSpPr/>
              <p:nvPr/>
            </p:nvSpPr>
            <p:spPr>
              <a:xfrm>
                <a:off x="11531520" y="5694480"/>
                <a:ext cx="298080" cy="1153800"/>
              </a:xfrm>
              <a:custGeom>
                <a:avLst/>
                <a:gdLst>
                  <a:gd name="textAreaLeft" fmla="*/ 0 w 298080"/>
                  <a:gd name="textAreaRight" fmla="*/ 298440 w 298080"/>
                  <a:gd name="textAreaTop" fmla="*/ 0 h 1153800"/>
                  <a:gd name="textAreaBottom" fmla="*/ 1154160 h 1153800"/>
                </a:gdLst>
                <a:ah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86" name="Freeform 36"/>
              <p:cNvSpPr/>
              <p:nvPr/>
            </p:nvSpPr>
            <p:spPr>
              <a:xfrm>
                <a:off x="11773080" y="5551560"/>
                <a:ext cx="156960" cy="15516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5160"/>
                  <a:gd name="textAreaBottom" fmla="*/ 155520 h 155160"/>
                </a:gdLst>
                <a:ah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87" name="Freeform 37"/>
              <p:cNvSpPr/>
              <p:nvPr/>
            </p:nvSpPr>
            <p:spPr>
              <a:xfrm>
                <a:off x="11711160" y="4680"/>
                <a:ext cx="304560" cy="1544400"/>
              </a:xfrm>
              <a:custGeom>
                <a:avLst/>
                <a:gdLst>
                  <a:gd name="textAreaLeft" fmla="*/ 0 w 304560"/>
                  <a:gd name="textAreaRight" fmla="*/ 304920 w 304560"/>
                  <a:gd name="textAreaTop" fmla="*/ 0 h 1544400"/>
                  <a:gd name="textAreaBottom" fmla="*/ 1544760 h 1544400"/>
                </a:gdLst>
                <a:ah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88" name="Freeform 38"/>
              <p:cNvSpPr/>
              <p:nvPr/>
            </p:nvSpPr>
            <p:spPr>
              <a:xfrm>
                <a:off x="11636280" y="4867200"/>
                <a:ext cx="188640" cy="18864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89" name="Freeform 39"/>
              <p:cNvSpPr/>
              <p:nvPr/>
            </p:nvSpPr>
            <p:spPr>
              <a:xfrm>
                <a:off x="11441160" y="5046840"/>
                <a:ext cx="307440" cy="1801440"/>
              </a:xfrm>
              <a:custGeom>
                <a:avLst/>
                <a:gdLst>
                  <a:gd name="textAreaLeft" fmla="*/ 0 w 307440"/>
                  <a:gd name="textAreaRight" fmla="*/ 307800 w 30744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90" name="Freeform 40"/>
              <p:cNvSpPr/>
              <p:nvPr/>
            </p:nvSpPr>
            <p:spPr>
              <a:xfrm>
                <a:off x="11849040" y="641664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91" name="Rectangle 41"/>
              <p:cNvSpPr/>
              <p:nvPr/>
            </p:nvSpPr>
            <p:spPr>
              <a:xfrm>
                <a:off x="11939760" y="6595920"/>
                <a:ext cx="23400" cy="252000"/>
              </a:xfrm>
              <a:prstGeom prst="rect">
                <a:avLst/>
              </a:pr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1141560" y="609480"/>
            <a:ext cx="9905760" cy="342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600" spc="-1" strike="noStrike" cap="all">
                <a:solidFill>
                  <a:schemeClr val="dk1"/>
                </a:solidFill>
                <a:latin typeface="Tw Cen MT"/>
              </a:rPr>
              <a:t>Click to edit Master title style</a:t>
            </a:r>
            <a:endParaRPr b="0" lang="en-US" sz="36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 type="body"/>
          </p:nvPr>
        </p:nvSpPr>
        <p:spPr>
          <a:xfrm>
            <a:off x="1141560" y="4419720"/>
            <a:ext cx="9903960" cy="137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Click to edit Master text styles</a:t>
            </a:r>
            <a:endParaRPr b="0" lang="en-US" sz="18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 type="dt" idx="7"/>
          </p:nvPr>
        </p:nvSpPr>
        <p:spPr>
          <a:xfrm>
            <a:off x="745704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BE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BE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rPr>
              <a:t>&lt;date/time&gt;</a:t>
            </a:r>
            <a:endParaRPr b="0" lang="en-US" sz="105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5" name="PlaceHolder 4"/>
          <p:cNvSpPr>
            <a:spLocks noGrp="1"/>
          </p:cNvSpPr>
          <p:nvPr>
            <p:ph type="ftr" idx="8"/>
          </p:nvPr>
        </p:nvSpPr>
        <p:spPr>
          <a:xfrm>
            <a:off x="1141560" y="588312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50" spc="-1" strike="noStrike" cap="all">
                <a:solidFill>
                  <a:schemeClr val="dk1">
                    <a:tint val="75000"/>
                  </a:schemeClr>
                </a:solidFill>
                <a:latin typeface="Tw Cen MT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050" spc="-1" strike="noStrike" cap="all">
                <a:solidFill>
                  <a:schemeClr val="dk1">
                    <a:tint val="75000"/>
                  </a:schemeClr>
                </a:solidFill>
                <a:latin typeface="Tw Cen MT"/>
              </a:rPr>
              <a:t>&lt;footer&gt;</a:t>
            </a:r>
            <a:endParaRPr b="0" lang="en-US" sz="105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6" name="PlaceHolder 5"/>
          <p:cNvSpPr>
            <a:spLocks noGrp="1"/>
          </p:cNvSpPr>
          <p:nvPr>
            <p:ph type="sldNum" idx="9"/>
          </p:nvPr>
        </p:nvSpPr>
        <p:spPr>
          <a:xfrm>
            <a:off x="10276200" y="5883120"/>
            <a:ext cx="770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BE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805548B-39FC-423D-BBA0-2F22771A2902}" type="slidenum">
              <a:rPr b="0" lang="en-BE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rPr>
              <a:t>&lt;number&gt;</a:t>
            </a:fld>
            <a:endParaRPr b="0" lang="en-US" sz="105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Picture 2" descr="\\DROBO-FS\QuickDrops\JB\PPTX NG\Droplets\LightingOverlay.png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grpSp>
        <p:nvGrpSpPr>
          <p:cNvPr id="198" name="Group 7"/>
          <p:cNvGrpSpPr/>
          <p:nvPr/>
        </p:nvGrpSpPr>
        <p:grpSpPr>
          <a:xfrm>
            <a:off x="-14400" y="0"/>
            <a:ext cx="12053520" cy="6857640"/>
            <a:chOff x="-14400" y="0"/>
            <a:chExt cx="12053520" cy="6857640"/>
          </a:xfrm>
        </p:grpSpPr>
        <p:grpSp>
          <p:nvGrpSpPr>
            <p:cNvPr id="199" name="Group 8"/>
            <p:cNvGrpSpPr/>
            <p:nvPr/>
          </p:nvGrpSpPr>
          <p:grpSpPr>
            <a:xfrm>
              <a:off x="-14400" y="0"/>
              <a:ext cx="1220760" cy="6857640"/>
              <a:chOff x="-14400" y="0"/>
              <a:chExt cx="1220760" cy="6857640"/>
            </a:xfrm>
          </p:grpSpPr>
          <p:sp>
            <p:nvSpPr>
              <p:cNvPr id="200" name="Rectangle 5"/>
              <p:cNvSpPr/>
              <p:nvPr/>
            </p:nvSpPr>
            <p:spPr>
              <a:xfrm>
                <a:off x="114480" y="468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01" name="Freeform 6"/>
              <p:cNvSpPr/>
              <p:nvPr/>
            </p:nvSpPr>
            <p:spPr>
              <a:xfrm>
                <a:off x="33480" y="217656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02" name="Freeform 7"/>
              <p:cNvSpPr/>
              <p:nvPr/>
            </p:nvSpPr>
            <p:spPr>
              <a:xfrm>
                <a:off x="28440" y="4021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03" name="Freeform 8"/>
              <p:cNvSpPr/>
              <p:nvPr/>
            </p:nvSpPr>
            <p:spPr>
              <a:xfrm>
                <a:off x="200160" y="4680"/>
                <a:ext cx="369360" cy="181080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10800"/>
                  <a:gd name="textAreaBottom" fmla="*/ 1811160 h 1810800"/>
                </a:gdLst>
                <a:ah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04" name="Freeform 9"/>
              <p:cNvSpPr/>
              <p:nvPr/>
            </p:nvSpPr>
            <p:spPr>
              <a:xfrm>
                <a:off x="503280" y="18018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05" name="Freeform 10"/>
              <p:cNvSpPr/>
              <p:nvPr/>
            </p:nvSpPr>
            <p:spPr>
              <a:xfrm>
                <a:off x="285840" y="4680"/>
                <a:ext cx="369360" cy="142992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429920"/>
                  <a:gd name="textAreaBottom" fmla="*/ 1430280 h 1429920"/>
                </a:gdLst>
                <a:ah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06" name="Freeform 11"/>
              <p:cNvSpPr/>
              <p:nvPr/>
            </p:nvSpPr>
            <p:spPr>
              <a:xfrm>
                <a:off x="546120" y="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07" name="Freeform 12"/>
              <p:cNvSpPr/>
              <p:nvPr/>
            </p:nvSpPr>
            <p:spPr>
              <a:xfrm>
                <a:off x="588960" y="14209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08" name="Freeform 13"/>
              <p:cNvSpPr/>
              <p:nvPr/>
            </p:nvSpPr>
            <p:spPr>
              <a:xfrm>
                <a:off x="588960" y="9032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09" name="Freeform 14"/>
              <p:cNvSpPr/>
              <p:nvPr/>
            </p:nvSpPr>
            <p:spPr>
              <a:xfrm>
                <a:off x="641520" y="0"/>
                <a:ext cx="421920" cy="526680"/>
              </a:xfrm>
              <a:custGeom>
                <a:avLst/>
                <a:gdLst>
                  <a:gd name="textAreaLeft" fmla="*/ 0 w 421920"/>
                  <a:gd name="textAreaRight" fmla="*/ 422280 w 421920"/>
                  <a:gd name="textAreaTop" fmla="*/ 0 h 526680"/>
                  <a:gd name="textAreaBottom" fmla="*/ 527040 h 526680"/>
                </a:gdLst>
                <a:ah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10" name="Freeform 15"/>
              <p:cNvSpPr/>
              <p:nvPr/>
            </p:nvSpPr>
            <p:spPr>
              <a:xfrm>
                <a:off x="1020600" y="488880"/>
                <a:ext cx="161640" cy="1472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11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t" anchorCtr="1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12" name="Freeform 17"/>
              <p:cNvSpPr/>
              <p:nvPr/>
            </p:nvSpPr>
            <p:spPr>
              <a:xfrm>
                <a:off x="9360" y="1801800"/>
                <a:ext cx="123480" cy="1267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6720"/>
                  <a:gd name="textAreaBottom" fmla="*/ 127080 h 126720"/>
                </a:gdLst>
                <a:ah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13" name="Freeform 18"/>
              <p:cNvSpPr/>
              <p:nvPr/>
            </p:nvSpPr>
            <p:spPr>
              <a:xfrm>
                <a:off x="-9360" y="3549600"/>
                <a:ext cx="147240" cy="480600"/>
              </a:xfrm>
              <a:custGeom>
                <a:avLst/>
                <a:gdLst>
                  <a:gd name="textAreaLeft" fmla="*/ 0 w 147240"/>
                  <a:gd name="textAreaRight" fmla="*/ 147600 w 147240"/>
                  <a:gd name="textAreaTop" fmla="*/ 0 h 480600"/>
                  <a:gd name="textAreaBottom" fmla="*/ 480960 h 480600"/>
                </a:gdLst>
                <a:ah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14" name="Freeform 19"/>
              <p:cNvSpPr/>
              <p:nvPr/>
            </p:nvSpPr>
            <p:spPr>
              <a:xfrm>
                <a:off x="128520" y="1382760"/>
                <a:ext cx="142560" cy="475920"/>
              </a:xfrm>
              <a:custGeom>
                <a:avLst/>
                <a:gdLst>
                  <a:gd name="textAreaLeft" fmla="*/ 0 w 142560"/>
                  <a:gd name="textAreaRight" fmla="*/ 142920 w 142560"/>
                  <a:gd name="textAreaTop" fmla="*/ 0 h 475920"/>
                  <a:gd name="textAreaBottom" fmla="*/ 476280 h 475920"/>
                </a:gdLst>
                <a:ah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15" name="Freeform 20"/>
              <p:cNvSpPr/>
              <p:nvPr/>
            </p:nvSpPr>
            <p:spPr>
              <a:xfrm>
                <a:off x="204840" y="1849320"/>
                <a:ext cx="114120" cy="10764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107640"/>
                  <a:gd name="textAreaBottom" fmla="*/ 108000 h 107640"/>
                </a:gdLst>
                <a:ah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16" name="Rectangle 21"/>
              <p:cNvSpPr/>
              <p:nvPr/>
            </p:nvSpPr>
            <p:spPr>
              <a:xfrm>
                <a:off x="133200" y="466236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17" name="Freeform 22"/>
              <p:cNvSpPr/>
              <p:nvPr/>
            </p:nvSpPr>
            <p:spPr>
              <a:xfrm>
                <a:off x="223920" y="5041800"/>
                <a:ext cx="369360" cy="180144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18" name="Freeform 23"/>
              <p:cNvSpPr/>
              <p:nvPr/>
            </p:nvSpPr>
            <p:spPr>
              <a:xfrm>
                <a:off x="52560" y="4481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19" name="Freeform 24"/>
              <p:cNvSpPr/>
              <p:nvPr/>
            </p:nvSpPr>
            <p:spPr>
              <a:xfrm>
                <a:off x="-14400" y="5627520"/>
                <a:ext cx="85320" cy="12157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1215720"/>
                  <a:gd name="textAreaBottom" fmla="*/ 1216080 h 1215720"/>
                </a:gdLst>
                <a:ah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20" name="Freeform 25"/>
              <p:cNvSpPr/>
              <p:nvPr/>
            </p:nvSpPr>
            <p:spPr>
              <a:xfrm>
                <a:off x="527040" y="4867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21" name="Freeform 26"/>
              <p:cNvSpPr/>
              <p:nvPr/>
            </p:nvSpPr>
            <p:spPr>
              <a:xfrm>
                <a:off x="309600" y="5423040"/>
                <a:ext cx="374400" cy="1425240"/>
              </a:xfrm>
              <a:custGeom>
                <a:avLst/>
                <a:gdLst>
                  <a:gd name="textAreaLeft" fmla="*/ 0 w 374400"/>
                  <a:gd name="textAreaRight" fmla="*/ 374760 w 374400"/>
                  <a:gd name="textAreaTop" fmla="*/ 0 h 1425240"/>
                  <a:gd name="textAreaBottom" fmla="*/ 1425600 h 1425240"/>
                </a:gdLst>
                <a:ah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22" name="Freeform 27"/>
              <p:cNvSpPr/>
              <p:nvPr/>
            </p:nvSpPr>
            <p:spPr>
              <a:xfrm>
                <a:off x="569880" y="594504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23" name="Freeform 28"/>
              <p:cNvSpPr/>
              <p:nvPr/>
            </p:nvSpPr>
            <p:spPr>
              <a:xfrm>
                <a:off x="612720" y="5246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24" name="Freeform 29"/>
              <p:cNvSpPr/>
              <p:nvPr/>
            </p:nvSpPr>
            <p:spPr>
              <a:xfrm>
                <a:off x="612720" y="57643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25" name="Freeform 30"/>
              <p:cNvSpPr/>
              <p:nvPr/>
            </p:nvSpPr>
            <p:spPr>
              <a:xfrm>
                <a:off x="669960" y="6330960"/>
                <a:ext cx="417240" cy="51732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7320"/>
                  <a:gd name="textAreaBottom" fmla="*/ 517680 h 517320"/>
                </a:gdLst>
                <a:ah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26" name="Freeform 31"/>
              <p:cNvSpPr/>
              <p:nvPr/>
            </p:nvSpPr>
            <p:spPr>
              <a:xfrm>
                <a:off x="1049400" y="6221520"/>
                <a:ext cx="156960" cy="1472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227" name="Group 9"/>
            <p:cNvGrpSpPr/>
            <p:nvPr/>
          </p:nvGrpSpPr>
          <p:grpSpPr>
            <a:xfrm>
              <a:off x="11364840" y="0"/>
              <a:ext cx="674280" cy="6848280"/>
              <a:chOff x="11364840" y="0"/>
              <a:chExt cx="674280" cy="6848280"/>
            </a:xfrm>
          </p:grpSpPr>
          <p:sp>
            <p:nvSpPr>
              <p:cNvPr id="228" name="Freeform 32"/>
              <p:cNvSpPr/>
              <p:nvPr/>
            </p:nvSpPr>
            <p:spPr>
              <a:xfrm>
                <a:off x="11484000" y="0"/>
                <a:ext cx="417240" cy="51228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2280"/>
                  <a:gd name="textAreaBottom" fmla="*/ 512640 h 512280"/>
                </a:gdLst>
                <a:ah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29" name="Freeform 33"/>
              <p:cNvSpPr/>
              <p:nvPr/>
            </p:nvSpPr>
            <p:spPr>
              <a:xfrm>
                <a:off x="11364840" y="474840"/>
                <a:ext cx="156960" cy="15192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1920"/>
                  <a:gd name="textAreaBottom" fmla="*/ 152280 h 151920"/>
                </a:gdLst>
                <a:ah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30" name="Freeform 34"/>
              <p:cNvSpPr/>
              <p:nvPr/>
            </p:nvSpPr>
            <p:spPr>
              <a:xfrm>
                <a:off x="11631600" y="1539720"/>
                <a:ext cx="188640" cy="19008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31" name="Freeform 35"/>
              <p:cNvSpPr/>
              <p:nvPr/>
            </p:nvSpPr>
            <p:spPr>
              <a:xfrm>
                <a:off x="11531520" y="5694480"/>
                <a:ext cx="298080" cy="1153800"/>
              </a:xfrm>
              <a:custGeom>
                <a:avLst/>
                <a:gdLst>
                  <a:gd name="textAreaLeft" fmla="*/ 0 w 298080"/>
                  <a:gd name="textAreaRight" fmla="*/ 298440 w 298080"/>
                  <a:gd name="textAreaTop" fmla="*/ 0 h 1153800"/>
                  <a:gd name="textAreaBottom" fmla="*/ 1154160 h 1153800"/>
                </a:gdLst>
                <a:ah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32" name="Freeform 36"/>
              <p:cNvSpPr/>
              <p:nvPr/>
            </p:nvSpPr>
            <p:spPr>
              <a:xfrm>
                <a:off x="11773080" y="5551560"/>
                <a:ext cx="156960" cy="15516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5160"/>
                  <a:gd name="textAreaBottom" fmla="*/ 155520 h 155160"/>
                </a:gdLst>
                <a:ah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33" name="Freeform 37"/>
              <p:cNvSpPr/>
              <p:nvPr/>
            </p:nvSpPr>
            <p:spPr>
              <a:xfrm>
                <a:off x="11711160" y="4680"/>
                <a:ext cx="304560" cy="1544400"/>
              </a:xfrm>
              <a:custGeom>
                <a:avLst/>
                <a:gdLst>
                  <a:gd name="textAreaLeft" fmla="*/ 0 w 304560"/>
                  <a:gd name="textAreaRight" fmla="*/ 304920 w 304560"/>
                  <a:gd name="textAreaTop" fmla="*/ 0 h 1544400"/>
                  <a:gd name="textAreaBottom" fmla="*/ 1544760 h 1544400"/>
                </a:gdLst>
                <a:ah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34" name="Freeform 38"/>
              <p:cNvSpPr/>
              <p:nvPr/>
            </p:nvSpPr>
            <p:spPr>
              <a:xfrm>
                <a:off x="11636280" y="4867200"/>
                <a:ext cx="188640" cy="18864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35" name="Freeform 39"/>
              <p:cNvSpPr/>
              <p:nvPr/>
            </p:nvSpPr>
            <p:spPr>
              <a:xfrm>
                <a:off x="11441160" y="5046840"/>
                <a:ext cx="307440" cy="1801440"/>
              </a:xfrm>
              <a:custGeom>
                <a:avLst/>
                <a:gdLst>
                  <a:gd name="textAreaLeft" fmla="*/ 0 w 307440"/>
                  <a:gd name="textAreaRight" fmla="*/ 307800 w 30744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36" name="Freeform 40"/>
              <p:cNvSpPr/>
              <p:nvPr/>
            </p:nvSpPr>
            <p:spPr>
              <a:xfrm>
                <a:off x="11849040" y="641664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37" name="Rectangle 41"/>
              <p:cNvSpPr/>
              <p:nvPr/>
            </p:nvSpPr>
            <p:spPr>
              <a:xfrm>
                <a:off x="11939760" y="6595920"/>
                <a:ext cx="23400" cy="252000"/>
              </a:xfrm>
              <a:prstGeom prst="rect">
                <a:avLst/>
              </a:pr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1446120" y="609480"/>
            <a:ext cx="9302400" cy="274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600" spc="-1" strike="noStrike" cap="all">
                <a:solidFill>
                  <a:schemeClr val="dk1"/>
                </a:solidFill>
                <a:latin typeface="Tw Cen MT"/>
              </a:rPr>
              <a:t>Click to edit Master title style</a:t>
            </a:r>
            <a:endParaRPr b="0" lang="en-US" sz="36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1720800" y="3365640"/>
            <a:ext cx="8751960" cy="54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Tw Cen MT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body"/>
          </p:nvPr>
        </p:nvSpPr>
        <p:spPr>
          <a:xfrm>
            <a:off x="1141560" y="4309920"/>
            <a:ext cx="9905760" cy="1488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Click to edit Master text styles</a:t>
            </a:r>
            <a:endParaRPr b="0" lang="en-US" sz="18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241" name="PlaceHolder 4"/>
          <p:cNvSpPr>
            <a:spLocks noGrp="1"/>
          </p:cNvSpPr>
          <p:nvPr>
            <p:ph type="dt" idx="10"/>
          </p:nvPr>
        </p:nvSpPr>
        <p:spPr>
          <a:xfrm>
            <a:off x="745704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BE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BE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rPr>
              <a:t>&lt;date/time&gt;</a:t>
            </a:r>
            <a:endParaRPr b="0" lang="en-US" sz="105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2" name="PlaceHolder 5"/>
          <p:cNvSpPr>
            <a:spLocks noGrp="1"/>
          </p:cNvSpPr>
          <p:nvPr>
            <p:ph type="ftr" idx="11"/>
          </p:nvPr>
        </p:nvSpPr>
        <p:spPr>
          <a:xfrm>
            <a:off x="1141560" y="588312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50" spc="-1" strike="noStrike" cap="all">
                <a:solidFill>
                  <a:schemeClr val="dk1">
                    <a:tint val="75000"/>
                  </a:schemeClr>
                </a:solidFill>
                <a:latin typeface="Tw Cen MT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050" spc="-1" strike="noStrike" cap="all">
                <a:solidFill>
                  <a:schemeClr val="dk1">
                    <a:tint val="75000"/>
                  </a:schemeClr>
                </a:solidFill>
                <a:latin typeface="Tw Cen MT"/>
              </a:rPr>
              <a:t>&lt;footer&gt;</a:t>
            </a:r>
            <a:endParaRPr b="0" lang="en-US" sz="105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3" name="PlaceHolder 6"/>
          <p:cNvSpPr>
            <a:spLocks noGrp="1"/>
          </p:cNvSpPr>
          <p:nvPr>
            <p:ph type="sldNum" idx="12"/>
          </p:nvPr>
        </p:nvSpPr>
        <p:spPr>
          <a:xfrm>
            <a:off x="10276200" y="5883120"/>
            <a:ext cx="770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BE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B3AA732-9904-4048-869A-41D5A401AAD3}" type="slidenum">
              <a:rPr b="0" lang="en-BE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rPr>
              <a:t>&lt;number&gt;</a:t>
            </a:fld>
            <a:endParaRPr b="0" lang="en-US" sz="105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4" name="TextBox 59"/>
          <p:cNvSpPr/>
          <p:nvPr/>
        </p:nvSpPr>
        <p:spPr>
          <a:xfrm>
            <a:off x="903600" y="73224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8000" spc="-1" strike="noStrike" cap="all">
                <a:solidFill>
                  <a:schemeClr val="dk1"/>
                </a:solidFill>
                <a:latin typeface="Tw Cen MT"/>
              </a:rPr>
              <a:t>“</a:t>
            </a:r>
            <a:endParaRPr b="0" lang="en-US" sz="8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TextBox 60"/>
          <p:cNvSpPr/>
          <p:nvPr/>
        </p:nvSpPr>
        <p:spPr>
          <a:xfrm>
            <a:off x="10537200" y="276480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8000" spc="-1" strike="noStrike" cap="all">
                <a:solidFill>
                  <a:schemeClr val="dk1"/>
                </a:solidFill>
                <a:latin typeface="Tw Cen MT"/>
              </a:rPr>
              <a:t>”</a:t>
            </a:r>
            <a:endParaRPr b="0" lang="en-US" sz="8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4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Picture 2" descr="\\DROBO-FS\QuickDrops\JB\PPTX NG\Droplets\LightingOverlay.png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grpSp>
        <p:nvGrpSpPr>
          <p:cNvPr id="247" name="Group 7"/>
          <p:cNvGrpSpPr/>
          <p:nvPr/>
        </p:nvGrpSpPr>
        <p:grpSpPr>
          <a:xfrm>
            <a:off x="-14400" y="0"/>
            <a:ext cx="12053520" cy="6857640"/>
            <a:chOff x="-14400" y="0"/>
            <a:chExt cx="12053520" cy="6857640"/>
          </a:xfrm>
        </p:grpSpPr>
        <p:grpSp>
          <p:nvGrpSpPr>
            <p:cNvPr id="248" name="Group 8"/>
            <p:cNvGrpSpPr/>
            <p:nvPr/>
          </p:nvGrpSpPr>
          <p:grpSpPr>
            <a:xfrm>
              <a:off x="-14400" y="0"/>
              <a:ext cx="1220760" cy="6857640"/>
              <a:chOff x="-14400" y="0"/>
              <a:chExt cx="1220760" cy="6857640"/>
            </a:xfrm>
          </p:grpSpPr>
          <p:sp>
            <p:nvSpPr>
              <p:cNvPr id="249" name="Rectangle 5"/>
              <p:cNvSpPr/>
              <p:nvPr/>
            </p:nvSpPr>
            <p:spPr>
              <a:xfrm>
                <a:off x="114480" y="468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50" name="Freeform 6"/>
              <p:cNvSpPr/>
              <p:nvPr/>
            </p:nvSpPr>
            <p:spPr>
              <a:xfrm>
                <a:off x="33480" y="217656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51" name="Freeform 7"/>
              <p:cNvSpPr/>
              <p:nvPr/>
            </p:nvSpPr>
            <p:spPr>
              <a:xfrm>
                <a:off x="28440" y="4021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52" name="Freeform 8"/>
              <p:cNvSpPr/>
              <p:nvPr/>
            </p:nvSpPr>
            <p:spPr>
              <a:xfrm>
                <a:off x="200160" y="4680"/>
                <a:ext cx="369360" cy="181080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10800"/>
                  <a:gd name="textAreaBottom" fmla="*/ 1811160 h 1810800"/>
                </a:gdLst>
                <a:ah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53" name="Freeform 9"/>
              <p:cNvSpPr/>
              <p:nvPr/>
            </p:nvSpPr>
            <p:spPr>
              <a:xfrm>
                <a:off x="503280" y="18018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54" name="Freeform 10"/>
              <p:cNvSpPr/>
              <p:nvPr/>
            </p:nvSpPr>
            <p:spPr>
              <a:xfrm>
                <a:off x="285840" y="4680"/>
                <a:ext cx="369360" cy="142992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429920"/>
                  <a:gd name="textAreaBottom" fmla="*/ 1430280 h 1429920"/>
                </a:gdLst>
                <a:ah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55" name="Freeform 11"/>
              <p:cNvSpPr/>
              <p:nvPr/>
            </p:nvSpPr>
            <p:spPr>
              <a:xfrm>
                <a:off x="546120" y="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56" name="Freeform 12"/>
              <p:cNvSpPr/>
              <p:nvPr/>
            </p:nvSpPr>
            <p:spPr>
              <a:xfrm>
                <a:off x="588960" y="14209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57" name="Freeform 13"/>
              <p:cNvSpPr/>
              <p:nvPr/>
            </p:nvSpPr>
            <p:spPr>
              <a:xfrm>
                <a:off x="588960" y="9032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58" name="Freeform 14"/>
              <p:cNvSpPr/>
              <p:nvPr/>
            </p:nvSpPr>
            <p:spPr>
              <a:xfrm>
                <a:off x="641520" y="0"/>
                <a:ext cx="421920" cy="526680"/>
              </a:xfrm>
              <a:custGeom>
                <a:avLst/>
                <a:gdLst>
                  <a:gd name="textAreaLeft" fmla="*/ 0 w 421920"/>
                  <a:gd name="textAreaRight" fmla="*/ 422280 w 421920"/>
                  <a:gd name="textAreaTop" fmla="*/ 0 h 526680"/>
                  <a:gd name="textAreaBottom" fmla="*/ 527040 h 526680"/>
                </a:gdLst>
                <a:ah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59" name="Freeform 15"/>
              <p:cNvSpPr/>
              <p:nvPr/>
            </p:nvSpPr>
            <p:spPr>
              <a:xfrm>
                <a:off x="1020600" y="488880"/>
                <a:ext cx="161640" cy="1472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60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t" anchorCtr="1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61" name="Freeform 17"/>
              <p:cNvSpPr/>
              <p:nvPr/>
            </p:nvSpPr>
            <p:spPr>
              <a:xfrm>
                <a:off x="9360" y="1801800"/>
                <a:ext cx="123480" cy="1267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6720"/>
                  <a:gd name="textAreaBottom" fmla="*/ 127080 h 126720"/>
                </a:gdLst>
                <a:ah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62" name="Freeform 18"/>
              <p:cNvSpPr/>
              <p:nvPr/>
            </p:nvSpPr>
            <p:spPr>
              <a:xfrm>
                <a:off x="-9360" y="3549600"/>
                <a:ext cx="147240" cy="480600"/>
              </a:xfrm>
              <a:custGeom>
                <a:avLst/>
                <a:gdLst>
                  <a:gd name="textAreaLeft" fmla="*/ 0 w 147240"/>
                  <a:gd name="textAreaRight" fmla="*/ 147600 w 147240"/>
                  <a:gd name="textAreaTop" fmla="*/ 0 h 480600"/>
                  <a:gd name="textAreaBottom" fmla="*/ 480960 h 480600"/>
                </a:gdLst>
                <a:ah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63" name="Freeform 19"/>
              <p:cNvSpPr/>
              <p:nvPr/>
            </p:nvSpPr>
            <p:spPr>
              <a:xfrm>
                <a:off x="128520" y="1382760"/>
                <a:ext cx="142560" cy="475920"/>
              </a:xfrm>
              <a:custGeom>
                <a:avLst/>
                <a:gdLst>
                  <a:gd name="textAreaLeft" fmla="*/ 0 w 142560"/>
                  <a:gd name="textAreaRight" fmla="*/ 142920 w 142560"/>
                  <a:gd name="textAreaTop" fmla="*/ 0 h 475920"/>
                  <a:gd name="textAreaBottom" fmla="*/ 476280 h 475920"/>
                </a:gdLst>
                <a:ah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64" name="Freeform 20"/>
              <p:cNvSpPr/>
              <p:nvPr/>
            </p:nvSpPr>
            <p:spPr>
              <a:xfrm>
                <a:off x="204840" y="1849320"/>
                <a:ext cx="114120" cy="10764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107640"/>
                  <a:gd name="textAreaBottom" fmla="*/ 108000 h 107640"/>
                </a:gdLst>
                <a:ah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65" name="Rectangle 21"/>
              <p:cNvSpPr/>
              <p:nvPr/>
            </p:nvSpPr>
            <p:spPr>
              <a:xfrm>
                <a:off x="133200" y="466236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66" name="Freeform 22"/>
              <p:cNvSpPr/>
              <p:nvPr/>
            </p:nvSpPr>
            <p:spPr>
              <a:xfrm>
                <a:off x="223920" y="5041800"/>
                <a:ext cx="369360" cy="180144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67" name="Freeform 23"/>
              <p:cNvSpPr/>
              <p:nvPr/>
            </p:nvSpPr>
            <p:spPr>
              <a:xfrm>
                <a:off x="52560" y="4481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68" name="Freeform 24"/>
              <p:cNvSpPr/>
              <p:nvPr/>
            </p:nvSpPr>
            <p:spPr>
              <a:xfrm>
                <a:off x="-14400" y="5627520"/>
                <a:ext cx="85320" cy="12157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1215720"/>
                  <a:gd name="textAreaBottom" fmla="*/ 1216080 h 1215720"/>
                </a:gdLst>
                <a:ah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69" name="Freeform 25"/>
              <p:cNvSpPr/>
              <p:nvPr/>
            </p:nvSpPr>
            <p:spPr>
              <a:xfrm>
                <a:off x="527040" y="4867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70" name="Freeform 26"/>
              <p:cNvSpPr/>
              <p:nvPr/>
            </p:nvSpPr>
            <p:spPr>
              <a:xfrm>
                <a:off x="309600" y="5423040"/>
                <a:ext cx="374400" cy="1425240"/>
              </a:xfrm>
              <a:custGeom>
                <a:avLst/>
                <a:gdLst>
                  <a:gd name="textAreaLeft" fmla="*/ 0 w 374400"/>
                  <a:gd name="textAreaRight" fmla="*/ 374760 w 374400"/>
                  <a:gd name="textAreaTop" fmla="*/ 0 h 1425240"/>
                  <a:gd name="textAreaBottom" fmla="*/ 1425600 h 1425240"/>
                </a:gdLst>
                <a:ah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71" name="Freeform 27"/>
              <p:cNvSpPr/>
              <p:nvPr/>
            </p:nvSpPr>
            <p:spPr>
              <a:xfrm>
                <a:off x="569880" y="594504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72" name="Freeform 28"/>
              <p:cNvSpPr/>
              <p:nvPr/>
            </p:nvSpPr>
            <p:spPr>
              <a:xfrm>
                <a:off x="612720" y="5246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73" name="Freeform 29"/>
              <p:cNvSpPr/>
              <p:nvPr/>
            </p:nvSpPr>
            <p:spPr>
              <a:xfrm>
                <a:off x="612720" y="57643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74" name="Freeform 30"/>
              <p:cNvSpPr/>
              <p:nvPr/>
            </p:nvSpPr>
            <p:spPr>
              <a:xfrm>
                <a:off x="669960" y="6330960"/>
                <a:ext cx="417240" cy="51732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7320"/>
                  <a:gd name="textAreaBottom" fmla="*/ 517680 h 517320"/>
                </a:gdLst>
                <a:ah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75" name="Freeform 31"/>
              <p:cNvSpPr/>
              <p:nvPr/>
            </p:nvSpPr>
            <p:spPr>
              <a:xfrm>
                <a:off x="1049400" y="6221520"/>
                <a:ext cx="156960" cy="1472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276" name="Group 9"/>
            <p:cNvGrpSpPr/>
            <p:nvPr/>
          </p:nvGrpSpPr>
          <p:grpSpPr>
            <a:xfrm>
              <a:off x="11364840" y="0"/>
              <a:ext cx="674280" cy="6848280"/>
              <a:chOff x="11364840" y="0"/>
              <a:chExt cx="674280" cy="6848280"/>
            </a:xfrm>
          </p:grpSpPr>
          <p:sp>
            <p:nvSpPr>
              <p:cNvPr id="277" name="Freeform 32"/>
              <p:cNvSpPr/>
              <p:nvPr/>
            </p:nvSpPr>
            <p:spPr>
              <a:xfrm>
                <a:off x="11484000" y="0"/>
                <a:ext cx="417240" cy="51228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2280"/>
                  <a:gd name="textAreaBottom" fmla="*/ 512640 h 512280"/>
                </a:gdLst>
                <a:ah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78" name="Freeform 33"/>
              <p:cNvSpPr/>
              <p:nvPr/>
            </p:nvSpPr>
            <p:spPr>
              <a:xfrm>
                <a:off x="11364840" y="474840"/>
                <a:ext cx="156960" cy="15192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1920"/>
                  <a:gd name="textAreaBottom" fmla="*/ 152280 h 151920"/>
                </a:gdLst>
                <a:ah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79" name="Freeform 34"/>
              <p:cNvSpPr/>
              <p:nvPr/>
            </p:nvSpPr>
            <p:spPr>
              <a:xfrm>
                <a:off x="11631600" y="1539720"/>
                <a:ext cx="188640" cy="19008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80" name="Freeform 35"/>
              <p:cNvSpPr/>
              <p:nvPr/>
            </p:nvSpPr>
            <p:spPr>
              <a:xfrm>
                <a:off x="11531520" y="5694480"/>
                <a:ext cx="298080" cy="1153800"/>
              </a:xfrm>
              <a:custGeom>
                <a:avLst/>
                <a:gdLst>
                  <a:gd name="textAreaLeft" fmla="*/ 0 w 298080"/>
                  <a:gd name="textAreaRight" fmla="*/ 298440 w 298080"/>
                  <a:gd name="textAreaTop" fmla="*/ 0 h 1153800"/>
                  <a:gd name="textAreaBottom" fmla="*/ 1154160 h 1153800"/>
                </a:gdLst>
                <a:ah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81" name="Freeform 36"/>
              <p:cNvSpPr/>
              <p:nvPr/>
            </p:nvSpPr>
            <p:spPr>
              <a:xfrm>
                <a:off x="11773080" y="5551560"/>
                <a:ext cx="156960" cy="15516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5160"/>
                  <a:gd name="textAreaBottom" fmla="*/ 155520 h 155160"/>
                </a:gdLst>
                <a:ah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82" name="Freeform 37"/>
              <p:cNvSpPr/>
              <p:nvPr/>
            </p:nvSpPr>
            <p:spPr>
              <a:xfrm>
                <a:off x="11711160" y="4680"/>
                <a:ext cx="304560" cy="1544400"/>
              </a:xfrm>
              <a:custGeom>
                <a:avLst/>
                <a:gdLst>
                  <a:gd name="textAreaLeft" fmla="*/ 0 w 304560"/>
                  <a:gd name="textAreaRight" fmla="*/ 304920 w 304560"/>
                  <a:gd name="textAreaTop" fmla="*/ 0 h 1544400"/>
                  <a:gd name="textAreaBottom" fmla="*/ 1544760 h 1544400"/>
                </a:gdLst>
                <a:ah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83" name="Freeform 38"/>
              <p:cNvSpPr/>
              <p:nvPr/>
            </p:nvSpPr>
            <p:spPr>
              <a:xfrm>
                <a:off x="11636280" y="4867200"/>
                <a:ext cx="188640" cy="18864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84" name="Freeform 39"/>
              <p:cNvSpPr/>
              <p:nvPr/>
            </p:nvSpPr>
            <p:spPr>
              <a:xfrm>
                <a:off x="11441160" y="5046840"/>
                <a:ext cx="307440" cy="1801440"/>
              </a:xfrm>
              <a:custGeom>
                <a:avLst/>
                <a:gdLst>
                  <a:gd name="textAreaLeft" fmla="*/ 0 w 307440"/>
                  <a:gd name="textAreaRight" fmla="*/ 307800 w 30744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85" name="Freeform 40"/>
              <p:cNvSpPr/>
              <p:nvPr/>
            </p:nvSpPr>
            <p:spPr>
              <a:xfrm>
                <a:off x="11849040" y="641664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86" name="Rectangle 41"/>
              <p:cNvSpPr/>
              <p:nvPr/>
            </p:nvSpPr>
            <p:spPr>
              <a:xfrm>
                <a:off x="11939760" y="6595920"/>
                <a:ext cx="23400" cy="252000"/>
              </a:xfrm>
              <a:prstGeom prst="rect">
                <a:avLst/>
              </a:pr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287" name="PlaceHolder 1"/>
          <p:cNvSpPr>
            <a:spLocks noGrp="1"/>
          </p:cNvSpPr>
          <p:nvPr>
            <p:ph type="title"/>
          </p:nvPr>
        </p:nvSpPr>
        <p:spPr>
          <a:xfrm>
            <a:off x="1141560" y="2134080"/>
            <a:ext cx="9905760" cy="251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600" spc="-1" strike="noStrike" cap="all">
                <a:solidFill>
                  <a:schemeClr val="dk1"/>
                </a:solidFill>
                <a:latin typeface="Tw Cen MT"/>
              </a:rPr>
              <a:t>Click to edit Master title style</a:t>
            </a:r>
            <a:endParaRPr b="0" lang="en-US" sz="36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1141200" y="4657680"/>
            <a:ext cx="9904320" cy="114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Click to edit Master text styles</a:t>
            </a:r>
            <a:endParaRPr b="0" lang="en-US" sz="18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dt" idx="13"/>
          </p:nvPr>
        </p:nvSpPr>
        <p:spPr>
          <a:xfrm>
            <a:off x="745704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BE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BE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rPr>
              <a:t>&lt;date/time&gt;</a:t>
            </a:r>
            <a:endParaRPr b="0" lang="en-US" sz="105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0" name="PlaceHolder 4"/>
          <p:cNvSpPr>
            <a:spLocks noGrp="1"/>
          </p:cNvSpPr>
          <p:nvPr>
            <p:ph type="ftr" idx="14"/>
          </p:nvPr>
        </p:nvSpPr>
        <p:spPr>
          <a:xfrm>
            <a:off x="1141560" y="588312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50" spc="-1" strike="noStrike" cap="all">
                <a:solidFill>
                  <a:schemeClr val="dk1">
                    <a:tint val="75000"/>
                  </a:schemeClr>
                </a:solidFill>
                <a:latin typeface="Tw Cen MT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050" spc="-1" strike="noStrike" cap="all">
                <a:solidFill>
                  <a:schemeClr val="dk1">
                    <a:tint val="75000"/>
                  </a:schemeClr>
                </a:solidFill>
                <a:latin typeface="Tw Cen MT"/>
              </a:rPr>
              <a:t>&lt;footer&gt;</a:t>
            </a:r>
            <a:endParaRPr b="0" lang="en-US" sz="105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1" name="PlaceHolder 5"/>
          <p:cNvSpPr>
            <a:spLocks noGrp="1"/>
          </p:cNvSpPr>
          <p:nvPr>
            <p:ph type="sldNum" idx="15"/>
          </p:nvPr>
        </p:nvSpPr>
        <p:spPr>
          <a:xfrm>
            <a:off x="10276200" y="5883120"/>
            <a:ext cx="770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BE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3181568-22B6-405D-9098-1F9A9C0DD20D}" type="slidenum">
              <a:rPr b="0" lang="en-BE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rPr>
              <a:t>&lt;number&gt;</a:t>
            </a:fld>
            <a:endParaRPr b="0" lang="en-US" sz="105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4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Picture 2" descr="\\DROBO-FS\QuickDrops\JB\PPTX NG\Droplets\LightingOverlay.png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grpSp>
        <p:nvGrpSpPr>
          <p:cNvPr id="293" name="Group 7"/>
          <p:cNvGrpSpPr/>
          <p:nvPr/>
        </p:nvGrpSpPr>
        <p:grpSpPr>
          <a:xfrm>
            <a:off x="-14400" y="0"/>
            <a:ext cx="12053520" cy="6857640"/>
            <a:chOff x="-14400" y="0"/>
            <a:chExt cx="12053520" cy="6857640"/>
          </a:xfrm>
        </p:grpSpPr>
        <p:grpSp>
          <p:nvGrpSpPr>
            <p:cNvPr id="294" name="Group 8"/>
            <p:cNvGrpSpPr/>
            <p:nvPr/>
          </p:nvGrpSpPr>
          <p:grpSpPr>
            <a:xfrm>
              <a:off x="-14400" y="0"/>
              <a:ext cx="1220760" cy="6857640"/>
              <a:chOff x="-14400" y="0"/>
              <a:chExt cx="1220760" cy="6857640"/>
            </a:xfrm>
          </p:grpSpPr>
          <p:sp>
            <p:nvSpPr>
              <p:cNvPr id="295" name="Rectangle 5"/>
              <p:cNvSpPr/>
              <p:nvPr/>
            </p:nvSpPr>
            <p:spPr>
              <a:xfrm>
                <a:off x="114480" y="468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96" name="Freeform 6"/>
              <p:cNvSpPr/>
              <p:nvPr/>
            </p:nvSpPr>
            <p:spPr>
              <a:xfrm>
                <a:off x="33480" y="217656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97" name="Freeform 7"/>
              <p:cNvSpPr/>
              <p:nvPr/>
            </p:nvSpPr>
            <p:spPr>
              <a:xfrm>
                <a:off x="28440" y="4021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98" name="Freeform 8"/>
              <p:cNvSpPr/>
              <p:nvPr/>
            </p:nvSpPr>
            <p:spPr>
              <a:xfrm>
                <a:off x="200160" y="4680"/>
                <a:ext cx="369360" cy="181080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10800"/>
                  <a:gd name="textAreaBottom" fmla="*/ 1811160 h 1810800"/>
                </a:gdLst>
                <a:ah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99" name="Freeform 9"/>
              <p:cNvSpPr/>
              <p:nvPr/>
            </p:nvSpPr>
            <p:spPr>
              <a:xfrm>
                <a:off x="503280" y="18018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00" name="Freeform 10"/>
              <p:cNvSpPr/>
              <p:nvPr/>
            </p:nvSpPr>
            <p:spPr>
              <a:xfrm>
                <a:off x="285840" y="4680"/>
                <a:ext cx="369360" cy="142992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429920"/>
                  <a:gd name="textAreaBottom" fmla="*/ 1430280 h 1429920"/>
                </a:gdLst>
                <a:ah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01" name="Freeform 11"/>
              <p:cNvSpPr/>
              <p:nvPr/>
            </p:nvSpPr>
            <p:spPr>
              <a:xfrm>
                <a:off x="546120" y="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02" name="Freeform 12"/>
              <p:cNvSpPr/>
              <p:nvPr/>
            </p:nvSpPr>
            <p:spPr>
              <a:xfrm>
                <a:off x="588960" y="14209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03" name="Freeform 13"/>
              <p:cNvSpPr/>
              <p:nvPr/>
            </p:nvSpPr>
            <p:spPr>
              <a:xfrm>
                <a:off x="588960" y="9032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04" name="Freeform 14"/>
              <p:cNvSpPr/>
              <p:nvPr/>
            </p:nvSpPr>
            <p:spPr>
              <a:xfrm>
                <a:off x="641520" y="0"/>
                <a:ext cx="421920" cy="526680"/>
              </a:xfrm>
              <a:custGeom>
                <a:avLst/>
                <a:gdLst>
                  <a:gd name="textAreaLeft" fmla="*/ 0 w 421920"/>
                  <a:gd name="textAreaRight" fmla="*/ 422280 w 421920"/>
                  <a:gd name="textAreaTop" fmla="*/ 0 h 526680"/>
                  <a:gd name="textAreaBottom" fmla="*/ 527040 h 526680"/>
                </a:gdLst>
                <a:ah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05" name="Freeform 15"/>
              <p:cNvSpPr/>
              <p:nvPr/>
            </p:nvSpPr>
            <p:spPr>
              <a:xfrm>
                <a:off x="1020600" y="488880"/>
                <a:ext cx="161640" cy="1472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06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t" anchorCtr="1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07" name="Freeform 17"/>
              <p:cNvSpPr/>
              <p:nvPr/>
            </p:nvSpPr>
            <p:spPr>
              <a:xfrm>
                <a:off x="9360" y="1801800"/>
                <a:ext cx="123480" cy="1267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6720"/>
                  <a:gd name="textAreaBottom" fmla="*/ 127080 h 126720"/>
                </a:gdLst>
                <a:ah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08" name="Freeform 18"/>
              <p:cNvSpPr/>
              <p:nvPr/>
            </p:nvSpPr>
            <p:spPr>
              <a:xfrm>
                <a:off x="-9360" y="3549600"/>
                <a:ext cx="147240" cy="480600"/>
              </a:xfrm>
              <a:custGeom>
                <a:avLst/>
                <a:gdLst>
                  <a:gd name="textAreaLeft" fmla="*/ 0 w 147240"/>
                  <a:gd name="textAreaRight" fmla="*/ 147600 w 147240"/>
                  <a:gd name="textAreaTop" fmla="*/ 0 h 480600"/>
                  <a:gd name="textAreaBottom" fmla="*/ 480960 h 480600"/>
                </a:gdLst>
                <a:ah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09" name="Freeform 19"/>
              <p:cNvSpPr/>
              <p:nvPr/>
            </p:nvSpPr>
            <p:spPr>
              <a:xfrm>
                <a:off x="128520" y="1382760"/>
                <a:ext cx="142560" cy="475920"/>
              </a:xfrm>
              <a:custGeom>
                <a:avLst/>
                <a:gdLst>
                  <a:gd name="textAreaLeft" fmla="*/ 0 w 142560"/>
                  <a:gd name="textAreaRight" fmla="*/ 142920 w 142560"/>
                  <a:gd name="textAreaTop" fmla="*/ 0 h 475920"/>
                  <a:gd name="textAreaBottom" fmla="*/ 476280 h 475920"/>
                </a:gdLst>
                <a:ah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10" name="Freeform 20"/>
              <p:cNvSpPr/>
              <p:nvPr/>
            </p:nvSpPr>
            <p:spPr>
              <a:xfrm>
                <a:off x="204840" y="1849320"/>
                <a:ext cx="114120" cy="10764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107640"/>
                  <a:gd name="textAreaBottom" fmla="*/ 108000 h 107640"/>
                </a:gdLst>
                <a:ah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11" name="Rectangle 21"/>
              <p:cNvSpPr/>
              <p:nvPr/>
            </p:nvSpPr>
            <p:spPr>
              <a:xfrm>
                <a:off x="133200" y="466236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12" name="Freeform 22"/>
              <p:cNvSpPr/>
              <p:nvPr/>
            </p:nvSpPr>
            <p:spPr>
              <a:xfrm>
                <a:off x="223920" y="5041800"/>
                <a:ext cx="369360" cy="180144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13" name="Freeform 23"/>
              <p:cNvSpPr/>
              <p:nvPr/>
            </p:nvSpPr>
            <p:spPr>
              <a:xfrm>
                <a:off x="52560" y="4481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14" name="Freeform 24"/>
              <p:cNvSpPr/>
              <p:nvPr/>
            </p:nvSpPr>
            <p:spPr>
              <a:xfrm>
                <a:off x="-14400" y="5627520"/>
                <a:ext cx="85320" cy="12157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1215720"/>
                  <a:gd name="textAreaBottom" fmla="*/ 1216080 h 1215720"/>
                </a:gdLst>
                <a:ah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15" name="Freeform 25"/>
              <p:cNvSpPr/>
              <p:nvPr/>
            </p:nvSpPr>
            <p:spPr>
              <a:xfrm>
                <a:off x="527040" y="4867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16" name="Freeform 26"/>
              <p:cNvSpPr/>
              <p:nvPr/>
            </p:nvSpPr>
            <p:spPr>
              <a:xfrm>
                <a:off x="309600" y="5423040"/>
                <a:ext cx="374400" cy="1425240"/>
              </a:xfrm>
              <a:custGeom>
                <a:avLst/>
                <a:gdLst>
                  <a:gd name="textAreaLeft" fmla="*/ 0 w 374400"/>
                  <a:gd name="textAreaRight" fmla="*/ 374760 w 374400"/>
                  <a:gd name="textAreaTop" fmla="*/ 0 h 1425240"/>
                  <a:gd name="textAreaBottom" fmla="*/ 1425600 h 1425240"/>
                </a:gdLst>
                <a:ah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17" name="Freeform 27"/>
              <p:cNvSpPr/>
              <p:nvPr/>
            </p:nvSpPr>
            <p:spPr>
              <a:xfrm>
                <a:off x="569880" y="594504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18" name="Freeform 28"/>
              <p:cNvSpPr/>
              <p:nvPr/>
            </p:nvSpPr>
            <p:spPr>
              <a:xfrm>
                <a:off x="612720" y="5246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19" name="Freeform 29"/>
              <p:cNvSpPr/>
              <p:nvPr/>
            </p:nvSpPr>
            <p:spPr>
              <a:xfrm>
                <a:off x="612720" y="57643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20" name="Freeform 30"/>
              <p:cNvSpPr/>
              <p:nvPr/>
            </p:nvSpPr>
            <p:spPr>
              <a:xfrm>
                <a:off x="669960" y="6330960"/>
                <a:ext cx="417240" cy="51732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7320"/>
                  <a:gd name="textAreaBottom" fmla="*/ 517680 h 517320"/>
                </a:gdLst>
                <a:ah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21" name="Freeform 31"/>
              <p:cNvSpPr/>
              <p:nvPr/>
            </p:nvSpPr>
            <p:spPr>
              <a:xfrm>
                <a:off x="1049400" y="6221520"/>
                <a:ext cx="156960" cy="1472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322" name="Group 9"/>
            <p:cNvGrpSpPr/>
            <p:nvPr/>
          </p:nvGrpSpPr>
          <p:grpSpPr>
            <a:xfrm>
              <a:off x="11364840" y="0"/>
              <a:ext cx="674280" cy="6848280"/>
              <a:chOff x="11364840" y="0"/>
              <a:chExt cx="674280" cy="6848280"/>
            </a:xfrm>
          </p:grpSpPr>
          <p:sp>
            <p:nvSpPr>
              <p:cNvPr id="323" name="Freeform 32"/>
              <p:cNvSpPr/>
              <p:nvPr/>
            </p:nvSpPr>
            <p:spPr>
              <a:xfrm>
                <a:off x="11484000" y="0"/>
                <a:ext cx="417240" cy="51228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2280"/>
                  <a:gd name="textAreaBottom" fmla="*/ 512640 h 512280"/>
                </a:gdLst>
                <a:ah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24" name="Freeform 33"/>
              <p:cNvSpPr/>
              <p:nvPr/>
            </p:nvSpPr>
            <p:spPr>
              <a:xfrm>
                <a:off x="11364840" y="474840"/>
                <a:ext cx="156960" cy="15192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1920"/>
                  <a:gd name="textAreaBottom" fmla="*/ 152280 h 151920"/>
                </a:gdLst>
                <a:ah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25" name="Freeform 34"/>
              <p:cNvSpPr/>
              <p:nvPr/>
            </p:nvSpPr>
            <p:spPr>
              <a:xfrm>
                <a:off x="11631600" y="1539720"/>
                <a:ext cx="188640" cy="19008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26" name="Freeform 35"/>
              <p:cNvSpPr/>
              <p:nvPr/>
            </p:nvSpPr>
            <p:spPr>
              <a:xfrm>
                <a:off x="11531520" y="5694480"/>
                <a:ext cx="298080" cy="1153800"/>
              </a:xfrm>
              <a:custGeom>
                <a:avLst/>
                <a:gdLst>
                  <a:gd name="textAreaLeft" fmla="*/ 0 w 298080"/>
                  <a:gd name="textAreaRight" fmla="*/ 298440 w 298080"/>
                  <a:gd name="textAreaTop" fmla="*/ 0 h 1153800"/>
                  <a:gd name="textAreaBottom" fmla="*/ 1154160 h 1153800"/>
                </a:gdLst>
                <a:ah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27" name="Freeform 36"/>
              <p:cNvSpPr/>
              <p:nvPr/>
            </p:nvSpPr>
            <p:spPr>
              <a:xfrm>
                <a:off x="11773080" y="5551560"/>
                <a:ext cx="156960" cy="15516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5160"/>
                  <a:gd name="textAreaBottom" fmla="*/ 155520 h 155160"/>
                </a:gdLst>
                <a:ah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28" name="Freeform 37"/>
              <p:cNvSpPr/>
              <p:nvPr/>
            </p:nvSpPr>
            <p:spPr>
              <a:xfrm>
                <a:off x="11711160" y="4680"/>
                <a:ext cx="304560" cy="1544400"/>
              </a:xfrm>
              <a:custGeom>
                <a:avLst/>
                <a:gdLst>
                  <a:gd name="textAreaLeft" fmla="*/ 0 w 304560"/>
                  <a:gd name="textAreaRight" fmla="*/ 304920 w 304560"/>
                  <a:gd name="textAreaTop" fmla="*/ 0 h 1544400"/>
                  <a:gd name="textAreaBottom" fmla="*/ 1544760 h 1544400"/>
                </a:gdLst>
                <a:ah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29" name="Freeform 38"/>
              <p:cNvSpPr/>
              <p:nvPr/>
            </p:nvSpPr>
            <p:spPr>
              <a:xfrm>
                <a:off x="11636280" y="4867200"/>
                <a:ext cx="188640" cy="18864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30" name="Freeform 39"/>
              <p:cNvSpPr/>
              <p:nvPr/>
            </p:nvSpPr>
            <p:spPr>
              <a:xfrm>
                <a:off x="11441160" y="5046840"/>
                <a:ext cx="307440" cy="1801440"/>
              </a:xfrm>
              <a:custGeom>
                <a:avLst/>
                <a:gdLst>
                  <a:gd name="textAreaLeft" fmla="*/ 0 w 307440"/>
                  <a:gd name="textAreaRight" fmla="*/ 307800 w 30744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31" name="Freeform 40"/>
              <p:cNvSpPr/>
              <p:nvPr/>
            </p:nvSpPr>
            <p:spPr>
              <a:xfrm>
                <a:off x="11849040" y="641664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32" name="Rectangle 41"/>
              <p:cNvSpPr/>
              <p:nvPr/>
            </p:nvSpPr>
            <p:spPr>
              <a:xfrm>
                <a:off x="11939760" y="6595920"/>
                <a:ext cx="23400" cy="252000"/>
              </a:xfrm>
              <a:prstGeom prst="rect">
                <a:avLst/>
              </a:pr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333" name="PlaceHolder 1"/>
          <p:cNvSpPr>
            <a:spLocks noGrp="1"/>
          </p:cNvSpPr>
          <p:nvPr>
            <p:ph type="title"/>
          </p:nvPr>
        </p:nvSpPr>
        <p:spPr>
          <a:xfrm>
            <a:off x="1141560" y="609480"/>
            <a:ext cx="9905760" cy="190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600" spc="-1" strike="noStrike" cap="all">
                <a:solidFill>
                  <a:schemeClr val="dk1"/>
                </a:solidFill>
                <a:latin typeface="Tw Cen MT"/>
              </a:rPr>
              <a:t>Click to edit Master title style</a:t>
            </a:r>
            <a:endParaRPr b="0" lang="en-US" sz="36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334" name="PlaceHolder 2"/>
          <p:cNvSpPr>
            <a:spLocks noGrp="1"/>
          </p:cNvSpPr>
          <p:nvPr>
            <p:ph type="body"/>
          </p:nvPr>
        </p:nvSpPr>
        <p:spPr>
          <a:xfrm>
            <a:off x="1141560" y="2674440"/>
            <a:ext cx="3196440" cy="685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 cap="all">
                <a:solidFill>
                  <a:schemeClr val="dk1"/>
                </a:solidFill>
                <a:latin typeface="Tw Cen MT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335" name="PlaceHolder 3"/>
          <p:cNvSpPr>
            <a:spLocks noGrp="1"/>
          </p:cNvSpPr>
          <p:nvPr>
            <p:ph type="body"/>
          </p:nvPr>
        </p:nvSpPr>
        <p:spPr>
          <a:xfrm>
            <a:off x="1127880" y="3360240"/>
            <a:ext cx="3208320" cy="243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Tw Cen MT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336" name="PlaceHolder 4"/>
          <p:cNvSpPr>
            <a:spLocks noGrp="1"/>
          </p:cNvSpPr>
          <p:nvPr>
            <p:ph type="body"/>
          </p:nvPr>
        </p:nvSpPr>
        <p:spPr>
          <a:xfrm>
            <a:off x="4514760" y="2677680"/>
            <a:ext cx="3184200" cy="685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 cap="all">
                <a:solidFill>
                  <a:schemeClr val="dk1"/>
                </a:solidFill>
                <a:latin typeface="Tw Cen MT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337" name="PlaceHolder 5"/>
          <p:cNvSpPr>
            <a:spLocks noGrp="1"/>
          </p:cNvSpPr>
          <p:nvPr>
            <p:ph type="body"/>
          </p:nvPr>
        </p:nvSpPr>
        <p:spPr>
          <a:xfrm>
            <a:off x="4504320" y="3363480"/>
            <a:ext cx="3195360" cy="243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Tw Cen MT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338" name="PlaceHolder 6"/>
          <p:cNvSpPr>
            <a:spLocks noGrp="1"/>
          </p:cNvSpPr>
          <p:nvPr>
            <p:ph type="body"/>
          </p:nvPr>
        </p:nvSpPr>
        <p:spPr>
          <a:xfrm>
            <a:off x="7852320" y="2674440"/>
            <a:ext cx="3194640" cy="685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 cap="all">
                <a:solidFill>
                  <a:schemeClr val="dk1"/>
                </a:solidFill>
                <a:latin typeface="Tw Cen MT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339" name="PlaceHolder 7"/>
          <p:cNvSpPr>
            <a:spLocks noGrp="1"/>
          </p:cNvSpPr>
          <p:nvPr>
            <p:ph type="body"/>
          </p:nvPr>
        </p:nvSpPr>
        <p:spPr>
          <a:xfrm>
            <a:off x="7852320" y="3360240"/>
            <a:ext cx="3194640" cy="243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Tw Cen MT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340" name="PlaceHolder 8"/>
          <p:cNvSpPr>
            <a:spLocks noGrp="1"/>
          </p:cNvSpPr>
          <p:nvPr>
            <p:ph type="dt" idx="16"/>
          </p:nvPr>
        </p:nvSpPr>
        <p:spPr>
          <a:xfrm>
            <a:off x="745704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BE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BE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rPr>
              <a:t>&lt;date/time&gt;</a:t>
            </a:r>
            <a:endParaRPr b="0" lang="en-US" sz="105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41" name="PlaceHolder 9"/>
          <p:cNvSpPr>
            <a:spLocks noGrp="1"/>
          </p:cNvSpPr>
          <p:nvPr>
            <p:ph type="ftr" idx="17"/>
          </p:nvPr>
        </p:nvSpPr>
        <p:spPr>
          <a:xfrm>
            <a:off x="1141560" y="588312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50" spc="-1" strike="noStrike" cap="all">
                <a:solidFill>
                  <a:schemeClr val="dk1">
                    <a:tint val="75000"/>
                  </a:schemeClr>
                </a:solidFill>
                <a:latin typeface="Tw Cen MT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050" spc="-1" strike="noStrike" cap="all">
                <a:solidFill>
                  <a:schemeClr val="dk1">
                    <a:tint val="75000"/>
                  </a:schemeClr>
                </a:solidFill>
                <a:latin typeface="Tw Cen MT"/>
              </a:rPr>
              <a:t>&lt;footer&gt;</a:t>
            </a:r>
            <a:endParaRPr b="0" lang="en-US" sz="105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42" name="PlaceHolder 10"/>
          <p:cNvSpPr>
            <a:spLocks noGrp="1"/>
          </p:cNvSpPr>
          <p:nvPr>
            <p:ph type="sldNum" idx="18"/>
          </p:nvPr>
        </p:nvSpPr>
        <p:spPr>
          <a:xfrm>
            <a:off x="10276200" y="5883120"/>
            <a:ext cx="770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BE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90A27CB-E737-4E12-BDFF-61B966F2A2AB}" type="slidenum">
              <a:rPr b="0" lang="en-BE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rPr>
              <a:t>&lt;number&gt;</a:t>
            </a:fld>
            <a:endParaRPr b="0" lang="en-US" sz="105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4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3" name="Picture 2" descr="\\DROBO-FS\QuickDrops\JB\PPTX NG\Droplets\LightingOverlay.png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grpSp>
        <p:nvGrpSpPr>
          <p:cNvPr id="344" name="Group 7"/>
          <p:cNvGrpSpPr/>
          <p:nvPr/>
        </p:nvGrpSpPr>
        <p:grpSpPr>
          <a:xfrm>
            <a:off x="-14400" y="0"/>
            <a:ext cx="12053520" cy="6857640"/>
            <a:chOff x="-14400" y="0"/>
            <a:chExt cx="12053520" cy="6857640"/>
          </a:xfrm>
        </p:grpSpPr>
        <p:grpSp>
          <p:nvGrpSpPr>
            <p:cNvPr id="345" name="Group 8"/>
            <p:cNvGrpSpPr/>
            <p:nvPr/>
          </p:nvGrpSpPr>
          <p:grpSpPr>
            <a:xfrm>
              <a:off x="-14400" y="0"/>
              <a:ext cx="1220760" cy="6857640"/>
              <a:chOff x="-14400" y="0"/>
              <a:chExt cx="1220760" cy="6857640"/>
            </a:xfrm>
          </p:grpSpPr>
          <p:sp>
            <p:nvSpPr>
              <p:cNvPr id="346" name="Rectangle 5"/>
              <p:cNvSpPr/>
              <p:nvPr/>
            </p:nvSpPr>
            <p:spPr>
              <a:xfrm>
                <a:off x="114480" y="468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47" name="Freeform 6"/>
              <p:cNvSpPr/>
              <p:nvPr/>
            </p:nvSpPr>
            <p:spPr>
              <a:xfrm>
                <a:off x="33480" y="217656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48" name="Freeform 7"/>
              <p:cNvSpPr/>
              <p:nvPr/>
            </p:nvSpPr>
            <p:spPr>
              <a:xfrm>
                <a:off x="28440" y="4021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49" name="Freeform 8"/>
              <p:cNvSpPr/>
              <p:nvPr/>
            </p:nvSpPr>
            <p:spPr>
              <a:xfrm>
                <a:off x="200160" y="4680"/>
                <a:ext cx="369360" cy="181080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10800"/>
                  <a:gd name="textAreaBottom" fmla="*/ 1811160 h 1810800"/>
                </a:gdLst>
                <a:ah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50" name="Freeform 9"/>
              <p:cNvSpPr/>
              <p:nvPr/>
            </p:nvSpPr>
            <p:spPr>
              <a:xfrm>
                <a:off x="503280" y="18018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51" name="Freeform 10"/>
              <p:cNvSpPr/>
              <p:nvPr/>
            </p:nvSpPr>
            <p:spPr>
              <a:xfrm>
                <a:off x="285840" y="4680"/>
                <a:ext cx="369360" cy="142992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429920"/>
                  <a:gd name="textAreaBottom" fmla="*/ 1430280 h 1429920"/>
                </a:gdLst>
                <a:ah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52" name="Freeform 11"/>
              <p:cNvSpPr/>
              <p:nvPr/>
            </p:nvSpPr>
            <p:spPr>
              <a:xfrm>
                <a:off x="546120" y="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53" name="Freeform 12"/>
              <p:cNvSpPr/>
              <p:nvPr/>
            </p:nvSpPr>
            <p:spPr>
              <a:xfrm>
                <a:off x="588960" y="14209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54" name="Freeform 13"/>
              <p:cNvSpPr/>
              <p:nvPr/>
            </p:nvSpPr>
            <p:spPr>
              <a:xfrm>
                <a:off x="588960" y="9032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55" name="Freeform 14"/>
              <p:cNvSpPr/>
              <p:nvPr/>
            </p:nvSpPr>
            <p:spPr>
              <a:xfrm>
                <a:off x="641520" y="0"/>
                <a:ext cx="421920" cy="526680"/>
              </a:xfrm>
              <a:custGeom>
                <a:avLst/>
                <a:gdLst>
                  <a:gd name="textAreaLeft" fmla="*/ 0 w 421920"/>
                  <a:gd name="textAreaRight" fmla="*/ 422280 w 421920"/>
                  <a:gd name="textAreaTop" fmla="*/ 0 h 526680"/>
                  <a:gd name="textAreaBottom" fmla="*/ 527040 h 526680"/>
                </a:gdLst>
                <a:ah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56" name="Freeform 15"/>
              <p:cNvSpPr/>
              <p:nvPr/>
            </p:nvSpPr>
            <p:spPr>
              <a:xfrm>
                <a:off x="1020600" y="488880"/>
                <a:ext cx="161640" cy="1472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57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t" anchorCtr="1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58" name="Freeform 17"/>
              <p:cNvSpPr/>
              <p:nvPr/>
            </p:nvSpPr>
            <p:spPr>
              <a:xfrm>
                <a:off x="9360" y="1801800"/>
                <a:ext cx="123480" cy="1267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6720"/>
                  <a:gd name="textAreaBottom" fmla="*/ 127080 h 126720"/>
                </a:gdLst>
                <a:ah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59" name="Freeform 18"/>
              <p:cNvSpPr/>
              <p:nvPr/>
            </p:nvSpPr>
            <p:spPr>
              <a:xfrm>
                <a:off x="-9360" y="3549600"/>
                <a:ext cx="147240" cy="480600"/>
              </a:xfrm>
              <a:custGeom>
                <a:avLst/>
                <a:gdLst>
                  <a:gd name="textAreaLeft" fmla="*/ 0 w 147240"/>
                  <a:gd name="textAreaRight" fmla="*/ 147600 w 147240"/>
                  <a:gd name="textAreaTop" fmla="*/ 0 h 480600"/>
                  <a:gd name="textAreaBottom" fmla="*/ 480960 h 480600"/>
                </a:gdLst>
                <a:ah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60" name="Freeform 19"/>
              <p:cNvSpPr/>
              <p:nvPr/>
            </p:nvSpPr>
            <p:spPr>
              <a:xfrm>
                <a:off x="128520" y="1382760"/>
                <a:ext cx="142560" cy="475920"/>
              </a:xfrm>
              <a:custGeom>
                <a:avLst/>
                <a:gdLst>
                  <a:gd name="textAreaLeft" fmla="*/ 0 w 142560"/>
                  <a:gd name="textAreaRight" fmla="*/ 142920 w 142560"/>
                  <a:gd name="textAreaTop" fmla="*/ 0 h 475920"/>
                  <a:gd name="textAreaBottom" fmla="*/ 476280 h 475920"/>
                </a:gdLst>
                <a:ah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61" name="Freeform 20"/>
              <p:cNvSpPr/>
              <p:nvPr/>
            </p:nvSpPr>
            <p:spPr>
              <a:xfrm>
                <a:off x="204840" y="1849320"/>
                <a:ext cx="114120" cy="10764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107640"/>
                  <a:gd name="textAreaBottom" fmla="*/ 108000 h 107640"/>
                </a:gdLst>
                <a:ah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62" name="Rectangle 21"/>
              <p:cNvSpPr/>
              <p:nvPr/>
            </p:nvSpPr>
            <p:spPr>
              <a:xfrm>
                <a:off x="133200" y="466236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63" name="Freeform 22"/>
              <p:cNvSpPr/>
              <p:nvPr/>
            </p:nvSpPr>
            <p:spPr>
              <a:xfrm>
                <a:off x="223920" y="5041800"/>
                <a:ext cx="369360" cy="180144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64" name="Freeform 23"/>
              <p:cNvSpPr/>
              <p:nvPr/>
            </p:nvSpPr>
            <p:spPr>
              <a:xfrm>
                <a:off x="52560" y="4481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65" name="Freeform 24"/>
              <p:cNvSpPr/>
              <p:nvPr/>
            </p:nvSpPr>
            <p:spPr>
              <a:xfrm>
                <a:off x="-14400" y="5627520"/>
                <a:ext cx="85320" cy="12157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1215720"/>
                  <a:gd name="textAreaBottom" fmla="*/ 1216080 h 1215720"/>
                </a:gdLst>
                <a:ah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66" name="Freeform 25"/>
              <p:cNvSpPr/>
              <p:nvPr/>
            </p:nvSpPr>
            <p:spPr>
              <a:xfrm>
                <a:off x="527040" y="4867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67" name="Freeform 26"/>
              <p:cNvSpPr/>
              <p:nvPr/>
            </p:nvSpPr>
            <p:spPr>
              <a:xfrm>
                <a:off x="309600" y="5423040"/>
                <a:ext cx="374400" cy="1425240"/>
              </a:xfrm>
              <a:custGeom>
                <a:avLst/>
                <a:gdLst>
                  <a:gd name="textAreaLeft" fmla="*/ 0 w 374400"/>
                  <a:gd name="textAreaRight" fmla="*/ 374760 w 374400"/>
                  <a:gd name="textAreaTop" fmla="*/ 0 h 1425240"/>
                  <a:gd name="textAreaBottom" fmla="*/ 1425600 h 1425240"/>
                </a:gdLst>
                <a:ah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68" name="Freeform 27"/>
              <p:cNvSpPr/>
              <p:nvPr/>
            </p:nvSpPr>
            <p:spPr>
              <a:xfrm>
                <a:off x="569880" y="594504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69" name="Freeform 28"/>
              <p:cNvSpPr/>
              <p:nvPr/>
            </p:nvSpPr>
            <p:spPr>
              <a:xfrm>
                <a:off x="612720" y="5246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70" name="Freeform 29"/>
              <p:cNvSpPr/>
              <p:nvPr/>
            </p:nvSpPr>
            <p:spPr>
              <a:xfrm>
                <a:off x="612720" y="57643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71" name="Freeform 30"/>
              <p:cNvSpPr/>
              <p:nvPr/>
            </p:nvSpPr>
            <p:spPr>
              <a:xfrm>
                <a:off x="669960" y="6330960"/>
                <a:ext cx="417240" cy="51732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7320"/>
                  <a:gd name="textAreaBottom" fmla="*/ 517680 h 517320"/>
                </a:gdLst>
                <a:ah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72" name="Freeform 31"/>
              <p:cNvSpPr/>
              <p:nvPr/>
            </p:nvSpPr>
            <p:spPr>
              <a:xfrm>
                <a:off x="1049400" y="6221520"/>
                <a:ext cx="156960" cy="1472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373" name="Group 9"/>
            <p:cNvGrpSpPr/>
            <p:nvPr/>
          </p:nvGrpSpPr>
          <p:grpSpPr>
            <a:xfrm>
              <a:off x="11364840" y="0"/>
              <a:ext cx="674280" cy="6848280"/>
              <a:chOff x="11364840" y="0"/>
              <a:chExt cx="674280" cy="6848280"/>
            </a:xfrm>
          </p:grpSpPr>
          <p:sp>
            <p:nvSpPr>
              <p:cNvPr id="374" name="Freeform 32"/>
              <p:cNvSpPr/>
              <p:nvPr/>
            </p:nvSpPr>
            <p:spPr>
              <a:xfrm>
                <a:off x="11484000" y="0"/>
                <a:ext cx="417240" cy="51228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2280"/>
                  <a:gd name="textAreaBottom" fmla="*/ 512640 h 512280"/>
                </a:gdLst>
                <a:ah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75" name="Freeform 33"/>
              <p:cNvSpPr/>
              <p:nvPr/>
            </p:nvSpPr>
            <p:spPr>
              <a:xfrm>
                <a:off x="11364840" y="474840"/>
                <a:ext cx="156960" cy="15192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1920"/>
                  <a:gd name="textAreaBottom" fmla="*/ 152280 h 151920"/>
                </a:gdLst>
                <a:ah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76" name="Freeform 34"/>
              <p:cNvSpPr/>
              <p:nvPr/>
            </p:nvSpPr>
            <p:spPr>
              <a:xfrm>
                <a:off x="11631600" y="1539720"/>
                <a:ext cx="188640" cy="19008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77" name="Freeform 35"/>
              <p:cNvSpPr/>
              <p:nvPr/>
            </p:nvSpPr>
            <p:spPr>
              <a:xfrm>
                <a:off x="11531520" y="5694480"/>
                <a:ext cx="298080" cy="1153800"/>
              </a:xfrm>
              <a:custGeom>
                <a:avLst/>
                <a:gdLst>
                  <a:gd name="textAreaLeft" fmla="*/ 0 w 298080"/>
                  <a:gd name="textAreaRight" fmla="*/ 298440 w 298080"/>
                  <a:gd name="textAreaTop" fmla="*/ 0 h 1153800"/>
                  <a:gd name="textAreaBottom" fmla="*/ 1154160 h 1153800"/>
                </a:gdLst>
                <a:ah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78" name="Freeform 36"/>
              <p:cNvSpPr/>
              <p:nvPr/>
            </p:nvSpPr>
            <p:spPr>
              <a:xfrm>
                <a:off x="11773080" y="5551560"/>
                <a:ext cx="156960" cy="15516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5160"/>
                  <a:gd name="textAreaBottom" fmla="*/ 155520 h 155160"/>
                </a:gdLst>
                <a:ah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79" name="Freeform 37"/>
              <p:cNvSpPr/>
              <p:nvPr/>
            </p:nvSpPr>
            <p:spPr>
              <a:xfrm>
                <a:off x="11711160" y="4680"/>
                <a:ext cx="304560" cy="1544400"/>
              </a:xfrm>
              <a:custGeom>
                <a:avLst/>
                <a:gdLst>
                  <a:gd name="textAreaLeft" fmla="*/ 0 w 304560"/>
                  <a:gd name="textAreaRight" fmla="*/ 304920 w 304560"/>
                  <a:gd name="textAreaTop" fmla="*/ 0 h 1544400"/>
                  <a:gd name="textAreaBottom" fmla="*/ 1544760 h 1544400"/>
                </a:gdLst>
                <a:ah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80" name="Freeform 38"/>
              <p:cNvSpPr/>
              <p:nvPr/>
            </p:nvSpPr>
            <p:spPr>
              <a:xfrm>
                <a:off x="11636280" y="4867200"/>
                <a:ext cx="188640" cy="18864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81" name="Freeform 39"/>
              <p:cNvSpPr/>
              <p:nvPr/>
            </p:nvSpPr>
            <p:spPr>
              <a:xfrm>
                <a:off x="11441160" y="5046840"/>
                <a:ext cx="307440" cy="1801440"/>
              </a:xfrm>
              <a:custGeom>
                <a:avLst/>
                <a:gdLst>
                  <a:gd name="textAreaLeft" fmla="*/ 0 w 307440"/>
                  <a:gd name="textAreaRight" fmla="*/ 307800 w 30744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82" name="Freeform 40"/>
              <p:cNvSpPr/>
              <p:nvPr/>
            </p:nvSpPr>
            <p:spPr>
              <a:xfrm>
                <a:off x="11849040" y="641664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83" name="Rectangle 41"/>
              <p:cNvSpPr/>
              <p:nvPr/>
            </p:nvSpPr>
            <p:spPr>
              <a:xfrm>
                <a:off x="11939760" y="6595920"/>
                <a:ext cx="23400" cy="252000"/>
              </a:xfrm>
              <a:prstGeom prst="rect">
                <a:avLst/>
              </a:pr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384" name="PlaceHolder 1"/>
          <p:cNvSpPr>
            <a:spLocks noGrp="1"/>
          </p:cNvSpPr>
          <p:nvPr>
            <p:ph type="title"/>
          </p:nvPr>
        </p:nvSpPr>
        <p:spPr>
          <a:xfrm>
            <a:off x="1141560" y="609480"/>
            <a:ext cx="9905760" cy="190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600" spc="-1" strike="noStrike" cap="all">
                <a:solidFill>
                  <a:schemeClr val="dk1"/>
                </a:solidFill>
                <a:latin typeface="Tw Cen MT"/>
              </a:rPr>
              <a:t>Click to edit Master title style</a:t>
            </a:r>
            <a:endParaRPr b="0" lang="en-US" sz="36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385" name="PlaceHolder 2"/>
          <p:cNvSpPr>
            <a:spLocks noGrp="1"/>
          </p:cNvSpPr>
          <p:nvPr>
            <p:ph type="body"/>
          </p:nvPr>
        </p:nvSpPr>
        <p:spPr>
          <a:xfrm>
            <a:off x="1141560" y="4404600"/>
            <a:ext cx="3195000" cy="57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pc="-1" strike="noStrike" cap="all">
                <a:solidFill>
                  <a:schemeClr val="dk1"/>
                </a:solidFill>
                <a:latin typeface="Tw Cen MT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386" name="PlaceHolder 3"/>
          <p:cNvSpPr>
            <a:spLocks noGrp="1"/>
          </p:cNvSpPr>
          <p:nvPr>
            <p:ph type="body"/>
          </p:nvPr>
        </p:nvSpPr>
        <p:spPr>
          <a:xfrm>
            <a:off x="1141560" y="2666880"/>
            <a:ext cx="3195000" cy="1523520"/>
          </a:xfrm>
          <a:prstGeom prst="rect">
            <a:avLst/>
          </a:prstGeom>
          <a:noFill/>
          <a:ln cap="sq" w="19080">
            <a:solidFill>
              <a:schemeClr val="dk2">
                <a:lumMod val="60000"/>
                <a:lumOff val="40000"/>
                <a:alpha val="60000"/>
              </a:schemeClr>
            </a:solidFill>
            <a:miter/>
          </a:ln>
          <a:effectLst>
            <a:outerShdw dist="38160" dir="5400000" blurRad="88920" rotWithShape="0">
              <a:srgbClr val="000000">
                <a:alpha val="40000"/>
              </a:srgbClr>
            </a:outerShdw>
          </a:effectLst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Tw Cen MT"/>
              </a:rPr>
              <a:t>Click icon to add picture</a:t>
            </a:r>
            <a:endParaRPr b="0" lang="en-US" sz="20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387" name="PlaceHolder 4"/>
          <p:cNvSpPr>
            <a:spLocks noGrp="1"/>
          </p:cNvSpPr>
          <p:nvPr>
            <p:ph type="body"/>
          </p:nvPr>
        </p:nvSpPr>
        <p:spPr>
          <a:xfrm>
            <a:off x="1141560" y="4980960"/>
            <a:ext cx="3195000" cy="81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Tw Cen MT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388" name="PlaceHolder 5"/>
          <p:cNvSpPr>
            <a:spLocks noGrp="1"/>
          </p:cNvSpPr>
          <p:nvPr>
            <p:ph type="body"/>
          </p:nvPr>
        </p:nvSpPr>
        <p:spPr>
          <a:xfrm>
            <a:off x="4489200" y="4404600"/>
            <a:ext cx="3200040" cy="57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pc="-1" strike="noStrike" cap="all">
                <a:solidFill>
                  <a:schemeClr val="dk1"/>
                </a:solidFill>
                <a:latin typeface="Tw Cen MT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389" name="PlaceHolder 6"/>
          <p:cNvSpPr>
            <a:spLocks noGrp="1"/>
          </p:cNvSpPr>
          <p:nvPr>
            <p:ph type="body"/>
          </p:nvPr>
        </p:nvSpPr>
        <p:spPr>
          <a:xfrm>
            <a:off x="4489200" y="2666880"/>
            <a:ext cx="3198600" cy="1523520"/>
          </a:xfrm>
          <a:prstGeom prst="rect">
            <a:avLst/>
          </a:prstGeom>
          <a:noFill/>
          <a:ln cap="sq" w="19080">
            <a:solidFill>
              <a:schemeClr val="dk2">
                <a:lumMod val="60000"/>
                <a:lumOff val="40000"/>
                <a:alpha val="60000"/>
              </a:schemeClr>
            </a:solidFill>
            <a:miter/>
          </a:ln>
          <a:effectLst>
            <a:outerShdw dist="38160" dir="5400000" blurRad="88920" rotWithShape="0">
              <a:srgbClr val="000000">
                <a:alpha val="40000"/>
              </a:srgbClr>
            </a:outerShdw>
          </a:effectLst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Tw Cen MT"/>
              </a:rPr>
              <a:t>Click icon to add picture</a:t>
            </a:r>
            <a:endParaRPr b="0" lang="en-US" sz="20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390" name="PlaceHolder 7"/>
          <p:cNvSpPr>
            <a:spLocks noGrp="1"/>
          </p:cNvSpPr>
          <p:nvPr>
            <p:ph type="body"/>
          </p:nvPr>
        </p:nvSpPr>
        <p:spPr>
          <a:xfrm>
            <a:off x="4487760" y="4980960"/>
            <a:ext cx="3200040" cy="81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Tw Cen MT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391" name="PlaceHolder 8"/>
          <p:cNvSpPr>
            <a:spLocks noGrp="1"/>
          </p:cNvSpPr>
          <p:nvPr>
            <p:ph type="body"/>
          </p:nvPr>
        </p:nvSpPr>
        <p:spPr>
          <a:xfrm>
            <a:off x="7852680" y="4404600"/>
            <a:ext cx="3190320" cy="57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pc="-1" strike="noStrike" cap="all">
                <a:solidFill>
                  <a:schemeClr val="dk1"/>
                </a:solidFill>
                <a:latin typeface="Tw Cen MT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392" name="PlaceHolder 9"/>
          <p:cNvSpPr>
            <a:spLocks noGrp="1"/>
          </p:cNvSpPr>
          <p:nvPr>
            <p:ph type="body"/>
          </p:nvPr>
        </p:nvSpPr>
        <p:spPr>
          <a:xfrm>
            <a:off x="7852320" y="2666880"/>
            <a:ext cx="3194640" cy="1523520"/>
          </a:xfrm>
          <a:prstGeom prst="rect">
            <a:avLst/>
          </a:prstGeom>
          <a:noFill/>
          <a:ln cap="sq" w="19080">
            <a:solidFill>
              <a:schemeClr val="dk2">
                <a:lumMod val="60000"/>
                <a:lumOff val="40000"/>
                <a:alpha val="60000"/>
              </a:schemeClr>
            </a:solidFill>
            <a:miter/>
          </a:ln>
          <a:effectLst>
            <a:outerShdw dist="38160" dir="5400000" blurRad="88920" rotWithShape="0">
              <a:srgbClr val="000000">
                <a:alpha val="40000"/>
              </a:srgbClr>
            </a:outerShdw>
          </a:effectLst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Tw Cen MT"/>
              </a:rPr>
              <a:t>Click icon to add picture</a:t>
            </a:r>
            <a:endParaRPr b="0" lang="en-US" sz="20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393" name="PlaceHolder 10"/>
          <p:cNvSpPr>
            <a:spLocks noGrp="1"/>
          </p:cNvSpPr>
          <p:nvPr>
            <p:ph type="body"/>
          </p:nvPr>
        </p:nvSpPr>
        <p:spPr>
          <a:xfrm>
            <a:off x="7852320" y="4980960"/>
            <a:ext cx="3194640" cy="81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Tw Cen MT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394" name="PlaceHolder 11"/>
          <p:cNvSpPr>
            <a:spLocks noGrp="1"/>
          </p:cNvSpPr>
          <p:nvPr>
            <p:ph type="dt" idx="19"/>
          </p:nvPr>
        </p:nvSpPr>
        <p:spPr>
          <a:xfrm>
            <a:off x="745704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BE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BE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rPr>
              <a:t>&lt;date/time&gt;</a:t>
            </a:r>
            <a:endParaRPr b="0" lang="en-US" sz="105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5" name="PlaceHolder 12"/>
          <p:cNvSpPr>
            <a:spLocks noGrp="1"/>
          </p:cNvSpPr>
          <p:nvPr>
            <p:ph type="ftr" idx="20"/>
          </p:nvPr>
        </p:nvSpPr>
        <p:spPr>
          <a:xfrm>
            <a:off x="1141560" y="588312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50" spc="-1" strike="noStrike" cap="all">
                <a:solidFill>
                  <a:schemeClr val="dk1">
                    <a:tint val="75000"/>
                  </a:schemeClr>
                </a:solidFill>
                <a:latin typeface="Tw Cen MT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050" spc="-1" strike="noStrike" cap="all">
                <a:solidFill>
                  <a:schemeClr val="dk1">
                    <a:tint val="75000"/>
                  </a:schemeClr>
                </a:solidFill>
                <a:latin typeface="Tw Cen MT"/>
              </a:rPr>
              <a:t>&lt;footer&gt;</a:t>
            </a:r>
            <a:endParaRPr b="0" lang="en-US" sz="105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6" name="PlaceHolder 13"/>
          <p:cNvSpPr>
            <a:spLocks noGrp="1"/>
          </p:cNvSpPr>
          <p:nvPr>
            <p:ph type="sldNum" idx="21"/>
          </p:nvPr>
        </p:nvSpPr>
        <p:spPr>
          <a:xfrm>
            <a:off x="10276200" y="5883120"/>
            <a:ext cx="770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BE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8DEB329-9D91-4F50-B8B6-C9D075FA4273}" type="slidenum">
              <a:rPr b="0" lang="en-BE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rPr>
              <a:t>&lt;number&gt;</a:t>
            </a:fld>
            <a:endParaRPr b="0" lang="en-US" sz="105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4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Picture 2" descr="\\DROBO-FS\QuickDrops\JB\PPTX NG\Droplets\LightingOverlay.png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grpSp>
        <p:nvGrpSpPr>
          <p:cNvPr id="398" name="Group 7"/>
          <p:cNvGrpSpPr/>
          <p:nvPr/>
        </p:nvGrpSpPr>
        <p:grpSpPr>
          <a:xfrm>
            <a:off x="-14400" y="0"/>
            <a:ext cx="12053520" cy="6857640"/>
            <a:chOff x="-14400" y="0"/>
            <a:chExt cx="12053520" cy="6857640"/>
          </a:xfrm>
        </p:grpSpPr>
        <p:grpSp>
          <p:nvGrpSpPr>
            <p:cNvPr id="399" name="Group 8"/>
            <p:cNvGrpSpPr/>
            <p:nvPr/>
          </p:nvGrpSpPr>
          <p:grpSpPr>
            <a:xfrm>
              <a:off x="-14400" y="0"/>
              <a:ext cx="1220760" cy="6857640"/>
              <a:chOff x="-14400" y="0"/>
              <a:chExt cx="1220760" cy="6857640"/>
            </a:xfrm>
          </p:grpSpPr>
          <p:sp>
            <p:nvSpPr>
              <p:cNvPr id="400" name="Rectangle 5"/>
              <p:cNvSpPr/>
              <p:nvPr/>
            </p:nvSpPr>
            <p:spPr>
              <a:xfrm>
                <a:off x="114480" y="468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01" name="Freeform 6"/>
              <p:cNvSpPr/>
              <p:nvPr/>
            </p:nvSpPr>
            <p:spPr>
              <a:xfrm>
                <a:off x="33480" y="217656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02" name="Freeform 7"/>
              <p:cNvSpPr/>
              <p:nvPr/>
            </p:nvSpPr>
            <p:spPr>
              <a:xfrm>
                <a:off x="28440" y="4021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03" name="Freeform 8"/>
              <p:cNvSpPr/>
              <p:nvPr/>
            </p:nvSpPr>
            <p:spPr>
              <a:xfrm>
                <a:off x="200160" y="4680"/>
                <a:ext cx="369360" cy="181080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10800"/>
                  <a:gd name="textAreaBottom" fmla="*/ 1811160 h 1810800"/>
                </a:gdLst>
                <a:ah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04" name="Freeform 9"/>
              <p:cNvSpPr/>
              <p:nvPr/>
            </p:nvSpPr>
            <p:spPr>
              <a:xfrm>
                <a:off x="503280" y="18018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05" name="Freeform 10"/>
              <p:cNvSpPr/>
              <p:nvPr/>
            </p:nvSpPr>
            <p:spPr>
              <a:xfrm>
                <a:off x="285840" y="4680"/>
                <a:ext cx="369360" cy="142992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429920"/>
                  <a:gd name="textAreaBottom" fmla="*/ 1430280 h 1429920"/>
                </a:gdLst>
                <a:ah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06" name="Freeform 11"/>
              <p:cNvSpPr/>
              <p:nvPr/>
            </p:nvSpPr>
            <p:spPr>
              <a:xfrm>
                <a:off x="546120" y="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07" name="Freeform 12"/>
              <p:cNvSpPr/>
              <p:nvPr/>
            </p:nvSpPr>
            <p:spPr>
              <a:xfrm>
                <a:off x="588960" y="14209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08" name="Freeform 13"/>
              <p:cNvSpPr/>
              <p:nvPr/>
            </p:nvSpPr>
            <p:spPr>
              <a:xfrm>
                <a:off x="588960" y="9032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09" name="Freeform 14"/>
              <p:cNvSpPr/>
              <p:nvPr/>
            </p:nvSpPr>
            <p:spPr>
              <a:xfrm>
                <a:off x="641520" y="0"/>
                <a:ext cx="421920" cy="526680"/>
              </a:xfrm>
              <a:custGeom>
                <a:avLst/>
                <a:gdLst>
                  <a:gd name="textAreaLeft" fmla="*/ 0 w 421920"/>
                  <a:gd name="textAreaRight" fmla="*/ 422280 w 421920"/>
                  <a:gd name="textAreaTop" fmla="*/ 0 h 526680"/>
                  <a:gd name="textAreaBottom" fmla="*/ 527040 h 526680"/>
                </a:gdLst>
                <a:ah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10" name="Freeform 15"/>
              <p:cNvSpPr/>
              <p:nvPr/>
            </p:nvSpPr>
            <p:spPr>
              <a:xfrm>
                <a:off x="1020600" y="488880"/>
                <a:ext cx="161640" cy="1472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11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t" anchorCtr="1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12" name="Freeform 17"/>
              <p:cNvSpPr/>
              <p:nvPr/>
            </p:nvSpPr>
            <p:spPr>
              <a:xfrm>
                <a:off x="9360" y="1801800"/>
                <a:ext cx="123480" cy="1267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6720"/>
                  <a:gd name="textAreaBottom" fmla="*/ 127080 h 126720"/>
                </a:gdLst>
                <a:ah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13" name="Freeform 18"/>
              <p:cNvSpPr/>
              <p:nvPr/>
            </p:nvSpPr>
            <p:spPr>
              <a:xfrm>
                <a:off x="-9360" y="3549600"/>
                <a:ext cx="147240" cy="480600"/>
              </a:xfrm>
              <a:custGeom>
                <a:avLst/>
                <a:gdLst>
                  <a:gd name="textAreaLeft" fmla="*/ 0 w 147240"/>
                  <a:gd name="textAreaRight" fmla="*/ 147600 w 147240"/>
                  <a:gd name="textAreaTop" fmla="*/ 0 h 480600"/>
                  <a:gd name="textAreaBottom" fmla="*/ 480960 h 480600"/>
                </a:gdLst>
                <a:ah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14" name="Freeform 19"/>
              <p:cNvSpPr/>
              <p:nvPr/>
            </p:nvSpPr>
            <p:spPr>
              <a:xfrm>
                <a:off x="128520" y="1382760"/>
                <a:ext cx="142560" cy="475920"/>
              </a:xfrm>
              <a:custGeom>
                <a:avLst/>
                <a:gdLst>
                  <a:gd name="textAreaLeft" fmla="*/ 0 w 142560"/>
                  <a:gd name="textAreaRight" fmla="*/ 142920 w 142560"/>
                  <a:gd name="textAreaTop" fmla="*/ 0 h 475920"/>
                  <a:gd name="textAreaBottom" fmla="*/ 476280 h 475920"/>
                </a:gdLst>
                <a:ah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15" name="Freeform 20"/>
              <p:cNvSpPr/>
              <p:nvPr/>
            </p:nvSpPr>
            <p:spPr>
              <a:xfrm>
                <a:off x="204840" y="1849320"/>
                <a:ext cx="114120" cy="10764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107640"/>
                  <a:gd name="textAreaBottom" fmla="*/ 108000 h 107640"/>
                </a:gdLst>
                <a:ah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16" name="Rectangle 21"/>
              <p:cNvSpPr/>
              <p:nvPr/>
            </p:nvSpPr>
            <p:spPr>
              <a:xfrm>
                <a:off x="133200" y="466236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17" name="Freeform 22"/>
              <p:cNvSpPr/>
              <p:nvPr/>
            </p:nvSpPr>
            <p:spPr>
              <a:xfrm>
                <a:off x="223920" y="5041800"/>
                <a:ext cx="369360" cy="180144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18" name="Freeform 23"/>
              <p:cNvSpPr/>
              <p:nvPr/>
            </p:nvSpPr>
            <p:spPr>
              <a:xfrm>
                <a:off x="52560" y="4481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19" name="Freeform 24"/>
              <p:cNvSpPr/>
              <p:nvPr/>
            </p:nvSpPr>
            <p:spPr>
              <a:xfrm>
                <a:off x="-14400" y="5627520"/>
                <a:ext cx="85320" cy="12157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1215720"/>
                  <a:gd name="textAreaBottom" fmla="*/ 1216080 h 1215720"/>
                </a:gdLst>
                <a:ah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20" name="Freeform 25"/>
              <p:cNvSpPr/>
              <p:nvPr/>
            </p:nvSpPr>
            <p:spPr>
              <a:xfrm>
                <a:off x="527040" y="4867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21" name="Freeform 26"/>
              <p:cNvSpPr/>
              <p:nvPr/>
            </p:nvSpPr>
            <p:spPr>
              <a:xfrm>
                <a:off x="309600" y="5423040"/>
                <a:ext cx="374400" cy="1425240"/>
              </a:xfrm>
              <a:custGeom>
                <a:avLst/>
                <a:gdLst>
                  <a:gd name="textAreaLeft" fmla="*/ 0 w 374400"/>
                  <a:gd name="textAreaRight" fmla="*/ 374760 w 374400"/>
                  <a:gd name="textAreaTop" fmla="*/ 0 h 1425240"/>
                  <a:gd name="textAreaBottom" fmla="*/ 1425600 h 1425240"/>
                </a:gdLst>
                <a:ah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22" name="Freeform 27"/>
              <p:cNvSpPr/>
              <p:nvPr/>
            </p:nvSpPr>
            <p:spPr>
              <a:xfrm>
                <a:off x="569880" y="594504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23" name="Freeform 28"/>
              <p:cNvSpPr/>
              <p:nvPr/>
            </p:nvSpPr>
            <p:spPr>
              <a:xfrm>
                <a:off x="612720" y="5246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24" name="Freeform 29"/>
              <p:cNvSpPr/>
              <p:nvPr/>
            </p:nvSpPr>
            <p:spPr>
              <a:xfrm>
                <a:off x="612720" y="57643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25" name="Freeform 30"/>
              <p:cNvSpPr/>
              <p:nvPr/>
            </p:nvSpPr>
            <p:spPr>
              <a:xfrm>
                <a:off x="669960" y="6330960"/>
                <a:ext cx="417240" cy="51732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7320"/>
                  <a:gd name="textAreaBottom" fmla="*/ 517680 h 517320"/>
                </a:gdLst>
                <a:ah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26" name="Freeform 31"/>
              <p:cNvSpPr/>
              <p:nvPr/>
            </p:nvSpPr>
            <p:spPr>
              <a:xfrm>
                <a:off x="1049400" y="6221520"/>
                <a:ext cx="156960" cy="1472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427" name="Group 9"/>
            <p:cNvGrpSpPr/>
            <p:nvPr/>
          </p:nvGrpSpPr>
          <p:grpSpPr>
            <a:xfrm>
              <a:off x="11364840" y="0"/>
              <a:ext cx="674280" cy="6848280"/>
              <a:chOff x="11364840" y="0"/>
              <a:chExt cx="674280" cy="6848280"/>
            </a:xfrm>
          </p:grpSpPr>
          <p:sp>
            <p:nvSpPr>
              <p:cNvPr id="428" name="Freeform 32"/>
              <p:cNvSpPr/>
              <p:nvPr/>
            </p:nvSpPr>
            <p:spPr>
              <a:xfrm>
                <a:off x="11484000" y="0"/>
                <a:ext cx="417240" cy="51228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2280"/>
                  <a:gd name="textAreaBottom" fmla="*/ 512640 h 512280"/>
                </a:gdLst>
                <a:ah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29" name="Freeform 33"/>
              <p:cNvSpPr/>
              <p:nvPr/>
            </p:nvSpPr>
            <p:spPr>
              <a:xfrm>
                <a:off x="11364840" y="474840"/>
                <a:ext cx="156960" cy="15192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1920"/>
                  <a:gd name="textAreaBottom" fmla="*/ 152280 h 151920"/>
                </a:gdLst>
                <a:ah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30" name="Freeform 34"/>
              <p:cNvSpPr/>
              <p:nvPr/>
            </p:nvSpPr>
            <p:spPr>
              <a:xfrm>
                <a:off x="11631600" y="1539720"/>
                <a:ext cx="188640" cy="19008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31" name="Freeform 35"/>
              <p:cNvSpPr/>
              <p:nvPr/>
            </p:nvSpPr>
            <p:spPr>
              <a:xfrm>
                <a:off x="11531520" y="5694480"/>
                <a:ext cx="298080" cy="1153800"/>
              </a:xfrm>
              <a:custGeom>
                <a:avLst/>
                <a:gdLst>
                  <a:gd name="textAreaLeft" fmla="*/ 0 w 298080"/>
                  <a:gd name="textAreaRight" fmla="*/ 298440 w 298080"/>
                  <a:gd name="textAreaTop" fmla="*/ 0 h 1153800"/>
                  <a:gd name="textAreaBottom" fmla="*/ 1154160 h 1153800"/>
                </a:gdLst>
                <a:ah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32" name="Freeform 36"/>
              <p:cNvSpPr/>
              <p:nvPr/>
            </p:nvSpPr>
            <p:spPr>
              <a:xfrm>
                <a:off x="11773080" y="5551560"/>
                <a:ext cx="156960" cy="15516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5160"/>
                  <a:gd name="textAreaBottom" fmla="*/ 155520 h 155160"/>
                </a:gdLst>
                <a:ah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33" name="Freeform 37"/>
              <p:cNvSpPr/>
              <p:nvPr/>
            </p:nvSpPr>
            <p:spPr>
              <a:xfrm>
                <a:off x="11711160" y="4680"/>
                <a:ext cx="304560" cy="1544400"/>
              </a:xfrm>
              <a:custGeom>
                <a:avLst/>
                <a:gdLst>
                  <a:gd name="textAreaLeft" fmla="*/ 0 w 304560"/>
                  <a:gd name="textAreaRight" fmla="*/ 304920 w 304560"/>
                  <a:gd name="textAreaTop" fmla="*/ 0 h 1544400"/>
                  <a:gd name="textAreaBottom" fmla="*/ 1544760 h 1544400"/>
                </a:gdLst>
                <a:ah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34" name="Freeform 38"/>
              <p:cNvSpPr/>
              <p:nvPr/>
            </p:nvSpPr>
            <p:spPr>
              <a:xfrm>
                <a:off x="11636280" y="4867200"/>
                <a:ext cx="188640" cy="18864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35" name="Freeform 39"/>
              <p:cNvSpPr/>
              <p:nvPr/>
            </p:nvSpPr>
            <p:spPr>
              <a:xfrm>
                <a:off x="11441160" y="5046840"/>
                <a:ext cx="307440" cy="1801440"/>
              </a:xfrm>
              <a:custGeom>
                <a:avLst/>
                <a:gdLst>
                  <a:gd name="textAreaLeft" fmla="*/ 0 w 307440"/>
                  <a:gd name="textAreaRight" fmla="*/ 307800 w 30744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36" name="Freeform 40"/>
              <p:cNvSpPr/>
              <p:nvPr/>
            </p:nvSpPr>
            <p:spPr>
              <a:xfrm>
                <a:off x="11849040" y="641664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37" name="Rectangle 41"/>
              <p:cNvSpPr/>
              <p:nvPr/>
            </p:nvSpPr>
            <p:spPr>
              <a:xfrm>
                <a:off x="11939760" y="6595920"/>
                <a:ext cx="23400" cy="252000"/>
              </a:xfrm>
              <a:prstGeom prst="rect">
                <a:avLst/>
              </a:pr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438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600" spc="-1" strike="noStrike" cap="all">
                <a:solidFill>
                  <a:schemeClr val="dk1"/>
                </a:solidFill>
                <a:latin typeface="Tw Cen MT"/>
              </a:rPr>
              <a:t>Click to edit Master title style</a:t>
            </a:r>
            <a:endParaRPr b="0" lang="en-US" sz="36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439" name="PlaceHolder 2"/>
          <p:cNvSpPr>
            <a:spLocks noGrp="1"/>
          </p:cNvSpPr>
          <p:nvPr>
            <p:ph type="body"/>
          </p:nvPr>
        </p:nvSpPr>
        <p:spPr>
          <a:xfrm>
            <a:off x="1141560" y="2249640"/>
            <a:ext cx="9905760" cy="35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Tw Cen MT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Tw Cen MT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Tw Cen MT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Tw Cen MT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Tw Cen MT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Tw Cen MT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Tw Cen MT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Tw Cen MT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440" name="PlaceHolder 3"/>
          <p:cNvSpPr>
            <a:spLocks noGrp="1"/>
          </p:cNvSpPr>
          <p:nvPr>
            <p:ph type="dt" idx="22"/>
          </p:nvPr>
        </p:nvSpPr>
        <p:spPr>
          <a:xfrm>
            <a:off x="745704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BE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BE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rPr>
              <a:t>&lt;date/time&gt;</a:t>
            </a:r>
            <a:endParaRPr b="0" lang="en-US" sz="105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1" name="PlaceHolder 4"/>
          <p:cNvSpPr>
            <a:spLocks noGrp="1"/>
          </p:cNvSpPr>
          <p:nvPr>
            <p:ph type="ftr" idx="23"/>
          </p:nvPr>
        </p:nvSpPr>
        <p:spPr>
          <a:xfrm>
            <a:off x="1141560" y="588312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50" spc="-1" strike="noStrike" cap="all">
                <a:solidFill>
                  <a:schemeClr val="dk1">
                    <a:tint val="75000"/>
                  </a:schemeClr>
                </a:solidFill>
                <a:latin typeface="Tw Cen MT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050" spc="-1" strike="noStrike" cap="all">
                <a:solidFill>
                  <a:schemeClr val="dk1">
                    <a:tint val="75000"/>
                  </a:schemeClr>
                </a:solidFill>
                <a:latin typeface="Tw Cen MT"/>
              </a:rPr>
              <a:t>&lt;footer&gt;</a:t>
            </a:r>
            <a:endParaRPr b="0" lang="en-US" sz="105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2" name="PlaceHolder 5"/>
          <p:cNvSpPr>
            <a:spLocks noGrp="1"/>
          </p:cNvSpPr>
          <p:nvPr>
            <p:ph type="sldNum" idx="24"/>
          </p:nvPr>
        </p:nvSpPr>
        <p:spPr>
          <a:xfrm>
            <a:off x="10276200" y="5883120"/>
            <a:ext cx="770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BE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37AE8AB-9FBF-4139-A03F-EC25352B269C}" type="slidenum">
              <a:rPr b="0" lang="en-BE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rPr>
              <a:t>&lt;number&gt;</a:t>
            </a:fld>
            <a:endParaRPr b="0" lang="en-US" sz="105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4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3" name="Picture 2" descr="\\DROBO-FS\QuickDrops\JB\PPTX NG\Droplets\LightingOverlay.png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grpSp>
        <p:nvGrpSpPr>
          <p:cNvPr id="444" name="Group 7"/>
          <p:cNvGrpSpPr/>
          <p:nvPr/>
        </p:nvGrpSpPr>
        <p:grpSpPr>
          <a:xfrm>
            <a:off x="-14400" y="0"/>
            <a:ext cx="12053520" cy="6857640"/>
            <a:chOff x="-14400" y="0"/>
            <a:chExt cx="12053520" cy="6857640"/>
          </a:xfrm>
        </p:grpSpPr>
        <p:grpSp>
          <p:nvGrpSpPr>
            <p:cNvPr id="445" name="Group 8"/>
            <p:cNvGrpSpPr/>
            <p:nvPr/>
          </p:nvGrpSpPr>
          <p:grpSpPr>
            <a:xfrm>
              <a:off x="-14400" y="0"/>
              <a:ext cx="1220760" cy="6857640"/>
              <a:chOff x="-14400" y="0"/>
              <a:chExt cx="1220760" cy="6857640"/>
            </a:xfrm>
          </p:grpSpPr>
          <p:sp>
            <p:nvSpPr>
              <p:cNvPr id="446" name="Rectangle 5"/>
              <p:cNvSpPr/>
              <p:nvPr/>
            </p:nvSpPr>
            <p:spPr>
              <a:xfrm>
                <a:off x="114480" y="468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47" name="Freeform 6"/>
              <p:cNvSpPr/>
              <p:nvPr/>
            </p:nvSpPr>
            <p:spPr>
              <a:xfrm>
                <a:off x="33480" y="217656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48" name="Freeform 7"/>
              <p:cNvSpPr/>
              <p:nvPr/>
            </p:nvSpPr>
            <p:spPr>
              <a:xfrm>
                <a:off x="28440" y="4021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49" name="Freeform 8"/>
              <p:cNvSpPr/>
              <p:nvPr/>
            </p:nvSpPr>
            <p:spPr>
              <a:xfrm>
                <a:off x="200160" y="4680"/>
                <a:ext cx="369360" cy="181080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10800"/>
                  <a:gd name="textAreaBottom" fmla="*/ 1811160 h 1810800"/>
                </a:gdLst>
                <a:ah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50" name="Freeform 9"/>
              <p:cNvSpPr/>
              <p:nvPr/>
            </p:nvSpPr>
            <p:spPr>
              <a:xfrm>
                <a:off x="503280" y="18018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51" name="Freeform 10"/>
              <p:cNvSpPr/>
              <p:nvPr/>
            </p:nvSpPr>
            <p:spPr>
              <a:xfrm>
                <a:off x="285840" y="4680"/>
                <a:ext cx="369360" cy="142992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429920"/>
                  <a:gd name="textAreaBottom" fmla="*/ 1430280 h 1429920"/>
                </a:gdLst>
                <a:ah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52" name="Freeform 11"/>
              <p:cNvSpPr/>
              <p:nvPr/>
            </p:nvSpPr>
            <p:spPr>
              <a:xfrm>
                <a:off x="546120" y="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53" name="Freeform 12"/>
              <p:cNvSpPr/>
              <p:nvPr/>
            </p:nvSpPr>
            <p:spPr>
              <a:xfrm>
                <a:off x="588960" y="14209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54" name="Freeform 13"/>
              <p:cNvSpPr/>
              <p:nvPr/>
            </p:nvSpPr>
            <p:spPr>
              <a:xfrm>
                <a:off x="588960" y="9032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55" name="Freeform 14"/>
              <p:cNvSpPr/>
              <p:nvPr/>
            </p:nvSpPr>
            <p:spPr>
              <a:xfrm>
                <a:off x="641520" y="0"/>
                <a:ext cx="421920" cy="526680"/>
              </a:xfrm>
              <a:custGeom>
                <a:avLst/>
                <a:gdLst>
                  <a:gd name="textAreaLeft" fmla="*/ 0 w 421920"/>
                  <a:gd name="textAreaRight" fmla="*/ 422280 w 421920"/>
                  <a:gd name="textAreaTop" fmla="*/ 0 h 526680"/>
                  <a:gd name="textAreaBottom" fmla="*/ 527040 h 526680"/>
                </a:gdLst>
                <a:ah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56" name="Freeform 15"/>
              <p:cNvSpPr/>
              <p:nvPr/>
            </p:nvSpPr>
            <p:spPr>
              <a:xfrm>
                <a:off x="1020600" y="488880"/>
                <a:ext cx="161640" cy="1472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57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t" anchorCtr="1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58" name="Freeform 17"/>
              <p:cNvSpPr/>
              <p:nvPr/>
            </p:nvSpPr>
            <p:spPr>
              <a:xfrm>
                <a:off x="9360" y="1801800"/>
                <a:ext cx="123480" cy="1267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6720"/>
                  <a:gd name="textAreaBottom" fmla="*/ 127080 h 126720"/>
                </a:gdLst>
                <a:ah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59" name="Freeform 18"/>
              <p:cNvSpPr/>
              <p:nvPr/>
            </p:nvSpPr>
            <p:spPr>
              <a:xfrm>
                <a:off x="-9360" y="3549600"/>
                <a:ext cx="147240" cy="480600"/>
              </a:xfrm>
              <a:custGeom>
                <a:avLst/>
                <a:gdLst>
                  <a:gd name="textAreaLeft" fmla="*/ 0 w 147240"/>
                  <a:gd name="textAreaRight" fmla="*/ 147600 w 147240"/>
                  <a:gd name="textAreaTop" fmla="*/ 0 h 480600"/>
                  <a:gd name="textAreaBottom" fmla="*/ 480960 h 480600"/>
                </a:gdLst>
                <a:ah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60" name="Freeform 19"/>
              <p:cNvSpPr/>
              <p:nvPr/>
            </p:nvSpPr>
            <p:spPr>
              <a:xfrm>
                <a:off x="128520" y="1382760"/>
                <a:ext cx="142560" cy="475920"/>
              </a:xfrm>
              <a:custGeom>
                <a:avLst/>
                <a:gdLst>
                  <a:gd name="textAreaLeft" fmla="*/ 0 w 142560"/>
                  <a:gd name="textAreaRight" fmla="*/ 142920 w 142560"/>
                  <a:gd name="textAreaTop" fmla="*/ 0 h 475920"/>
                  <a:gd name="textAreaBottom" fmla="*/ 476280 h 475920"/>
                </a:gdLst>
                <a:ah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61" name="Freeform 20"/>
              <p:cNvSpPr/>
              <p:nvPr/>
            </p:nvSpPr>
            <p:spPr>
              <a:xfrm>
                <a:off x="204840" y="1849320"/>
                <a:ext cx="114120" cy="10764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107640"/>
                  <a:gd name="textAreaBottom" fmla="*/ 108000 h 107640"/>
                </a:gdLst>
                <a:ah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62" name="Rectangle 21"/>
              <p:cNvSpPr/>
              <p:nvPr/>
            </p:nvSpPr>
            <p:spPr>
              <a:xfrm>
                <a:off x="133200" y="466236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63" name="Freeform 22"/>
              <p:cNvSpPr/>
              <p:nvPr/>
            </p:nvSpPr>
            <p:spPr>
              <a:xfrm>
                <a:off x="223920" y="5041800"/>
                <a:ext cx="369360" cy="180144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64" name="Freeform 23"/>
              <p:cNvSpPr/>
              <p:nvPr/>
            </p:nvSpPr>
            <p:spPr>
              <a:xfrm>
                <a:off x="52560" y="4481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65" name="Freeform 24"/>
              <p:cNvSpPr/>
              <p:nvPr/>
            </p:nvSpPr>
            <p:spPr>
              <a:xfrm>
                <a:off x="-14400" y="5627520"/>
                <a:ext cx="85320" cy="12157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1215720"/>
                  <a:gd name="textAreaBottom" fmla="*/ 1216080 h 1215720"/>
                </a:gdLst>
                <a:ah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66" name="Freeform 25"/>
              <p:cNvSpPr/>
              <p:nvPr/>
            </p:nvSpPr>
            <p:spPr>
              <a:xfrm>
                <a:off x="527040" y="4867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67" name="Freeform 26"/>
              <p:cNvSpPr/>
              <p:nvPr/>
            </p:nvSpPr>
            <p:spPr>
              <a:xfrm>
                <a:off x="309600" y="5423040"/>
                <a:ext cx="374400" cy="1425240"/>
              </a:xfrm>
              <a:custGeom>
                <a:avLst/>
                <a:gdLst>
                  <a:gd name="textAreaLeft" fmla="*/ 0 w 374400"/>
                  <a:gd name="textAreaRight" fmla="*/ 374760 w 374400"/>
                  <a:gd name="textAreaTop" fmla="*/ 0 h 1425240"/>
                  <a:gd name="textAreaBottom" fmla="*/ 1425600 h 1425240"/>
                </a:gdLst>
                <a:ah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68" name="Freeform 27"/>
              <p:cNvSpPr/>
              <p:nvPr/>
            </p:nvSpPr>
            <p:spPr>
              <a:xfrm>
                <a:off x="569880" y="594504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69" name="Freeform 28"/>
              <p:cNvSpPr/>
              <p:nvPr/>
            </p:nvSpPr>
            <p:spPr>
              <a:xfrm>
                <a:off x="612720" y="5246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70" name="Freeform 29"/>
              <p:cNvSpPr/>
              <p:nvPr/>
            </p:nvSpPr>
            <p:spPr>
              <a:xfrm>
                <a:off x="612720" y="57643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71" name="Freeform 30"/>
              <p:cNvSpPr/>
              <p:nvPr/>
            </p:nvSpPr>
            <p:spPr>
              <a:xfrm>
                <a:off x="669960" y="6330960"/>
                <a:ext cx="417240" cy="51732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7320"/>
                  <a:gd name="textAreaBottom" fmla="*/ 517680 h 517320"/>
                </a:gdLst>
                <a:ah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72" name="Freeform 31"/>
              <p:cNvSpPr/>
              <p:nvPr/>
            </p:nvSpPr>
            <p:spPr>
              <a:xfrm>
                <a:off x="1049400" y="6221520"/>
                <a:ext cx="156960" cy="1472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473" name="Group 9"/>
            <p:cNvGrpSpPr/>
            <p:nvPr/>
          </p:nvGrpSpPr>
          <p:grpSpPr>
            <a:xfrm>
              <a:off x="11364840" y="0"/>
              <a:ext cx="674280" cy="6848280"/>
              <a:chOff x="11364840" y="0"/>
              <a:chExt cx="674280" cy="6848280"/>
            </a:xfrm>
          </p:grpSpPr>
          <p:sp>
            <p:nvSpPr>
              <p:cNvPr id="474" name="Freeform 32"/>
              <p:cNvSpPr/>
              <p:nvPr/>
            </p:nvSpPr>
            <p:spPr>
              <a:xfrm>
                <a:off x="11484000" y="0"/>
                <a:ext cx="417240" cy="51228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2280"/>
                  <a:gd name="textAreaBottom" fmla="*/ 512640 h 512280"/>
                </a:gdLst>
                <a:ah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75" name="Freeform 33"/>
              <p:cNvSpPr/>
              <p:nvPr/>
            </p:nvSpPr>
            <p:spPr>
              <a:xfrm>
                <a:off x="11364840" y="474840"/>
                <a:ext cx="156960" cy="15192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1920"/>
                  <a:gd name="textAreaBottom" fmla="*/ 152280 h 151920"/>
                </a:gdLst>
                <a:ah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76" name="Freeform 34"/>
              <p:cNvSpPr/>
              <p:nvPr/>
            </p:nvSpPr>
            <p:spPr>
              <a:xfrm>
                <a:off x="11631600" y="1539720"/>
                <a:ext cx="188640" cy="19008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77" name="Freeform 35"/>
              <p:cNvSpPr/>
              <p:nvPr/>
            </p:nvSpPr>
            <p:spPr>
              <a:xfrm>
                <a:off x="11531520" y="5694480"/>
                <a:ext cx="298080" cy="1153800"/>
              </a:xfrm>
              <a:custGeom>
                <a:avLst/>
                <a:gdLst>
                  <a:gd name="textAreaLeft" fmla="*/ 0 w 298080"/>
                  <a:gd name="textAreaRight" fmla="*/ 298440 w 298080"/>
                  <a:gd name="textAreaTop" fmla="*/ 0 h 1153800"/>
                  <a:gd name="textAreaBottom" fmla="*/ 1154160 h 1153800"/>
                </a:gdLst>
                <a:ah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78" name="Freeform 36"/>
              <p:cNvSpPr/>
              <p:nvPr/>
            </p:nvSpPr>
            <p:spPr>
              <a:xfrm>
                <a:off x="11773080" y="5551560"/>
                <a:ext cx="156960" cy="15516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5160"/>
                  <a:gd name="textAreaBottom" fmla="*/ 155520 h 155160"/>
                </a:gdLst>
                <a:ah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79" name="Freeform 37"/>
              <p:cNvSpPr/>
              <p:nvPr/>
            </p:nvSpPr>
            <p:spPr>
              <a:xfrm>
                <a:off x="11711160" y="4680"/>
                <a:ext cx="304560" cy="1544400"/>
              </a:xfrm>
              <a:custGeom>
                <a:avLst/>
                <a:gdLst>
                  <a:gd name="textAreaLeft" fmla="*/ 0 w 304560"/>
                  <a:gd name="textAreaRight" fmla="*/ 304920 w 304560"/>
                  <a:gd name="textAreaTop" fmla="*/ 0 h 1544400"/>
                  <a:gd name="textAreaBottom" fmla="*/ 1544760 h 1544400"/>
                </a:gdLst>
                <a:ah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80" name="Freeform 38"/>
              <p:cNvSpPr/>
              <p:nvPr/>
            </p:nvSpPr>
            <p:spPr>
              <a:xfrm>
                <a:off x="11636280" y="4867200"/>
                <a:ext cx="188640" cy="18864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81" name="Freeform 39"/>
              <p:cNvSpPr/>
              <p:nvPr/>
            </p:nvSpPr>
            <p:spPr>
              <a:xfrm>
                <a:off x="11441160" y="5046840"/>
                <a:ext cx="307440" cy="1801440"/>
              </a:xfrm>
              <a:custGeom>
                <a:avLst/>
                <a:gdLst>
                  <a:gd name="textAreaLeft" fmla="*/ 0 w 307440"/>
                  <a:gd name="textAreaRight" fmla="*/ 307800 w 30744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82" name="Freeform 40"/>
              <p:cNvSpPr/>
              <p:nvPr/>
            </p:nvSpPr>
            <p:spPr>
              <a:xfrm>
                <a:off x="11849040" y="641664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83" name="Rectangle 41"/>
              <p:cNvSpPr/>
              <p:nvPr/>
            </p:nvSpPr>
            <p:spPr>
              <a:xfrm>
                <a:off x="11939760" y="6595920"/>
                <a:ext cx="23400" cy="252000"/>
              </a:xfrm>
              <a:prstGeom prst="rect">
                <a:avLst/>
              </a:pr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484" name="PlaceHolder 1"/>
          <p:cNvSpPr>
            <a:spLocks noGrp="1"/>
          </p:cNvSpPr>
          <p:nvPr>
            <p:ph type="title"/>
          </p:nvPr>
        </p:nvSpPr>
        <p:spPr>
          <a:xfrm>
            <a:off x="9042480" y="609480"/>
            <a:ext cx="2004480" cy="518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600" spc="-1" strike="noStrike" cap="all">
                <a:solidFill>
                  <a:schemeClr val="dk1"/>
                </a:solidFill>
                <a:latin typeface="Tw Cen MT"/>
              </a:rPr>
              <a:t>Click to edit Master title style</a:t>
            </a:r>
            <a:endParaRPr b="0" lang="en-US" sz="36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485" name="PlaceHolder 2"/>
          <p:cNvSpPr>
            <a:spLocks noGrp="1"/>
          </p:cNvSpPr>
          <p:nvPr>
            <p:ph type="body"/>
          </p:nvPr>
        </p:nvSpPr>
        <p:spPr>
          <a:xfrm>
            <a:off x="1141560" y="609480"/>
            <a:ext cx="7748280" cy="518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Tw Cen MT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Tw Cen MT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Tw Cen MT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Tw Cen MT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Tw Cen MT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Tw Cen MT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Tw Cen MT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Tw Cen MT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486" name="PlaceHolder 3"/>
          <p:cNvSpPr>
            <a:spLocks noGrp="1"/>
          </p:cNvSpPr>
          <p:nvPr>
            <p:ph type="dt" idx="25"/>
          </p:nvPr>
        </p:nvSpPr>
        <p:spPr>
          <a:xfrm>
            <a:off x="745704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BE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BE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rPr>
              <a:t>&lt;date/time&gt;</a:t>
            </a:r>
            <a:endParaRPr b="0" lang="en-US" sz="105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87" name="PlaceHolder 4"/>
          <p:cNvSpPr>
            <a:spLocks noGrp="1"/>
          </p:cNvSpPr>
          <p:nvPr>
            <p:ph type="ftr" idx="26"/>
          </p:nvPr>
        </p:nvSpPr>
        <p:spPr>
          <a:xfrm>
            <a:off x="1141560" y="588312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50" spc="-1" strike="noStrike" cap="all">
                <a:solidFill>
                  <a:schemeClr val="dk1">
                    <a:tint val="75000"/>
                  </a:schemeClr>
                </a:solidFill>
                <a:latin typeface="Tw Cen MT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050" spc="-1" strike="noStrike" cap="all">
                <a:solidFill>
                  <a:schemeClr val="dk1">
                    <a:tint val="75000"/>
                  </a:schemeClr>
                </a:solidFill>
                <a:latin typeface="Tw Cen MT"/>
              </a:rPr>
              <a:t>&lt;footer&gt;</a:t>
            </a:r>
            <a:endParaRPr b="0" lang="en-US" sz="105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88" name="PlaceHolder 5"/>
          <p:cNvSpPr>
            <a:spLocks noGrp="1"/>
          </p:cNvSpPr>
          <p:nvPr>
            <p:ph type="sldNum" idx="27"/>
          </p:nvPr>
        </p:nvSpPr>
        <p:spPr>
          <a:xfrm>
            <a:off x="10276200" y="5883120"/>
            <a:ext cx="770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BE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C782BD4-3976-4E12-9BA1-14DD12BDC0BF}" type="slidenum">
              <a:rPr b="0" lang="en-BE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rPr>
              <a:t>&lt;number&gt;</a:t>
            </a:fld>
            <a:endParaRPr b="0" lang="en-US" sz="105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4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9" name="Picture 2" descr="\\DROBO-FS\QuickDrops\JB\PPTX NG\Droplets\LightingOverlay.png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grpSp>
        <p:nvGrpSpPr>
          <p:cNvPr id="490" name="Group 7"/>
          <p:cNvGrpSpPr/>
          <p:nvPr/>
        </p:nvGrpSpPr>
        <p:grpSpPr>
          <a:xfrm>
            <a:off x="-14400" y="0"/>
            <a:ext cx="12053520" cy="6857640"/>
            <a:chOff x="-14400" y="0"/>
            <a:chExt cx="12053520" cy="6857640"/>
          </a:xfrm>
        </p:grpSpPr>
        <p:grpSp>
          <p:nvGrpSpPr>
            <p:cNvPr id="491" name="Group 8"/>
            <p:cNvGrpSpPr/>
            <p:nvPr/>
          </p:nvGrpSpPr>
          <p:grpSpPr>
            <a:xfrm>
              <a:off x="-14400" y="0"/>
              <a:ext cx="1220760" cy="6857640"/>
              <a:chOff x="-14400" y="0"/>
              <a:chExt cx="1220760" cy="6857640"/>
            </a:xfrm>
          </p:grpSpPr>
          <p:sp>
            <p:nvSpPr>
              <p:cNvPr id="492" name="Rectangle 5"/>
              <p:cNvSpPr/>
              <p:nvPr/>
            </p:nvSpPr>
            <p:spPr>
              <a:xfrm>
                <a:off x="114480" y="468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93" name="Freeform 6"/>
              <p:cNvSpPr/>
              <p:nvPr/>
            </p:nvSpPr>
            <p:spPr>
              <a:xfrm>
                <a:off x="33480" y="217656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94" name="Freeform 7"/>
              <p:cNvSpPr/>
              <p:nvPr/>
            </p:nvSpPr>
            <p:spPr>
              <a:xfrm>
                <a:off x="28440" y="4021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95" name="Freeform 8"/>
              <p:cNvSpPr/>
              <p:nvPr/>
            </p:nvSpPr>
            <p:spPr>
              <a:xfrm>
                <a:off x="200160" y="4680"/>
                <a:ext cx="369360" cy="181080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10800"/>
                  <a:gd name="textAreaBottom" fmla="*/ 1811160 h 1810800"/>
                </a:gdLst>
                <a:ah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96" name="Freeform 9"/>
              <p:cNvSpPr/>
              <p:nvPr/>
            </p:nvSpPr>
            <p:spPr>
              <a:xfrm>
                <a:off x="503280" y="18018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97" name="Freeform 10"/>
              <p:cNvSpPr/>
              <p:nvPr/>
            </p:nvSpPr>
            <p:spPr>
              <a:xfrm>
                <a:off x="285840" y="4680"/>
                <a:ext cx="369360" cy="142992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429920"/>
                  <a:gd name="textAreaBottom" fmla="*/ 1430280 h 1429920"/>
                </a:gdLst>
                <a:ah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98" name="Freeform 11"/>
              <p:cNvSpPr/>
              <p:nvPr/>
            </p:nvSpPr>
            <p:spPr>
              <a:xfrm>
                <a:off x="546120" y="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99" name="Freeform 12"/>
              <p:cNvSpPr/>
              <p:nvPr/>
            </p:nvSpPr>
            <p:spPr>
              <a:xfrm>
                <a:off x="588960" y="14209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00" name="Freeform 13"/>
              <p:cNvSpPr/>
              <p:nvPr/>
            </p:nvSpPr>
            <p:spPr>
              <a:xfrm>
                <a:off x="588960" y="9032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01" name="Freeform 14"/>
              <p:cNvSpPr/>
              <p:nvPr/>
            </p:nvSpPr>
            <p:spPr>
              <a:xfrm>
                <a:off x="641520" y="0"/>
                <a:ext cx="421920" cy="526680"/>
              </a:xfrm>
              <a:custGeom>
                <a:avLst/>
                <a:gdLst>
                  <a:gd name="textAreaLeft" fmla="*/ 0 w 421920"/>
                  <a:gd name="textAreaRight" fmla="*/ 422280 w 421920"/>
                  <a:gd name="textAreaTop" fmla="*/ 0 h 526680"/>
                  <a:gd name="textAreaBottom" fmla="*/ 527040 h 526680"/>
                </a:gdLst>
                <a:ah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02" name="Freeform 15"/>
              <p:cNvSpPr/>
              <p:nvPr/>
            </p:nvSpPr>
            <p:spPr>
              <a:xfrm>
                <a:off x="1020600" y="488880"/>
                <a:ext cx="161640" cy="1472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03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t" anchorCtr="1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04" name="Freeform 17"/>
              <p:cNvSpPr/>
              <p:nvPr/>
            </p:nvSpPr>
            <p:spPr>
              <a:xfrm>
                <a:off x="9360" y="1801800"/>
                <a:ext cx="123480" cy="1267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6720"/>
                  <a:gd name="textAreaBottom" fmla="*/ 127080 h 126720"/>
                </a:gdLst>
                <a:ah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05" name="Freeform 18"/>
              <p:cNvSpPr/>
              <p:nvPr/>
            </p:nvSpPr>
            <p:spPr>
              <a:xfrm>
                <a:off x="-9360" y="3549600"/>
                <a:ext cx="147240" cy="480600"/>
              </a:xfrm>
              <a:custGeom>
                <a:avLst/>
                <a:gdLst>
                  <a:gd name="textAreaLeft" fmla="*/ 0 w 147240"/>
                  <a:gd name="textAreaRight" fmla="*/ 147600 w 147240"/>
                  <a:gd name="textAreaTop" fmla="*/ 0 h 480600"/>
                  <a:gd name="textAreaBottom" fmla="*/ 480960 h 480600"/>
                </a:gdLst>
                <a:ah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06" name="Freeform 19"/>
              <p:cNvSpPr/>
              <p:nvPr/>
            </p:nvSpPr>
            <p:spPr>
              <a:xfrm>
                <a:off x="128520" y="1382760"/>
                <a:ext cx="142560" cy="475920"/>
              </a:xfrm>
              <a:custGeom>
                <a:avLst/>
                <a:gdLst>
                  <a:gd name="textAreaLeft" fmla="*/ 0 w 142560"/>
                  <a:gd name="textAreaRight" fmla="*/ 142920 w 142560"/>
                  <a:gd name="textAreaTop" fmla="*/ 0 h 475920"/>
                  <a:gd name="textAreaBottom" fmla="*/ 476280 h 475920"/>
                </a:gdLst>
                <a:ah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07" name="Freeform 20"/>
              <p:cNvSpPr/>
              <p:nvPr/>
            </p:nvSpPr>
            <p:spPr>
              <a:xfrm>
                <a:off x="204840" y="1849320"/>
                <a:ext cx="114120" cy="10764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107640"/>
                  <a:gd name="textAreaBottom" fmla="*/ 108000 h 107640"/>
                </a:gdLst>
                <a:ah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08" name="Rectangle 21"/>
              <p:cNvSpPr/>
              <p:nvPr/>
            </p:nvSpPr>
            <p:spPr>
              <a:xfrm>
                <a:off x="133200" y="466236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09" name="Freeform 22"/>
              <p:cNvSpPr/>
              <p:nvPr/>
            </p:nvSpPr>
            <p:spPr>
              <a:xfrm>
                <a:off x="223920" y="5041800"/>
                <a:ext cx="369360" cy="180144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10" name="Freeform 23"/>
              <p:cNvSpPr/>
              <p:nvPr/>
            </p:nvSpPr>
            <p:spPr>
              <a:xfrm>
                <a:off x="52560" y="4481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11" name="Freeform 24"/>
              <p:cNvSpPr/>
              <p:nvPr/>
            </p:nvSpPr>
            <p:spPr>
              <a:xfrm>
                <a:off x="-14400" y="5627520"/>
                <a:ext cx="85320" cy="12157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1215720"/>
                  <a:gd name="textAreaBottom" fmla="*/ 1216080 h 1215720"/>
                </a:gdLst>
                <a:ah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12" name="Freeform 25"/>
              <p:cNvSpPr/>
              <p:nvPr/>
            </p:nvSpPr>
            <p:spPr>
              <a:xfrm>
                <a:off x="527040" y="4867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13" name="Freeform 26"/>
              <p:cNvSpPr/>
              <p:nvPr/>
            </p:nvSpPr>
            <p:spPr>
              <a:xfrm>
                <a:off x="309600" y="5423040"/>
                <a:ext cx="374400" cy="1425240"/>
              </a:xfrm>
              <a:custGeom>
                <a:avLst/>
                <a:gdLst>
                  <a:gd name="textAreaLeft" fmla="*/ 0 w 374400"/>
                  <a:gd name="textAreaRight" fmla="*/ 374760 w 374400"/>
                  <a:gd name="textAreaTop" fmla="*/ 0 h 1425240"/>
                  <a:gd name="textAreaBottom" fmla="*/ 1425600 h 1425240"/>
                </a:gdLst>
                <a:ah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14" name="Freeform 27"/>
              <p:cNvSpPr/>
              <p:nvPr/>
            </p:nvSpPr>
            <p:spPr>
              <a:xfrm>
                <a:off x="569880" y="594504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15" name="Freeform 28"/>
              <p:cNvSpPr/>
              <p:nvPr/>
            </p:nvSpPr>
            <p:spPr>
              <a:xfrm>
                <a:off x="612720" y="5246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16" name="Freeform 29"/>
              <p:cNvSpPr/>
              <p:nvPr/>
            </p:nvSpPr>
            <p:spPr>
              <a:xfrm>
                <a:off x="612720" y="57643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17" name="Freeform 30"/>
              <p:cNvSpPr/>
              <p:nvPr/>
            </p:nvSpPr>
            <p:spPr>
              <a:xfrm>
                <a:off x="669960" y="6330960"/>
                <a:ext cx="417240" cy="51732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7320"/>
                  <a:gd name="textAreaBottom" fmla="*/ 517680 h 517320"/>
                </a:gdLst>
                <a:ah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18" name="Freeform 31"/>
              <p:cNvSpPr/>
              <p:nvPr/>
            </p:nvSpPr>
            <p:spPr>
              <a:xfrm>
                <a:off x="1049400" y="6221520"/>
                <a:ext cx="156960" cy="1472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519" name="Group 9"/>
            <p:cNvGrpSpPr/>
            <p:nvPr/>
          </p:nvGrpSpPr>
          <p:grpSpPr>
            <a:xfrm>
              <a:off x="11364840" y="0"/>
              <a:ext cx="674280" cy="6848280"/>
              <a:chOff x="11364840" y="0"/>
              <a:chExt cx="674280" cy="6848280"/>
            </a:xfrm>
          </p:grpSpPr>
          <p:sp>
            <p:nvSpPr>
              <p:cNvPr id="520" name="Freeform 32"/>
              <p:cNvSpPr/>
              <p:nvPr/>
            </p:nvSpPr>
            <p:spPr>
              <a:xfrm>
                <a:off x="11484000" y="0"/>
                <a:ext cx="417240" cy="51228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2280"/>
                  <a:gd name="textAreaBottom" fmla="*/ 512640 h 512280"/>
                </a:gdLst>
                <a:ah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21" name="Freeform 33"/>
              <p:cNvSpPr/>
              <p:nvPr/>
            </p:nvSpPr>
            <p:spPr>
              <a:xfrm>
                <a:off x="11364840" y="474840"/>
                <a:ext cx="156960" cy="15192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1920"/>
                  <a:gd name="textAreaBottom" fmla="*/ 152280 h 151920"/>
                </a:gdLst>
                <a:ah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22" name="Freeform 34"/>
              <p:cNvSpPr/>
              <p:nvPr/>
            </p:nvSpPr>
            <p:spPr>
              <a:xfrm>
                <a:off x="11631600" y="1539720"/>
                <a:ext cx="188640" cy="19008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23" name="Freeform 35"/>
              <p:cNvSpPr/>
              <p:nvPr/>
            </p:nvSpPr>
            <p:spPr>
              <a:xfrm>
                <a:off x="11531520" y="5694480"/>
                <a:ext cx="298080" cy="1153800"/>
              </a:xfrm>
              <a:custGeom>
                <a:avLst/>
                <a:gdLst>
                  <a:gd name="textAreaLeft" fmla="*/ 0 w 298080"/>
                  <a:gd name="textAreaRight" fmla="*/ 298440 w 298080"/>
                  <a:gd name="textAreaTop" fmla="*/ 0 h 1153800"/>
                  <a:gd name="textAreaBottom" fmla="*/ 1154160 h 1153800"/>
                </a:gdLst>
                <a:ah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24" name="Freeform 36"/>
              <p:cNvSpPr/>
              <p:nvPr/>
            </p:nvSpPr>
            <p:spPr>
              <a:xfrm>
                <a:off x="11773080" y="5551560"/>
                <a:ext cx="156960" cy="15516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5160"/>
                  <a:gd name="textAreaBottom" fmla="*/ 155520 h 155160"/>
                </a:gdLst>
                <a:ah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25" name="Freeform 37"/>
              <p:cNvSpPr/>
              <p:nvPr/>
            </p:nvSpPr>
            <p:spPr>
              <a:xfrm>
                <a:off x="11711160" y="4680"/>
                <a:ext cx="304560" cy="1544400"/>
              </a:xfrm>
              <a:custGeom>
                <a:avLst/>
                <a:gdLst>
                  <a:gd name="textAreaLeft" fmla="*/ 0 w 304560"/>
                  <a:gd name="textAreaRight" fmla="*/ 304920 w 304560"/>
                  <a:gd name="textAreaTop" fmla="*/ 0 h 1544400"/>
                  <a:gd name="textAreaBottom" fmla="*/ 1544760 h 1544400"/>
                </a:gdLst>
                <a:ah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26" name="Freeform 38"/>
              <p:cNvSpPr/>
              <p:nvPr/>
            </p:nvSpPr>
            <p:spPr>
              <a:xfrm>
                <a:off x="11636280" y="4867200"/>
                <a:ext cx="188640" cy="18864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27" name="Freeform 39"/>
              <p:cNvSpPr/>
              <p:nvPr/>
            </p:nvSpPr>
            <p:spPr>
              <a:xfrm>
                <a:off x="11441160" y="5046840"/>
                <a:ext cx="307440" cy="1801440"/>
              </a:xfrm>
              <a:custGeom>
                <a:avLst/>
                <a:gdLst>
                  <a:gd name="textAreaLeft" fmla="*/ 0 w 307440"/>
                  <a:gd name="textAreaRight" fmla="*/ 307800 w 30744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28" name="Freeform 40"/>
              <p:cNvSpPr/>
              <p:nvPr/>
            </p:nvSpPr>
            <p:spPr>
              <a:xfrm>
                <a:off x="11849040" y="641664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29" name="Rectangle 41"/>
              <p:cNvSpPr/>
              <p:nvPr/>
            </p:nvSpPr>
            <p:spPr>
              <a:xfrm>
                <a:off x="11939760" y="6595920"/>
                <a:ext cx="23400" cy="252000"/>
              </a:xfrm>
              <a:prstGeom prst="rect">
                <a:avLst/>
              </a:pr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530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600" spc="-1" strike="noStrike" cap="all">
                <a:solidFill>
                  <a:schemeClr val="dk1"/>
                </a:solidFill>
                <a:latin typeface="Tw Cen MT"/>
              </a:rPr>
              <a:t>Click to edit Master title style</a:t>
            </a:r>
            <a:endParaRPr b="0" lang="en-US" sz="36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531" name="PlaceHolder 2"/>
          <p:cNvSpPr>
            <a:spLocks noGrp="1"/>
          </p:cNvSpPr>
          <p:nvPr>
            <p:ph type="body"/>
          </p:nvPr>
        </p:nvSpPr>
        <p:spPr>
          <a:xfrm>
            <a:off x="1141560" y="2249640"/>
            <a:ext cx="9905760" cy="35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Tw Cen MT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Tw Cen MT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Tw Cen MT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Tw Cen MT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Tw Cen MT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Tw Cen MT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Tw Cen MT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Tw Cen MT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532" name="PlaceHolder 3"/>
          <p:cNvSpPr>
            <a:spLocks noGrp="1"/>
          </p:cNvSpPr>
          <p:nvPr>
            <p:ph type="dt" idx="28"/>
          </p:nvPr>
        </p:nvSpPr>
        <p:spPr>
          <a:xfrm>
            <a:off x="745704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BE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BE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rPr>
              <a:t>&lt;date/time&gt;</a:t>
            </a:r>
            <a:endParaRPr b="0" lang="en-US" sz="105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3" name="PlaceHolder 4"/>
          <p:cNvSpPr>
            <a:spLocks noGrp="1"/>
          </p:cNvSpPr>
          <p:nvPr>
            <p:ph type="ftr" idx="29"/>
          </p:nvPr>
        </p:nvSpPr>
        <p:spPr>
          <a:xfrm>
            <a:off x="1141560" y="588312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50" spc="-1" strike="noStrike" cap="all">
                <a:solidFill>
                  <a:schemeClr val="dk1">
                    <a:tint val="75000"/>
                  </a:schemeClr>
                </a:solidFill>
                <a:latin typeface="Tw Cen MT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050" spc="-1" strike="noStrike" cap="all">
                <a:solidFill>
                  <a:schemeClr val="dk1">
                    <a:tint val="75000"/>
                  </a:schemeClr>
                </a:solidFill>
                <a:latin typeface="Tw Cen MT"/>
              </a:rPr>
              <a:t>&lt;footer&gt;</a:t>
            </a:r>
            <a:endParaRPr b="0" lang="en-US" sz="105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4" name="PlaceHolder 5"/>
          <p:cNvSpPr>
            <a:spLocks noGrp="1"/>
          </p:cNvSpPr>
          <p:nvPr>
            <p:ph type="sldNum" idx="30"/>
          </p:nvPr>
        </p:nvSpPr>
        <p:spPr>
          <a:xfrm>
            <a:off x="10276200" y="5883120"/>
            <a:ext cx="770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BE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302610A-D4D4-4C2D-B55C-4A0BA4E1C71B}" type="slidenum">
              <a:rPr b="0" lang="en-BE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rPr>
              <a:t>&lt;number&gt;</a:t>
            </a:fld>
            <a:endParaRPr b="0" lang="en-US" sz="105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4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7" name="Picture 2" descr="\\DROBO-FS\QuickDrops\JB\PPTX NG\Droplets\LightingOverlay.png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grpSp>
        <p:nvGrpSpPr>
          <p:cNvPr id="538" name="Group 7"/>
          <p:cNvGrpSpPr/>
          <p:nvPr/>
        </p:nvGrpSpPr>
        <p:grpSpPr>
          <a:xfrm>
            <a:off x="-14400" y="0"/>
            <a:ext cx="12053520" cy="6857640"/>
            <a:chOff x="-14400" y="0"/>
            <a:chExt cx="12053520" cy="6857640"/>
          </a:xfrm>
        </p:grpSpPr>
        <p:grpSp>
          <p:nvGrpSpPr>
            <p:cNvPr id="539" name="Group 8"/>
            <p:cNvGrpSpPr/>
            <p:nvPr/>
          </p:nvGrpSpPr>
          <p:grpSpPr>
            <a:xfrm>
              <a:off x="-14400" y="0"/>
              <a:ext cx="1220760" cy="6857640"/>
              <a:chOff x="-14400" y="0"/>
              <a:chExt cx="1220760" cy="6857640"/>
            </a:xfrm>
          </p:grpSpPr>
          <p:sp>
            <p:nvSpPr>
              <p:cNvPr id="540" name="Rectangle 5"/>
              <p:cNvSpPr/>
              <p:nvPr/>
            </p:nvSpPr>
            <p:spPr>
              <a:xfrm>
                <a:off x="114480" y="468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41" name="Freeform 6"/>
              <p:cNvSpPr/>
              <p:nvPr/>
            </p:nvSpPr>
            <p:spPr>
              <a:xfrm>
                <a:off x="33480" y="217656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42" name="Freeform 7"/>
              <p:cNvSpPr/>
              <p:nvPr/>
            </p:nvSpPr>
            <p:spPr>
              <a:xfrm>
                <a:off x="28440" y="4021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43" name="Freeform 8"/>
              <p:cNvSpPr/>
              <p:nvPr/>
            </p:nvSpPr>
            <p:spPr>
              <a:xfrm>
                <a:off x="200160" y="4680"/>
                <a:ext cx="369360" cy="181080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10800"/>
                  <a:gd name="textAreaBottom" fmla="*/ 1811160 h 1810800"/>
                </a:gdLst>
                <a:ah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44" name="Freeform 9"/>
              <p:cNvSpPr/>
              <p:nvPr/>
            </p:nvSpPr>
            <p:spPr>
              <a:xfrm>
                <a:off x="503280" y="18018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45" name="Freeform 10"/>
              <p:cNvSpPr/>
              <p:nvPr/>
            </p:nvSpPr>
            <p:spPr>
              <a:xfrm>
                <a:off x="285840" y="4680"/>
                <a:ext cx="369360" cy="142992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429920"/>
                  <a:gd name="textAreaBottom" fmla="*/ 1430280 h 1429920"/>
                </a:gdLst>
                <a:ah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46" name="Freeform 11"/>
              <p:cNvSpPr/>
              <p:nvPr/>
            </p:nvSpPr>
            <p:spPr>
              <a:xfrm>
                <a:off x="546120" y="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47" name="Freeform 12"/>
              <p:cNvSpPr/>
              <p:nvPr/>
            </p:nvSpPr>
            <p:spPr>
              <a:xfrm>
                <a:off x="588960" y="14209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48" name="Freeform 13"/>
              <p:cNvSpPr/>
              <p:nvPr/>
            </p:nvSpPr>
            <p:spPr>
              <a:xfrm>
                <a:off x="588960" y="9032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49" name="Freeform 14"/>
              <p:cNvSpPr/>
              <p:nvPr/>
            </p:nvSpPr>
            <p:spPr>
              <a:xfrm>
                <a:off x="641520" y="0"/>
                <a:ext cx="421920" cy="526680"/>
              </a:xfrm>
              <a:custGeom>
                <a:avLst/>
                <a:gdLst>
                  <a:gd name="textAreaLeft" fmla="*/ 0 w 421920"/>
                  <a:gd name="textAreaRight" fmla="*/ 422280 w 421920"/>
                  <a:gd name="textAreaTop" fmla="*/ 0 h 526680"/>
                  <a:gd name="textAreaBottom" fmla="*/ 527040 h 526680"/>
                </a:gdLst>
                <a:ah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50" name="Freeform 15"/>
              <p:cNvSpPr/>
              <p:nvPr/>
            </p:nvSpPr>
            <p:spPr>
              <a:xfrm>
                <a:off x="1020600" y="488880"/>
                <a:ext cx="161640" cy="1472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51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t" anchorCtr="1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52" name="Freeform 17"/>
              <p:cNvSpPr/>
              <p:nvPr/>
            </p:nvSpPr>
            <p:spPr>
              <a:xfrm>
                <a:off x="9360" y="1801800"/>
                <a:ext cx="123480" cy="1267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6720"/>
                  <a:gd name="textAreaBottom" fmla="*/ 127080 h 126720"/>
                </a:gdLst>
                <a:ah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53" name="Freeform 18"/>
              <p:cNvSpPr/>
              <p:nvPr/>
            </p:nvSpPr>
            <p:spPr>
              <a:xfrm>
                <a:off x="-9360" y="3549600"/>
                <a:ext cx="147240" cy="480600"/>
              </a:xfrm>
              <a:custGeom>
                <a:avLst/>
                <a:gdLst>
                  <a:gd name="textAreaLeft" fmla="*/ 0 w 147240"/>
                  <a:gd name="textAreaRight" fmla="*/ 147600 w 147240"/>
                  <a:gd name="textAreaTop" fmla="*/ 0 h 480600"/>
                  <a:gd name="textAreaBottom" fmla="*/ 480960 h 480600"/>
                </a:gdLst>
                <a:ah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54" name="Freeform 19"/>
              <p:cNvSpPr/>
              <p:nvPr/>
            </p:nvSpPr>
            <p:spPr>
              <a:xfrm>
                <a:off x="128520" y="1382760"/>
                <a:ext cx="142560" cy="475920"/>
              </a:xfrm>
              <a:custGeom>
                <a:avLst/>
                <a:gdLst>
                  <a:gd name="textAreaLeft" fmla="*/ 0 w 142560"/>
                  <a:gd name="textAreaRight" fmla="*/ 142920 w 142560"/>
                  <a:gd name="textAreaTop" fmla="*/ 0 h 475920"/>
                  <a:gd name="textAreaBottom" fmla="*/ 476280 h 475920"/>
                </a:gdLst>
                <a:ah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55" name="Freeform 20"/>
              <p:cNvSpPr/>
              <p:nvPr/>
            </p:nvSpPr>
            <p:spPr>
              <a:xfrm>
                <a:off x="204840" y="1849320"/>
                <a:ext cx="114120" cy="10764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107640"/>
                  <a:gd name="textAreaBottom" fmla="*/ 108000 h 107640"/>
                </a:gdLst>
                <a:ah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56" name="Rectangle 21"/>
              <p:cNvSpPr/>
              <p:nvPr/>
            </p:nvSpPr>
            <p:spPr>
              <a:xfrm>
                <a:off x="133200" y="466236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57" name="Freeform 22"/>
              <p:cNvSpPr/>
              <p:nvPr/>
            </p:nvSpPr>
            <p:spPr>
              <a:xfrm>
                <a:off x="223920" y="5041800"/>
                <a:ext cx="369360" cy="180144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58" name="Freeform 23"/>
              <p:cNvSpPr/>
              <p:nvPr/>
            </p:nvSpPr>
            <p:spPr>
              <a:xfrm>
                <a:off x="52560" y="4481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59" name="Freeform 24"/>
              <p:cNvSpPr/>
              <p:nvPr/>
            </p:nvSpPr>
            <p:spPr>
              <a:xfrm>
                <a:off x="-14400" y="5627520"/>
                <a:ext cx="85320" cy="12157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1215720"/>
                  <a:gd name="textAreaBottom" fmla="*/ 1216080 h 1215720"/>
                </a:gdLst>
                <a:ah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60" name="Freeform 25"/>
              <p:cNvSpPr/>
              <p:nvPr/>
            </p:nvSpPr>
            <p:spPr>
              <a:xfrm>
                <a:off x="527040" y="4867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61" name="Freeform 26"/>
              <p:cNvSpPr/>
              <p:nvPr/>
            </p:nvSpPr>
            <p:spPr>
              <a:xfrm>
                <a:off x="309600" y="5423040"/>
                <a:ext cx="374400" cy="1425240"/>
              </a:xfrm>
              <a:custGeom>
                <a:avLst/>
                <a:gdLst>
                  <a:gd name="textAreaLeft" fmla="*/ 0 w 374400"/>
                  <a:gd name="textAreaRight" fmla="*/ 374760 w 374400"/>
                  <a:gd name="textAreaTop" fmla="*/ 0 h 1425240"/>
                  <a:gd name="textAreaBottom" fmla="*/ 1425600 h 1425240"/>
                </a:gdLst>
                <a:ah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62" name="Freeform 27"/>
              <p:cNvSpPr/>
              <p:nvPr/>
            </p:nvSpPr>
            <p:spPr>
              <a:xfrm>
                <a:off x="569880" y="594504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63" name="Freeform 28"/>
              <p:cNvSpPr/>
              <p:nvPr/>
            </p:nvSpPr>
            <p:spPr>
              <a:xfrm>
                <a:off x="612720" y="5246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64" name="Freeform 29"/>
              <p:cNvSpPr/>
              <p:nvPr/>
            </p:nvSpPr>
            <p:spPr>
              <a:xfrm>
                <a:off x="612720" y="57643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65" name="Freeform 30"/>
              <p:cNvSpPr/>
              <p:nvPr/>
            </p:nvSpPr>
            <p:spPr>
              <a:xfrm>
                <a:off x="669960" y="6330960"/>
                <a:ext cx="417240" cy="51732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7320"/>
                  <a:gd name="textAreaBottom" fmla="*/ 517680 h 517320"/>
                </a:gdLst>
                <a:ah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66" name="Freeform 31"/>
              <p:cNvSpPr/>
              <p:nvPr/>
            </p:nvSpPr>
            <p:spPr>
              <a:xfrm>
                <a:off x="1049400" y="6221520"/>
                <a:ext cx="156960" cy="1472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567" name="Group 9"/>
            <p:cNvGrpSpPr/>
            <p:nvPr/>
          </p:nvGrpSpPr>
          <p:grpSpPr>
            <a:xfrm>
              <a:off x="11364840" y="0"/>
              <a:ext cx="674280" cy="6848280"/>
              <a:chOff x="11364840" y="0"/>
              <a:chExt cx="674280" cy="6848280"/>
            </a:xfrm>
          </p:grpSpPr>
          <p:sp>
            <p:nvSpPr>
              <p:cNvPr id="568" name="Freeform 32"/>
              <p:cNvSpPr/>
              <p:nvPr/>
            </p:nvSpPr>
            <p:spPr>
              <a:xfrm>
                <a:off x="11484000" y="0"/>
                <a:ext cx="417240" cy="51228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2280"/>
                  <a:gd name="textAreaBottom" fmla="*/ 512640 h 512280"/>
                </a:gdLst>
                <a:ah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69" name="Freeform 33"/>
              <p:cNvSpPr/>
              <p:nvPr/>
            </p:nvSpPr>
            <p:spPr>
              <a:xfrm>
                <a:off x="11364840" y="474840"/>
                <a:ext cx="156960" cy="15192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1920"/>
                  <a:gd name="textAreaBottom" fmla="*/ 152280 h 151920"/>
                </a:gdLst>
                <a:ah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70" name="Freeform 34"/>
              <p:cNvSpPr/>
              <p:nvPr/>
            </p:nvSpPr>
            <p:spPr>
              <a:xfrm>
                <a:off x="11631600" y="1539720"/>
                <a:ext cx="188640" cy="19008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71" name="Freeform 35"/>
              <p:cNvSpPr/>
              <p:nvPr/>
            </p:nvSpPr>
            <p:spPr>
              <a:xfrm>
                <a:off x="11531520" y="5694480"/>
                <a:ext cx="298080" cy="1153800"/>
              </a:xfrm>
              <a:custGeom>
                <a:avLst/>
                <a:gdLst>
                  <a:gd name="textAreaLeft" fmla="*/ 0 w 298080"/>
                  <a:gd name="textAreaRight" fmla="*/ 298440 w 298080"/>
                  <a:gd name="textAreaTop" fmla="*/ 0 h 1153800"/>
                  <a:gd name="textAreaBottom" fmla="*/ 1154160 h 1153800"/>
                </a:gdLst>
                <a:ah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72" name="Freeform 36"/>
              <p:cNvSpPr/>
              <p:nvPr/>
            </p:nvSpPr>
            <p:spPr>
              <a:xfrm>
                <a:off x="11773080" y="5551560"/>
                <a:ext cx="156960" cy="15516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5160"/>
                  <a:gd name="textAreaBottom" fmla="*/ 155520 h 155160"/>
                </a:gdLst>
                <a:ah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73" name="Freeform 37"/>
              <p:cNvSpPr/>
              <p:nvPr/>
            </p:nvSpPr>
            <p:spPr>
              <a:xfrm>
                <a:off x="11711160" y="4680"/>
                <a:ext cx="304560" cy="1544400"/>
              </a:xfrm>
              <a:custGeom>
                <a:avLst/>
                <a:gdLst>
                  <a:gd name="textAreaLeft" fmla="*/ 0 w 304560"/>
                  <a:gd name="textAreaRight" fmla="*/ 304920 w 304560"/>
                  <a:gd name="textAreaTop" fmla="*/ 0 h 1544400"/>
                  <a:gd name="textAreaBottom" fmla="*/ 1544760 h 1544400"/>
                </a:gdLst>
                <a:ah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74" name="Freeform 38"/>
              <p:cNvSpPr/>
              <p:nvPr/>
            </p:nvSpPr>
            <p:spPr>
              <a:xfrm>
                <a:off x="11636280" y="4867200"/>
                <a:ext cx="188640" cy="18864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75" name="Freeform 39"/>
              <p:cNvSpPr/>
              <p:nvPr/>
            </p:nvSpPr>
            <p:spPr>
              <a:xfrm>
                <a:off x="11441160" y="5046840"/>
                <a:ext cx="307440" cy="1801440"/>
              </a:xfrm>
              <a:custGeom>
                <a:avLst/>
                <a:gdLst>
                  <a:gd name="textAreaLeft" fmla="*/ 0 w 307440"/>
                  <a:gd name="textAreaRight" fmla="*/ 307800 w 30744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76" name="Freeform 40"/>
              <p:cNvSpPr/>
              <p:nvPr/>
            </p:nvSpPr>
            <p:spPr>
              <a:xfrm>
                <a:off x="11849040" y="641664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77" name="Rectangle 41"/>
              <p:cNvSpPr/>
              <p:nvPr/>
            </p:nvSpPr>
            <p:spPr>
              <a:xfrm>
                <a:off x="11939760" y="6595920"/>
                <a:ext cx="23400" cy="252000"/>
              </a:xfrm>
              <a:prstGeom prst="rect">
                <a:avLst/>
              </a:pr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578" name="PlaceHolder 1"/>
          <p:cNvSpPr>
            <a:spLocks noGrp="1"/>
          </p:cNvSpPr>
          <p:nvPr>
            <p:ph type="title"/>
          </p:nvPr>
        </p:nvSpPr>
        <p:spPr>
          <a:xfrm>
            <a:off x="1141560" y="1419120"/>
            <a:ext cx="990576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600" spc="-1" strike="noStrike" cap="all">
                <a:solidFill>
                  <a:schemeClr val="dk1"/>
                </a:solidFill>
                <a:latin typeface="Tw Cen MT"/>
              </a:rPr>
              <a:t>Click to edit Master title style</a:t>
            </a:r>
            <a:endParaRPr b="0" lang="en-US" sz="36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579" name="PlaceHolder 2"/>
          <p:cNvSpPr>
            <a:spLocks noGrp="1"/>
          </p:cNvSpPr>
          <p:nvPr>
            <p:ph type="body"/>
          </p:nvPr>
        </p:nvSpPr>
        <p:spPr>
          <a:xfrm>
            <a:off x="1141560" y="4424400"/>
            <a:ext cx="9905760" cy="137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pc="-1" strike="noStrike" cap="all">
                <a:solidFill>
                  <a:schemeClr val="dk1">
                    <a:tint val="75000"/>
                  </a:schemeClr>
                </a:solidFill>
                <a:latin typeface="Tw Cen MT"/>
              </a:rPr>
              <a:t>Click to edit Master text styles</a:t>
            </a:r>
            <a:endParaRPr b="0" lang="en-US" sz="18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580" name="PlaceHolder 3"/>
          <p:cNvSpPr>
            <a:spLocks noGrp="1"/>
          </p:cNvSpPr>
          <p:nvPr>
            <p:ph type="dt" idx="31"/>
          </p:nvPr>
        </p:nvSpPr>
        <p:spPr>
          <a:xfrm>
            <a:off x="745704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BE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BE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rPr>
              <a:t>&lt;date/time&gt;</a:t>
            </a:r>
            <a:endParaRPr b="0" lang="en-US" sz="105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1" name="PlaceHolder 4"/>
          <p:cNvSpPr>
            <a:spLocks noGrp="1"/>
          </p:cNvSpPr>
          <p:nvPr>
            <p:ph type="ftr" idx="32"/>
          </p:nvPr>
        </p:nvSpPr>
        <p:spPr>
          <a:xfrm>
            <a:off x="1141560" y="588312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50" spc="-1" strike="noStrike" cap="all">
                <a:solidFill>
                  <a:schemeClr val="dk1">
                    <a:tint val="75000"/>
                  </a:schemeClr>
                </a:solidFill>
                <a:latin typeface="Tw Cen MT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050" spc="-1" strike="noStrike" cap="all">
                <a:solidFill>
                  <a:schemeClr val="dk1">
                    <a:tint val="75000"/>
                  </a:schemeClr>
                </a:solidFill>
                <a:latin typeface="Tw Cen MT"/>
              </a:rPr>
              <a:t>&lt;footer&gt;</a:t>
            </a:r>
            <a:endParaRPr b="0" lang="en-US" sz="105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2" name="PlaceHolder 5"/>
          <p:cNvSpPr>
            <a:spLocks noGrp="1"/>
          </p:cNvSpPr>
          <p:nvPr>
            <p:ph type="sldNum" idx="33"/>
          </p:nvPr>
        </p:nvSpPr>
        <p:spPr>
          <a:xfrm>
            <a:off x="10276200" y="5883120"/>
            <a:ext cx="770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BE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9E3ADF5-9977-4A70-A23F-4936A95C5500}" type="slidenum">
              <a:rPr b="0" lang="en-BE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rPr>
              <a:t>&lt;number&gt;</a:t>
            </a:fld>
            <a:endParaRPr b="0" lang="en-US" sz="105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4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Picture 2" descr="\\DROBO-FS\QuickDrops\JB\PPTX NG\Droplets\LightingOverlay.png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grpSp>
        <p:nvGrpSpPr>
          <p:cNvPr id="584" name="Group 7"/>
          <p:cNvGrpSpPr/>
          <p:nvPr/>
        </p:nvGrpSpPr>
        <p:grpSpPr>
          <a:xfrm>
            <a:off x="-14400" y="0"/>
            <a:ext cx="12053520" cy="6857640"/>
            <a:chOff x="-14400" y="0"/>
            <a:chExt cx="12053520" cy="6857640"/>
          </a:xfrm>
        </p:grpSpPr>
        <p:grpSp>
          <p:nvGrpSpPr>
            <p:cNvPr id="585" name="Group 8"/>
            <p:cNvGrpSpPr/>
            <p:nvPr/>
          </p:nvGrpSpPr>
          <p:grpSpPr>
            <a:xfrm>
              <a:off x="-14400" y="0"/>
              <a:ext cx="1220760" cy="6857640"/>
              <a:chOff x="-14400" y="0"/>
              <a:chExt cx="1220760" cy="6857640"/>
            </a:xfrm>
          </p:grpSpPr>
          <p:sp>
            <p:nvSpPr>
              <p:cNvPr id="586" name="Rectangle 5"/>
              <p:cNvSpPr/>
              <p:nvPr/>
            </p:nvSpPr>
            <p:spPr>
              <a:xfrm>
                <a:off x="114480" y="468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87" name="Freeform 6"/>
              <p:cNvSpPr/>
              <p:nvPr/>
            </p:nvSpPr>
            <p:spPr>
              <a:xfrm>
                <a:off x="33480" y="217656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88" name="Freeform 7"/>
              <p:cNvSpPr/>
              <p:nvPr/>
            </p:nvSpPr>
            <p:spPr>
              <a:xfrm>
                <a:off x="28440" y="4021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89" name="Freeform 8"/>
              <p:cNvSpPr/>
              <p:nvPr/>
            </p:nvSpPr>
            <p:spPr>
              <a:xfrm>
                <a:off x="200160" y="4680"/>
                <a:ext cx="369360" cy="181080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10800"/>
                  <a:gd name="textAreaBottom" fmla="*/ 1811160 h 1810800"/>
                </a:gdLst>
                <a:ah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90" name="Freeform 9"/>
              <p:cNvSpPr/>
              <p:nvPr/>
            </p:nvSpPr>
            <p:spPr>
              <a:xfrm>
                <a:off x="503280" y="18018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91" name="Freeform 10"/>
              <p:cNvSpPr/>
              <p:nvPr/>
            </p:nvSpPr>
            <p:spPr>
              <a:xfrm>
                <a:off x="285840" y="4680"/>
                <a:ext cx="369360" cy="142992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429920"/>
                  <a:gd name="textAreaBottom" fmla="*/ 1430280 h 1429920"/>
                </a:gdLst>
                <a:ah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92" name="Freeform 11"/>
              <p:cNvSpPr/>
              <p:nvPr/>
            </p:nvSpPr>
            <p:spPr>
              <a:xfrm>
                <a:off x="546120" y="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93" name="Freeform 12"/>
              <p:cNvSpPr/>
              <p:nvPr/>
            </p:nvSpPr>
            <p:spPr>
              <a:xfrm>
                <a:off x="588960" y="14209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94" name="Freeform 13"/>
              <p:cNvSpPr/>
              <p:nvPr/>
            </p:nvSpPr>
            <p:spPr>
              <a:xfrm>
                <a:off x="588960" y="9032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95" name="Freeform 14"/>
              <p:cNvSpPr/>
              <p:nvPr/>
            </p:nvSpPr>
            <p:spPr>
              <a:xfrm>
                <a:off x="641520" y="0"/>
                <a:ext cx="421920" cy="526680"/>
              </a:xfrm>
              <a:custGeom>
                <a:avLst/>
                <a:gdLst>
                  <a:gd name="textAreaLeft" fmla="*/ 0 w 421920"/>
                  <a:gd name="textAreaRight" fmla="*/ 422280 w 421920"/>
                  <a:gd name="textAreaTop" fmla="*/ 0 h 526680"/>
                  <a:gd name="textAreaBottom" fmla="*/ 527040 h 526680"/>
                </a:gdLst>
                <a:ah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96" name="Freeform 15"/>
              <p:cNvSpPr/>
              <p:nvPr/>
            </p:nvSpPr>
            <p:spPr>
              <a:xfrm>
                <a:off x="1020600" y="488880"/>
                <a:ext cx="161640" cy="1472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97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t" anchorCtr="1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98" name="Freeform 17"/>
              <p:cNvSpPr/>
              <p:nvPr/>
            </p:nvSpPr>
            <p:spPr>
              <a:xfrm>
                <a:off x="9360" y="1801800"/>
                <a:ext cx="123480" cy="1267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6720"/>
                  <a:gd name="textAreaBottom" fmla="*/ 127080 h 126720"/>
                </a:gdLst>
                <a:ah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99" name="Freeform 18"/>
              <p:cNvSpPr/>
              <p:nvPr/>
            </p:nvSpPr>
            <p:spPr>
              <a:xfrm>
                <a:off x="-9360" y="3549600"/>
                <a:ext cx="147240" cy="480600"/>
              </a:xfrm>
              <a:custGeom>
                <a:avLst/>
                <a:gdLst>
                  <a:gd name="textAreaLeft" fmla="*/ 0 w 147240"/>
                  <a:gd name="textAreaRight" fmla="*/ 147600 w 147240"/>
                  <a:gd name="textAreaTop" fmla="*/ 0 h 480600"/>
                  <a:gd name="textAreaBottom" fmla="*/ 480960 h 480600"/>
                </a:gdLst>
                <a:ah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00" name="Freeform 19"/>
              <p:cNvSpPr/>
              <p:nvPr/>
            </p:nvSpPr>
            <p:spPr>
              <a:xfrm>
                <a:off x="128520" y="1382760"/>
                <a:ext cx="142560" cy="475920"/>
              </a:xfrm>
              <a:custGeom>
                <a:avLst/>
                <a:gdLst>
                  <a:gd name="textAreaLeft" fmla="*/ 0 w 142560"/>
                  <a:gd name="textAreaRight" fmla="*/ 142920 w 142560"/>
                  <a:gd name="textAreaTop" fmla="*/ 0 h 475920"/>
                  <a:gd name="textAreaBottom" fmla="*/ 476280 h 475920"/>
                </a:gdLst>
                <a:ah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01" name="Freeform 20"/>
              <p:cNvSpPr/>
              <p:nvPr/>
            </p:nvSpPr>
            <p:spPr>
              <a:xfrm>
                <a:off x="204840" y="1849320"/>
                <a:ext cx="114120" cy="10764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107640"/>
                  <a:gd name="textAreaBottom" fmla="*/ 108000 h 107640"/>
                </a:gdLst>
                <a:ah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02" name="Rectangle 21"/>
              <p:cNvSpPr/>
              <p:nvPr/>
            </p:nvSpPr>
            <p:spPr>
              <a:xfrm>
                <a:off x="133200" y="466236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03" name="Freeform 22"/>
              <p:cNvSpPr/>
              <p:nvPr/>
            </p:nvSpPr>
            <p:spPr>
              <a:xfrm>
                <a:off x="223920" y="5041800"/>
                <a:ext cx="369360" cy="180144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04" name="Freeform 23"/>
              <p:cNvSpPr/>
              <p:nvPr/>
            </p:nvSpPr>
            <p:spPr>
              <a:xfrm>
                <a:off x="52560" y="4481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05" name="Freeform 24"/>
              <p:cNvSpPr/>
              <p:nvPr/>
            </p:nvSpPr>
            <p:spPr>
              <a:xfrm>
                <a:off x="-14400" y="5627520"/>
                <a:ext cx="85320" cy="12157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1215720"/>
                  <a:gd name="textAreaBottom" fmla="*/ 1216080 h 1215720"/>
                </a:gdLst>
                <a:ah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06" name="Freeform 25"/>
              <p:cNvSpPr/>
              <p:nvPr/>
            </p:nvSpPr>
            <p:spPr>
              <a:xfrm>
                <a:off x="527040" y="4867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07" name="Freeform 26"/>
              <p:cNvSpPr/>
              <p:nvPr/>
            </p:nvSpPr>
            <p:spPr>
              <a:xfrm>
                <a:off x="309600" y="5423040"/>
                <a:ext cx="374400" cy="1425240"/>
              </a:xfrm>
              <a:custGeom>
                <a:avLst/>
                <a:gdLst>
                  <a:gd name="textAreaLeft" fmla="*/ 0 w 374400"/>
                  <a:gd name="textAreaRight" fmla="*/ 374760 w 374400"/>
                  <a:gd name="textAreaTop" fmla="*/ 0 h 1425240"/>
                  <a:gd name="textAreaBottom" fmla="*/ 1425600 h 1425240"/>
                </a:gdLst>
                <a:ah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08" name="Freeform 27"/>
              <p:cNvSpPr/>
              <p:nvPr/>
            </p:nvSpPr>
            <p:spPr>
              <a:xfrm>
                <a:off x="569880" y="594504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09" name="Freeform 28"/>
              <p:cNvSpPr/>
              <p:nvPr/>
            </p:nvSpPr>
            <p:spPr>
              <a:xfrm>
                <a:off x="612720" y="5246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10" name="Freeform 29"/>
              <p:cNvSpPr/>
              <p:nvPr/>
            </p:nvSpPr>
            <p:spPr>
              <a:xfrm>
                <a:off x="612720" y="57643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11" name="Freeform 30"/>
              <p:cNvSpPr/>
              <p:nvPr/>
            </p:nvSpPr>
            <p:spPr>
              <a:xfrm>
                <a:off x="669960" y="6330960"/>
                <a:ext cx="417240" cy="51732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7320"/>
                  <a:gd name="textAreaBottom" fmla="*/ 517680 h 517320"/>
                </a:gdLst>
                <a:ah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12" name="Freeform 31"/>
              <p:cNvSpPr/>
              <p:nvPr/>
            </p:nvSpPr>
            <p:spPr>
              <a:xfrm>
                <a:off x="1049400" y="6221520"/>
                <a:ext cx="156960" cy="1472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613" name="Group 9"/>
            <p:cNvGrpSpPr/>
            <p:nvPr/>
          </p:nvGrpSpPr>
          <p:grpSpPr>
            <a:xfrm>
              <a:off x="11364840" y="0"/>
              <a:ext cx="674280" cy="6848280"/>
              <a:chOff x="11364840" y="0"/>
              <a:chExt cx="674280" cy="6848280"/>
            </a:xfrm>
          </p:grpSpPr>
          <p:sp>
            <p:nvSpPr>
              <p:cNvPr id="614" name="Freeform 32"/>
              <p:cNvSpPr/>
              <p:nvPr/>
            </p:nvSpPr>
            <p:spPr>
              <a:xfrm>
                <a:off x="11484000" y="0"/>
                <a:ext cx="417240" cy="51228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2280"/>
                  <a:gd name="textAreaBottom" fmla="*/ 512640 h 512280"/>
                </a:gdLst>
                <a:ah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15" name="Freeform 33"/>
              <p:cNvSpPr/>
              <p:nvPr/>
            </p:nvSpPr>
            <p:spPr>
              <a:xfrm>
                <a:off x="11364840" y="474840"/>
                <a:ext cx="156960" cy="15192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1920"/>
                  <a:gd name="textAreaBottom" fmla="*/ 152280 h 151920"/>
                </a:gdLst>
                <a:ah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16" name="Freeform 34"/>
              <p:cNvSpPr/>
              <p:nvPr/>
            </p:nvSpPr>
            <p:spPr>
              <a:xfrm>
                <a:off x="11631600" y="1539720"/>
                <a:ext cx="188640" cy="19008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17" name="Freeform 35"/>
              <p:cNvSpPr/>
              <p:nvPr/>
            </p:nvSpPr>
            <p:spPr>
              <a:xfrm>
                <a:off x="11531520" y="5694480"/>
                <a:ext cx="298080" cy="1153800"/>
              </a:xfrm>
              <a:custGeom>
                <a:avLst/>
                <a:gdLst>
                  <a:gd name="textAreaLeft" fmla="*/ 0 w 298080"/>
                  <a:gd name="textAreaRight" fmla="*/ 298440 w 298080"/>
                  <a:gd name="textAreaTop" fmla="*/ 0 h 1153800"/>
                  <a:gd name="textAreaBottom" fmla="*/ 1154160 h 1153800"/>
                </a:gdLst>
                <a:ah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18" name="Freeform 36"/>
              <p:cNvSpPr/>
              <p:nvPr/>
            </p:nvSpPr>
            <p:spPr>
              <a:xfrm>
                <a:off x="11773080" y="5551560"/>
                <a:ext cx="156960" cy="15516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5160"/>
                  <a:gd name="textAreaBottom" fmla="*/ 155520 h 155160"/>
                </a:gdLst>
                <a:ah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19" name="Freeform 37"/>
              <p:cNvSpPr/>
              <p:nvPr/>
            </p:nvSpPr>
            <p:spPr>
              <a:xfrm>
                <a:off x="11711160" y="4680"/>
                <a:ext cx="304560" cy="1544400"/>
              </a:xfrm>
              <a:custGeom>
                <a:avLst/>
                <a:gdLst>
                  <a:gd name="textAreaLeft" fmla="*/ 0 w 304560"/>
                  <a:gd name="textAreaRight" fmla="*/ 304920 w 304560"/>
                  <a:gd name="textAreaTop" fmla="*/ 0 h 1544400"/>
                  <a:gd name="textAreaBottom" fmla="*/ 1544760 h 1544400"/>
                </a:gdLst>
                <a:ah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20" name="Freeform 38"/>
              <p:cNvSpPr/>
              <p:nvPr/>
            </p:nvSpPr>
            <p:spPr>
              <a:xfrm>
                <a:off x="11636280" y="4867200"/>
                <a:ext cx="188640" cy="18864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21" name="Freeform 39"/>
              <p:cNvSpPr/>
              <p:nvPr/>
            </p:nvSpPr>
            <p:spPr>
              <a:xfrm>
                <a:off x="11441160" y="5046840"/>
                <a:ext cx="307440" cy="1801440"/>
              </a:xfrm>
              <a:custGeom>
                <a:avLst/>
                <a:gdLst>
                  <a:gd name="textAreaLeft" fmla="*/ 0 w 307440"/>
                  <a:gd name="textAreaRight" fmla="*/ 307800 w 30744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22" name="Freeform 40"/>
              <p:cNvSpPr/>
              <p:nvPr/>
            </p:nvSpPr>
            <p:spPr>
              <a:xfrm>
                <a:off x="11849040" y="641664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23" name="Rectangle 41"/>
              <p:cNvSpPr/>
              <p:nvPr/>
            </p:nvSpPr>
            <p:spPr>
              <a:xfrm>
                <a:off x="11939760" y="6595920"/>
                <a:ext cx="23400" cy="252000"/>
              </a:xfrm>
              <a:prstGeom prst="rect">
                <a:avLst/>
              </a:pr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624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600" spc="-1" strike="noStrike" cap="all">
                <a:solidFill>
                  <a:schemeClr val="dk1"/>
                </a:solidFill>
                <a:latin typeface="Tw Cen MT"/>
              </a:rPr>
              <a:t>Click to edit Master title style</a:t>
            </a:r>
            <a:endParaRPr b="0" lang="en-US" sz="36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625" name="PlaceHolder 2"/>
          <p:cNvSpPr>
            <a:spLocks noGrp="1"/>
          </p:cNvSpPr>
          <p:nvPr>
            <p:ph type="body"/>
          </p:nvPr>
        </p:nvSpPr>
        <p:spPr>
          <a:xfrm>
            <a:off x="1141560" y="2249640"/>
            <a:ext cx="4878000" cy="35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Tw Cen MT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Tw Cen MT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Tw Cen MT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Tw Cen MT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Tw Cen MT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Tw Cen MT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Tw Cen MT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Tw Cen MT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626" name="PlaceHolder 3"/>
          <p:cNvSpPr>
            <a:spLocks noGrp="1"/>
          </p:cNvSpPr>
          <p:nvPr>
            <p:ph type="body"/>
          </p:nvPr>
        </p:nvSpPr>
        <p:spPr>
          <a:xfrm>
            <a:off x="6172200" y="2249640"/>
            <a:ext cx="4874760" cy="35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Tw Cen MT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Tw Cen MT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Tw Cen MT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Tw Cen MT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Tw Cen MT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Tw Cen MT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Tw Cen MT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Tw Cen MT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627" name="PlaceHolder 4"/>
          <p:cNvSpPr>
            <a:spLocks noGrp="1"/>
          </p:cNvSpPr>
          <p:nvPr>
            <p:ph type="dt" idx="34"/>
          </p:nvPr>
        </p:nvSpPr>
        <p:spPr>
          <a:xfrm>
            <a:off x="745704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BE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BE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rPr>
              <a:t>&lt;date/time&gt;</a:t>
            </a:r>
            <a:endParaRPr b="0" lang="en-US" sz="105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28" name="PlaceHolder 5"/>
          <p:cNvSpPr>
            <a:spLocks noGrp="1"/>
          </p:cNvSpPr>
          <p:nvPr>
            <p:ph type="ftr" idx="35"/>
          </p:nvPr>
        </p:nvSpPr>
        <p:spPr>
          <a:xfrm>
            <a:off x="1141560" y="588312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50" spc="-1" strike="noStrike" cap="all">
                <a:solidFill>
                  <a:schemeClr val="dk1">
                    <a:tint val="75000"/>
                  </a:schemeClr>
                </a:solidFill>
                <a:latin typeface="Tw Cen MT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050" spc="-1" strike="noStrike" cap="all">
                <a:solidFill>
                  <a:schemeClr val="dk1">
                    <a:tint val="75000"/>
                  </a:schemeClr>
                </a:solidFill>
                <a:latin typeface="Tw Cen MT"/>
              </a:rPr>
              <a:t>&lt;footer&gt;</a:t>
            </a:r>
            <a:endParaRPr b="0" lang="en-US" sz="105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29" name="PlaceHolder 6"/>
          <p:cNvSpPr>
            <a:spLocks noGrp="1"/>
          </p:cNvSpPr>
          <p:nvPr>
            <p:ph type="sldNum" idx="36"/>
          </p:nvPr>
        </p:nvSpPr>
        <p:spPr>
          <a:xfrm>
            <a:off x="10276200" y="5883120"/>
            <a:ext cx="770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BE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2AEFDCE-109F-4E0F-9171-0DE4DB53C192}" type="slidenum">
              <a:rPr b="0" lang="en-BE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rPr>
              <a:t>&lt;number&gt;</a:t>
            </a:fld>
            <a:endParaRPr b="0" lang="en-US" sz="105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4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3" name="Picture 2" descr="\\DROBO-FS\QuickDrops\JB\PPTX NG\Droplets\LightingOverlay.png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grpSp>
        <p:nvGrpSpPr>
          <p:cNvPr id="634" name="Group 7"/>
          <p:cNvGrpSpPr/>
          <p:nvPr/>
        </p:nvGrpSpPr>
        <p:grpSpPr>
          <a:xfrm>
            <a:off x="-14400" y="0"/>
            <a:ext cx="12053520" cy="6857640"/>
            <a:chOff x="-14400" y="0"/>
            <a:chExt cx="12053520" cy="6857640"/>
          </a:xfrm>
        </p:grpSpPr>
        <p:grpSp>
          <p:nvGrpSpPr>
            <p:cNvPr id="635" name="Group 8"/>
            <p:cNvGrpSpPr/>
            <p:nvPr/>
          </p:nvGrpSpPr>
          <p:grpSpPr>
            <a:xfrm>
              <a:off x="-14400" y="0"/>
              <a:ext cx="1220760" cy="6857640"/>
              <a:chOff x="-14400" y="0"/>
              <a:chExt cx="1220760" cy="6857640"/>
            </a:xfrm>
          </p:grpSpPr>
          <p:sp>
            <p:nvSpPr>
              <p:cNvPr id="636" name="Rectangle 5"/>
              <p:cNvSpPr/>
              <p:nvPr/>
            </p:nvSpPr>
            <p:spPr>
              <a:xfrm>
                <a:off x="114480" y="468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37" name="Freeform 6"/>
              <p:cNvSpPr/>
              <p:nvPr/>
            </p:nvSpPr>
            <p:spPr>
              <a:xfrm>
                <a:off x="33480" y="217656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38" name="Freeform 7"/>
              <p:cNvSpPr/>
              <p:nvPr/>
            </p:nvSpPr>
            <p:spPr>
              <a:xfrm>
                <a:off x="28440" y="4021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39" name="Freeform 8"/>
              <p:cNvSpPr/>
              <p:nvPr/>
            </p:nvSpPr>
            <p:spPr>
              <a:xfrm>
                <a:off x="200160" y="4680"/>
                <a:ext cx="369360" cy="181080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10800"/>
                  <a:gd name="textAreaBottom" fmla="*/ 1811160 h 1810800"/>
                </a:gdLst>
                <a:ah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40" name="Freeform 9"/>
              <p:cNvSpPr/>
              <p:nvPr/>
            </p:nvSpPr>
            <p:spPr>
              <a:xfrm>
                <a:off x="503280" y="18018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41" name="Freeform 10"/>
              <p:cNvSpPr/>
              <p:nvPr/>
            </p:nvSpPr>
            <p:spPr>
              <a:xfrm>
                <a:off x="285840" y="4680"/>
                <a:ext cx="369360" cy="142992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429920"/>
                  <a:gd name="textAreaBottom" fmla="*/ 1430280 h 1429920"/>
                </a:gdLst>
                <a:ah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42" name="Freeform 11"/>
              <p:cNvSpPr/>
              <p:nvPr/>
            </p:nvSpPr>
            <p:spPr>
              <a:xfrm>
                <a:off x="546120" y="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43" name="Freeform 12"/>
              <p:cNvSpPr/>
              <p:nvPr/>
            </p:nvSpPr>
            <p:spPr>
              <a:xfrm>
                <a:off x="588960" y="14209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44" name="Freeform 13"/>
              <p:cNvSpPr/>
              <p:nvPr/>
            </p:nvSpPr>
            <p:spPr>
              <a:xfrm>
                <a:off x="588960" y="9032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45" name="Freeform 14"/>
              <p:cNvSpPr/>
              <p:nvPr/>
            </p:nvSpPr>
            <p:spPr>
              <a:xfrm>
                <a:off x="641520" y="0"/>
                <a:ext cx="421920" cy="526680"/>
              </a:xfrm>
              <a:custGeom>
                <a:avLst/>
                <a:gdLst>
                  <a:gd name="textAreaLeft" fmla="*/ 0 w 421920"/>
                  <a:gd name="textAreaRight" fmla="*/ 422280 w 421920"/>
                  <a:gd name="textAreaTop" fmla="*/ 0 h 526680"/>
                  <a:gd name="textAreaBottom" fmla="*/ 527040 h 526680"/>
                </a:gdLst>
                <a:ah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46" name="Freeform 15"/>
              <p:cNvSpPr/>
              <p:nvPr/>
            </p:nvSpPr>
            <p:spPr>
              <a:xfrm>
                <a:off x="1020600" y="488880"/>
                <a:ext cx="161640" cy="1472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47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t" anchorCtr="1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48" name="Freeform 17"/>
              <p:cNvSpPr/>
              <p:nvPr/>
            </p:nvSpPr>
            <p:spPr>
              <a:xfrm>
                <a:off x="9360" y="1801800"/>
                <a:ext cx="123480" cy="1267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6720"/>
                  <a:gd name="textAreaBottom" fmla="*/ 127080 h 126720"/>
                </a:gdLst>
                <a:ah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49" name="Freeform 18"/>
              <p:cNvSpPr/>
              <p:nvPr/>
            </p:nvSpPr>
            <p:spPr>
              <a:xfrm>
                <a:off x="-9360" y="3549600"/>
                <a:ext cx="147240" cy="480600"/>
              </a:xfrm>
              <a:custGeom>
                <a:avLst/>
                <a:gdLst>
                  <a:gd name="textAreaLeft" fmla="*/ 0 w 147240"/>
                  <a:gd name="textAreaRight" fmla="*/ 147600 w 147240"/>
                  <a:gd name="textAreaTop" fmla="*/ 0 h 480600"/>
                  <a:gd name="textAreaBottom" fmla="*/ 480960 h 480600"/>
                </a:gdLst>
                <a:ah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50" name="Freeform 19"/>
              <p:cNvSpPr/>
              <p:nvPr/>
            </p:nvSpPr>
            <p:spPr>
              <a:xfrm>
                <a:off x="128520" y="1382760"/>
                <a:ext cx="142560" cy="475920"/>
              </a:xfrm>
              <a:custGeom>
                <a:avLst/>
                <a:gdLst>
                  <a:gd name="textAreaLeft" fmla="*/ 0 w 142560"/>
                  <a:gd name="textAreaRight" fmla="*/ 142920 w 142560"/>
                  <a:gd name="textAreaTop" fmla="*/ 0 h 475920"/>
                  <a:gd name="textAreaBottom" fmla="*/ 476280 h 475920"/>
                </a:gdLst>
                <a:ah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51" name="Freeform 20"/>
              <p:cNvSpPr/>
              <p:nvPr/>
            </p:nvSpPr>
            <p:spPr>
              <a:xfrm>
                <a:off x="204840" y="1849320"/>
                <a:ext cx="114120" cy="10764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107640"/>
                  <a:gd name="textAreaBottom" fmla="*/ 108000 h 107640"/>
                </a:gdLst>
                <a:ah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52" name="Rectangle 21"/>
              <p:cNvSpPr/>
              <p:nvPr/>
            </p:nvSpPr>
            <p:spPr>
              <a:xfrm>
                <a:off x="133200" y="466236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53" name="Freeform 22"/>
              <p:cNvSpPr/>
              <p:nvPr/>
            </p:nvSpPr>
            <p:spPr>
              <a:xfrm>
                <a:off x="223920" y="5041800"/>
                <a:ext cx="369360" cy="180144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54" name="Freeform 23"/>
              <p:cNvSpPr/>
              <p:nvPr/>
            </p:nvSpPr>
            <p:spPr>
              <a:xfrm>
                <a:off x="52560" y="4481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55" name="Freeform 24"/>
              <p:cNvSpPr/>
              <p:nvPr/>
            </p:nvSpPr>
            <p:spPr>
              <a:xfrm>
                <a:off x="-14400" y="5627520"/>
                <a:ext cx="85320" cy="12157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1215720"/>
                  <a:gd name="textAreaBottom" fmla="*/ 1216080 h 1215720"/>
                </a:gdLst>
                <a:ah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56" name="Freeform 25"/>
              <p:cNvSpPr/>
              <p:nvPr/>
            </p:nvSpPr>
            <p:spPr>
              <a:xfrm>
                <a:off x="527040" y="4867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57" name="Freeform 26"/>
              <p:cNvSpPr/>
              <p:nvPr/>
            </p:nvSpPr>
            <p:spPr>
              <a:xfrm>
                <a:off x="309600" y="5423040"/>
                <a:ext cx="374400" cy="1425240"/>
              </a:xfrm>
              <a:custGeom>
                <a:avLst/>
                <a:gdLst>
                  <a:gd name="textAreaLeft" fmla="*/ 0 w 374400"/>
                  <a:gd name="textAreaRight" fmla="*/ 374760 w 374400"/>
                  <a:gd name="textAreaTop" fmla="*/ 0 h 1425240"/>
                  <a:gd name="textAreaBottom" fmla="*/ 1425600 h 1425240"/>
                </a:gdLst>
                <a:ah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58" name="Freeform 27"/>
              <p:cNvSpPr/>
              <p:nvPr/>
            </p:nvSpPr>
            <p:spPr>
              <a:xfrm>
                <a:off x="569880" y="594504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59" name="Freeform 28"/>
              <p:cNvSpPr/>
              <p:nvPr/>
            </p:nvSpPr>
            <p:spPr>
              <a:xfrm>
                <a:off x="612720" y="5246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60" name="Freeform 29"/>
              <p:cNvSpPr/>
              <p:nvPr/>
            </p:nvSpPr>
            <p:spPr>
              <a:xfrm>
                <a:off x="612720" y="57643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61" name="Freeform 30"/>
              <p:cNvSpPr/>
              <p:nvPr/>
            </p:nvSpPr>
            <p:spPr>
              <a:xfrm>
                <a:off x="669960" y="6330960"/>
                <a:ext cx="417240" cy="51732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7320"/>
                  <a:gd name="textAreaBottom" fmla="*/ 517680 h 517320"/>
                </a:gdLst>
                <a:ah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62" name="Freeform 31"/>
              <p:cNvSpPr/>
              <p:nvPr/>
            </p:nvSpPr>
            <p:spPr>
              <a:xfrm>
                <a:off x="1049400" y="6221520"/>
                <a:ext cx="156960" cy="1472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663" name="Group 9"/>
            <p:cNvGrpSpPr/>
            <p:nvPr/>
          </p:nvGrpSpPr>
          <p:grpSpPr>
            <a:xfrm>
              <a:off x="11364840" y="0"/>
              <a:ext cx="674280" cy="6848280"/>
              <a:chOff x="11364840" y="0"/>
              <a:chExt cx="674280" cy="6848280"/>
            </a:xfrm>
          </p:grpSpPr>
          <p:sp>
            <p:nvSpPr>
              <p:cNvPr id="664" name="Freeform 32"/>
              <p:cNvSpPr/>
              <p:nvPr/>
            </p:nvSpPr>
            <p:spPr>
              <a:xfrm>
                <a:off x="11484000" y="0"/>
                <a:ext cx="417240" cy="51228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2280"/>
                  <a:gd name="textAreaBottom" fmla="*/ 512640 h 512280"/>
                </a:gdLst>
                <a:ah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65" name="Freeform 33"/>
              <p:cNvSpPr/>
              <p:nvPr/>
            </p:nvSpPr>
            <p:spPr>
              <a:xfrm>
                <a:off x="11364840" y="474840"/>
                <a:ext cx="156960" cy="15192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1920"/>
                  <a:gd name="textAreaBottom" fmla="*/ 152280 h 151920"/>
                </a:gdLst>
                <a:ah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66" name="Freeform 34"/>
              <p:cNvSpPr/>
              <p:nvPr/>
            </p:nvSpPr>
            <p:spPr>
              <a:xfrm>
                <a:off x="11631600" y="1539720"/>
                <a:ext cx="188640" cy="19008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67" name="Freeform 35"/>
              <p:cNvSpPr/>
              <p:nvPr/>
            </p:nvSpPr>
            <p:spPr>
              <a:xfrm>
                <a:off x="11531520" y="5694480"/>
                <a:ext cx="298080" cy="1153800"/>
              </a:xfrm>
              <a:custGeom>
                <a:avLst/>
                <a:gdLst>
                  <a:gd name="textAreaLeft" fmla="*/ 0 w 298080"/>
                  <a:gd name="textAreaRight" fmla="*/ 298440 w 298080"/>
                  <a:gd name="textAreaTop" fmla="*/ 0 h 1153800"/>
                  <a:gd name="textAreaBottom" fmla="*/ 1154160 h 1153800"/>
                </a:gdLst>
                <a:ah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68" name="Freeform 36"/>
              <p:cNvSpPr/>
              <p:nvPr/>
            </p:nvSpPr>
            <p:spPr>
              <a:xfrm>
                <a:off x="11773080" y="5551560"/>
                <a:ext cx="156960" cy="15516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5160"/>
                  <a:gd name="textAreaBottom" fmla="*/ 155520 h 155160"/>
                </a:gdLst>
                <a:ah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69" name="Freeform 37"/>
              <p:cNvSpPr/>
              <p:nvPr/>
            </p:nvSpPr>
            <p:spPr>
              <a:xfrm>
                <a:off x="11711160" y="4680"/>
                <a:ext cx="304560" cy="1544400"/>
              </a:xfrm>
              <a:custGeom>
                <a:avLst/>
                <a:gdLst>
                  <a:gd name="textAreaLeft" fmla="*/ 0 w 304560"/>
                  <a:gd name="textAreaRight" fmla="*/ 304920 w 304560"/>
                  <a:gd name="textAreaTop" fmla="*/ 0 h 1544400"/>
                  <a:gd name="textAreaBottom" fmla="*/ 1544760 h 1544400"/>
                </a:gdLst>
                <a:ah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70" name="Freeform 38"/>
              <p:cNvSpPr/>
              <p:nvPr/>
            </p:nvSpPr>
            <p:spPr>
              <a:xfrm>
                <a:off x="11636280" y="4867200"/>
                <a:ext cx="188640" cy="18864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71" name="Freeform 39"/>
              <p:cNvSpPr/>
              <p:nvPr/>
            </p:nvSpPr>
            <p:spPr>
              <a:xfrm>
                <a:off x="11441160" y="5046840"/>
                <a:ext cx="307440" cy="1801440"/>
              </a:xfrm>
              <a:custGeom>
                <a:avLst/>
                <a:gdLst>
                  <a:gd name="textAreaLeft" fmla="*/ 0 w 307440"/>
                  <a:gd name="textAreaRight" fmla="*/ 307800 w 30744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72" name="Freeform 40"/>
              <p:cNvSpPr/>
              <p:nvPr/>
            </p:nvSpPr>
            <p:spPr>
              <a:xfrm>
                <a:off x="11849040" y="641664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73" name="Rectangle 41"/>
              <p:cNvSpPr/>
              <p:nvPr/>
            </p:nvSpPr>
            <p:spPr>
              <a:xfrm>
                <a:off x="11939760" y="6595920"/>
                <a:ext cx="23400" cy="252000"/>
              </a:xfrm>
              <a:prstGeom prst="rect">
                <a:avLst/>
              </a:pr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674" name="PlaceHolder 1"/>
          <p:cNvSpPr>
            <a:spLocks noGrp="1"/>
          </p:cNvSpPr>
          <p:nvPr>
            <p:ph type="title"/>
          </p:nvPr>
        </p:nvSpPr>
        <p:spPr>
          <a:xfrm>
            <a:off x="1141560" y="619200"/>
            <a:ext cx="9905760" cy="1477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600" spc="-1" strike="noStrike" cap="all">
                <a:solidFill>
                  <a:schemeClr val="dk1"/>
                </a:solidFill>
                <a:latin typeface="Tw Cen MT"/>
              </a:rPr>
              <a:t>Click to edit Master title style</a:t>
            </a:r>
            <a:endParaRPr b="0" lang="en-US" sz="36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675" name="PlaceHolder 2"/>
          <p:cNvSpPr>
            <a:spLocks noGrp="1"/>
          </p:cNvSpPr>
          <p:nvPr>
            <p:ph type="body"/>
          </p:nvPr>
        </p:nvSpPr>
        <p:spPr>
          <a:xfrm>
            <a:off x="1370160" y="2249640"/>
            <a:ext cx="464940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 cap="all">
                <a:solidFill>
                  <a:schemeClr val="dk1"/>
                </a:solidFill>
                <a:latin typeface="Tw Cen MT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676" name="PlaceHolder 3"/>
          <p:cNvSpPr>
            <a:spLocks noGrp="1"/>
          </p:cNvSpPr>
          <p:nvPr>
            <p:ph type="body"/>
          </p:nvPr>
        </p:nvSpPr>
        <p:spPr>
          <a:xfrm>
            <a:off x="1141560" y="3073320"/>
            <a:ext cx="4878000" cy="271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Tw Cen MT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Tw Cen MT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Tw Cen MT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Tw Cen MT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Tw Cen MT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Tw Cen MT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Tw Cen MT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Tw Cen MT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677" name="PlaceHolder 4"/>
          <p:cNvSpPr>
            <a:spLocks noGrp="1"/>
          </p:cNvSpPr>
          <p:nvPr>
            <p:ph type="body"/>
          </p:nvPr>
        </p:nvSpPr>
        <p:spPr>
          <a:xfrm>
            <a:off x="6400800" y="2249640"/>
            <a:ext cx="46461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 cap="all">
                <a:solidFill>
                  <a:schemeClr val="dk1"/>
                </a:solidFill>
                <a:latin typeface="Tw Cen MT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678" name="PlaceHolder 5"/>
          <p:cNvSpPr>
            <a:spLocks noGrp="1"/>
          </p:cNvSpPr>
          <p:nvPr>
            <p:ph type="body"/>
          </p:nvPr>
        </p:nvSpPr>
        <p:spPr>
          <a:xfrm>
            <a:off x="6172200" y="3073320"/>
            <a:ext cx="4874760" cy="271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Tw Cen MT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Tw Cen MT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Tw Cen MT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Tw Cen MT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Tw Cen MT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Tw Cen MT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Tw Cen MT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Tw Cen MT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679" name="PlaceHolder 6"/>
          <p:cNvSpPr>
            <a:spLocks noGrp="1"/>
          </p:cNvSpPr>
          <p:nvPr>
            <p:ph type="dt" idx="37"/>
          </p:nvPr>
        </p:nvSpPr>
        <p:spPr>
          <a:xfrm>
            <a:off x="745704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BE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BE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rPr>
              <a:t>&lt;date/time&gt;</a:t>
            </a:r>
            <a:endParaRPr b="0" lang="en-US" sz="105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0" name="PlaceHolder 7"/>
          <p:cNvSpPr>
            <a:spLocks noGrp="1"/>
          </p:cNvSpPr>
          <p:nvPr>
            <p:ph type="ftr" idx="38"/>
          </p:nvPr>
        </p:nvSpPr>
        <p:spPr>
          <a:xfrm>
            <a:off x="1141560" y="588312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50" spc="-1" strike="noStrike" cap="all">
                <a:solidFill>
                  <a:schemeClr val="dk1">
                    <a:tint val="75000"/>
                  </a:schemeClr>
                </a:solidFill>
                <a:latin typeface="Tw Cen MT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050" spc="-1" strike="noStrike" cap="all">
                <a:solidFill>
                  <a:schemeClr val="dk1">
                    <a:tint val="75000"/>
                  </a:schemeClr>
                </a:solidFill>
                <a:latin typeface="Tw Cen MT"/>
              </a:rPr>
              <a:t>&lt;footer&gt;</a:t>
            </a:r>
            <a:endParaRPr b="0" lang="en-US" sz="105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1" name="PlaceHolder 8"/>
          <p:cNvSpPr>
            <a:spLocks noGrp="1"/>
          </p:cNvSpPr>
          <p:nvPr>
            <p:ph type="sldNum" idx="39"/>
          </p:nvPr>
        </p:nvSpPr>
        <p:spPr>
          <a:xfrm>
            <a:off x="10276200" y="5883120"/>
            <a:ext cx="770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BE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6D0D0FA-74E6-4DA9-9D31-91F2BF390EA5}" type="slidenum">
              <a:rPr b="0" lang="en-BE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rPr>
              <a:t>&lt;number&gt;</a:t>
            </a:fld>
            <a:endParaRPr b="0" lang="en-US" sz="105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4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Picture 2" descr="\\DROBO-FS\QuickDrops\JB\PPTX NG\Droplets\LightingOverlay.png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grpSp>
        <p:nvGrpSpPr>
          <p:cNvPr id="683" name="Group 7"/>
          <p:cNvGrpSpPr/>
          <p:nvPr/>
        </p:nvGrpSpPr>
        <p:grpSpPr>
          <a:xfrm>
            <a:off x="-14400" y="0"/>
            <a:ext cx="12053520" cy="6857640"/>
            <a:chOff x="-14400" y="0"/>
            <a:chExt cx="12053520" cy="6857640"/>
          </a:xfrm>
        </p:grpSpPr>
        <p:grpSp>
          <p:nvGrpSpPr>
            <p:cNvPr id="684" name="Group 8"/>
            <p:cNvGrpSpPr/>
            <p:nvPr/>
          </p:nvGrpSpPr>
          <p:grpSpPr>
            <a:xfrm>
              <a:off x="-14400" y="0"/>
              <a:ext cx="1220760" cy="6857640"/>
              <a:chOff x="-14400" y="0"/>
              <a:chExt cx="1220760" cy="6857640"/>
            </a:xfrm>
          </p:grpSpPr>
          <p:sp>
            <p:nvSpPr>
              <p:cNvPr id="685" name="Rectangle 5"/>
              <p:cNvSpPr/>
              <p:nvPr/>
            </p:nvSpPr>
            <p:spPr>
              <a:xfrm>
                <a:off x="114480" y="468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86" name="Freeform 6"/>
              <p:cNvSpPr/>
              <p:nvPr/>
            </p:nvSpPr>
            <p:spPr>
              <a:xfrm>
                <a:off x="33480" y="217656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87" name="Freeform 7"/>
              <p:cNvSpPr/>
              <p:nvPr/>
            </p:nvSpPr>
            <p:spPr>
              <a:xfrm>
                <a:off x="28440" y="4021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88" name="Freeform 8"/>
              <p:cNvSpPr/>
              <p:nvPr/>
            </p:nvSpPr>
            <p:spPr>
              <a:xfrm>
                <a:off x="200160" y="4680"/>
                <a:ext cx="369360" cy="181080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10800"/>
                  <a:gd name="textAreaBottom" fmla="*/ 1811160 h 1810800"/>
                </a:gdLst>
                <a:ah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89" name="Freeform 9"/>
              <p:cNvSpPr/>
              <p:nvPr/>
            </p:nvSpPr>
            <p:spPr>
              <a:xfrm>
                <a:off x="503280" y="18018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90" name="Freeform 10"/>
              <p:cNvSpPr/>
              <p:nvPr/>
            </p:nvSpPr>
            <p:spPr>
              <a:xfrm>
                <a:off x="285840" y="4680"/>
                <a:ext cx="369360" cy="142992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429920"/>
                  <a:gd name="textAreaBottom" fmla="*/ 1430280 h 1429920"/>
                </a:gdLst>
                <a:ah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91" name="Freeform 11"/>
              <p:cNvSpPr/>
              <p:nvPr/>
            </p:nvSpPr>
            <p:spPr>
              <a:xfrm>
                <a:off x="546120" y="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92" name="Freeform 12"/>
              <p:cNvSpPr/>
              <p:nvPr/>
            </p:nvSpPr>
            <p:spPr>
              <a:xfrm>
                <a:off x="588960" y="14209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93" name="Freeform 13"/>
              <p:cNvSpPr/>
              <p:nvPr/>
            </p:nvSpPr>
            <p:spPr>
              <a:xfrm>
                <a:off x="588960" y="9032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94" name="Freeform 14"/>
              <p:cNvSpPr/>
              <p:nvPr/>
            </p:nvSpPr>
            <p:spPr>
              <a:xfrm>
                <a:off x="641520" y="0"/>
                <a:ext cx="421920" cy="526680"/>
              </a:xfrm>
              <a:custGeom>
                <a:avLst/>
                <a:gdLst>
                  <a:gd name="textAreaLeft" fmla="*/ 0 w 421920"/>
                  <a:gd name="textAreaRight" fmla="*/ 422280 w 421920"/>
                  <a:gd name="textAreaTop" fmla="*/ 0 h 526680"/>
                  <a:gd name="textAreaBottom" fmla="*/ 527040 h 526680"/>
                </a:gdLst>
                <a:ah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95" name="Freeform 15"/>
              <p:cNvSpPr/>
              <p:nvPr/>
            </p:nvSpPr>
            <p:spPr>
              <a:xfrm>
                <a:off x="1020600" y="488880"/>
                <a:ext cx="161640" cy="1472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96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t" anchorCtr="1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97" name="Freeform 17"/>
              <p:cNvSpPr/>
              <p:nvPr/>
            </p:nvSpPr>
            <p:spPr>
              <a:xfrm>
                <a:off x="9360" y="1801800"/>
                <a:ext cx="123480" cy="1267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6720"/>
                  <a:gd name="textAreaBottom" fmla="*/ 127080 h 126720"/>
                </a:gdLst>
                <a:ah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98" name="Freeform 18"/>
              <p:cNvSpPr/>
              <p:nvPr/>
            </p:nvSpPr>
            <p:spPr>
              <a:xfrm>
                <a:off x="-9360" y="3549600"/>
                <a:ext cx="147240" cy="480600"/>
              </a:xfrm>
              <a:custGeom>
                <a:avLst/>
                <a:gdLst>
                  <a:gd name="textAreaLeft" fmla="*/ 0 w 147240"/>
                  <a:gd name="textAreaRight" fmla="*/ 147600 w 147240"/>
                  <a:gd name="textAreaTop" fmla="*/ 0 h 480600"/>
                  <a:gd name="textAreaBottom" fmla="*/ 480960 h 480600"/>
                </a:gdLst>
                <a:ah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99" name="Freeform 19"/>
              <p:cNvSpPr/>
              <p:nvPr/>
            </p:nvSpPr>
            <p:spPr>
              <a:xfrm>
                <a:off x="128520" y="1382760"/>
                <a:ext cx="142560" cy="475920"/>
              </a:xfrm>
              <a:custGeom>
                <a:avLst/>
                <a:gdLst>
                  <a:gd name="textAreaLeft" fmla="*/ 0 w 142560"/>
                  <a:gd name="textAreaRight" fmla="*/ 142920 w 142560"/>
                  <a:gd name="textAreaTop" fmla="*/ 0 h 475920"/>
                  <a:gd name="textAreaBottom" fmla="*/ 476280 h 475920"/>
                </a:gdLst>
                <a:ah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00" name="Freeform 20"/>
              <p:cNvSpPr/>
              <p:nvPr/>
            </p:nvSpPr>
            <p:spPr>
              <a:xfrm>
                <a:off x="204840" y="1849320"/>
                <a:ext cx="114120" cy="10764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107640"/>
                  <a:gd name="textAreaBottom" fmla="*/ 108000 h 107640"/>
                </a:gdLst>
                <a:ah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01" name="Rectangle 21"/>
              <p:cNvSpPr/>
              <p:nvPr/>
            </p:nvSpPr>
            <p:spPr>
              <a:xfrm>
                <a:off x="133200" y="466236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02" name="Freeform 22"/>
              <p:cNvSpPr/>
              <p:nvPr/>
            </p:nvSpPr>
            <p:spPr>
              <a:xfrm>
                <a:off x="223920" y="5041800"/>
                <a:ext cx="369360" cy="180144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03" name="Freeform 23"/>
              <p:cNvSpPr/>
              <p:nvPr/>
            </p:nvSpPr>
            <p:spPr>
              <a:xfrm>
                <a:off x="52560" y="4481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04" name="Freeform 24"/>
              <p:cNvSpPr/>
              <p:nvPr/>
            </p:nvSpPr>
            <p:spPr>
              <a:xfrm>
                <a:off x="-14400" y="5627520"/>
                <a:ext cx="85320" cy="12157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1215720"/>
                  <a:gd name="textAreaBottom" fmla="*/ 1216080 h 1215720"/>
                </a:gdLst>
                <a:ah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05" name="Freeform 25"/>
              <p:cNvSpPr/>
              <p:nvPr/>
            </p:nvSpPr>
            <p:spPr>
              <a:xfrm>
                <a:off x="527040" y="4867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06" name="Freeform 26"/>
              <p:cNvSpPr/>
              <p:nvPr/>
            </p:nvSpPr>
            <p:spPr>
              <a:xfrm>
                <a:off x="309600" y="5423040"/>
                <a:ext cx="374400" cy="1425240"/>
              </a:xfrm>
              <a:custGeom>
                <a:avLst/>
                <a:gdLst>
                  <a:gd name="textAreaLeft" fmla="*/ 0 w 374400"/>
                  <a:gd name="textAreaRight" fmla="*/ 374760 w 374400"/>
                  <a:gd name="textAreaTop" fmla="*/ 0 h 1425240"/>
                  <a:gd name="textAreaBottom" fmla="*/ 1425600 h 1425240"/>
                </a:gdLst>
                <a:ah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07" name="Freeform 27"/>
              <p:cNvSpPr/>
              <p:nvPr/>
            </p:nvSpPr>
            <p:spPr>
              <a:xfrm>
                <a:off x="569880" y="594504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08" name="Freeform 28"/>
              <p:cNvSpPr/>
              <p:nvPr/>
            </p:nvSpPr>
            <p:spPr>
              <a:xfrm>
                <a:off x="612720" y="5246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09" name="Freeform 29"/>
              <p:cNvSpPr/>
              <p:nvPr/>
            </p:nvSpPr>
            <p:spPr>
              <a:xfrm>
                <a:off x="612720" y="57643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10" name="Freeform 30"/>
              <p:cNvSpPr/>
              <p:nvPr/>
            </p:nvSpPr>
            <p:spPr>
              <a:xfrm>
                <a:off x="669960" y="6330960"/>
                <a:ext cx="417240" cy="51732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7320"/>
                  <a:gd name="textAreaBottom" fmla="*/ 517680 h 517320"/>
                </a:gdLst>
                <a:ah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11" name="Freeform 31"/>
              <p:cNvSpPr/>
              <p:nvPr/>
            </p:nvSpPr>
            <p:spPr>
              <a:xfrm>
                <a:off x="1049400" y="6221520"/>
                <a:ext cx="156960" cy="1472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712" name="Group 9"/>
            <p:cNvGrpSpPr/>
            <p:nvPr/>
          </p:nvGrpSpPr>
          <p:grpSpPr>
            <a:xfrm>
              <a:off x="11364840" y="0"/>
              <a:ext cx="674280" cy="6848280"/>
              <a:chOff x="11364840" y="0"/>
              <a:chExt cx="674280" cy="6848280"/>
            </a:xfrm>
          </p:grpSpPr>
          <p:sp>
            <p:nvSpPr>
              <p:cNvPr id="713" name="Freeform 32"/>
              <p:cNvSpPr/>
              <p:nvPr/>
            </p:nvSpPr>
            <p:spPr>
              <a:xfrm>
                <a:off x="11484000" y="0"/>
                <a:ext cx="417240" cy="51228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2280"/>
                  <a:gd name="textAreaBottom" fmla="*/ 512640 h 512280"/>
                </a:gdLst>
                <a:ah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14" name="Freeform 33"/>
              <p:cNvSpPr/>
              <p:nvPr/>
            </p:nvSpPr>
            <p:spPr>
              <a:xfrm>
                <a:off x="11364840" y="474840"/>
                <a:ext cx="156960" cy="15192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1920"/>
                  <a:gd name="textAreaBottom" fmla="*/ 152280 h 151920"/>
                </a:gdLst>
                <a:ah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15" name="Freeform 34"/>
              <p:cNvSpPr/>
              <p:nvPr/>
            </p:nvSpPr>
            <p:spPr>
              <a:xfrm>
                <a:off x="11631600" y="1539720"/>
                <a:ext cx="188640" cy="19008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16" name="Freeform 35"/>
              <p:cNvSpPr/>
              <p:nvPr/>
            </p:nvSpPr>
            <p:spPr>
              <a:xfrm>
                <a:off x="11531520" y="5694480"/>
                <a:ext cx="298080" cy="1153800"/>
              </a:xfrm>
              <a:custGeom>
                <a:avLst/>
                <a:gdLst>
                  <a:gd name="textAreaLeft" fmla="*/ 0 w 298080"/>
                  <a:gd name="textAreaRight" fmla="*/ 298440 w 298080"/>
                  <a:gd name="textAreaTop" fmla="*/ 0 h 1153800"/>
                  <a:gd name="textAreaBottom" fmla="*/ 1154160 h 1153800"/>
                </a:gdLst>
                <a:ah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17" name="Freeform 36"/>
              <p:cNvSpPr/>
              <p:nvPr/>
            </p:nvSpPr>
            <p:spPr>
              <a:xfrm>
                <a:off x="11773080" y="5551560"/>
                <a:ext cx="156960" cy="15516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5160"/>
                  <a:gd name="textAreaBottom" fmla="*/ 155520 h 155160"/>
                </a:gdLst>
                <a:ah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18" name="Freeform 37"/>
              <p:cNvSpPr/>
              <p:nvPr/>
            </p:nvSpPr>
            <p:spPr>
              <a:xfrm>
                <a:off x="11711160" y="4680"/>
                <a:ext cx="304560" cy="1544400"/>
              </a:xfrm>
              <a:custGeom>
                <a:avLst/>
                <a:gdLst>
                  <a:gd name="textAreaLeft" fmla="*/ 0 w 304560"/>
                  <a:gd name="textAreaRight" fmla="*/ 304920 w 304560"/>
                  <a:gd name="textAreaTop" fmla="*/ 0 h 1544400"/>
                  <a:gd name="textAreaBottom" fmla="*/ 1544760 h 1544400"/>
                </a:gdLst>
                <a:ah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19" name="Freeform 38"/>
              <p:cNvSpPr/>
              <p:nvPr/>
            </p:nvSpPr>
            <p:spPr>
              <a:xfrm>
                <a:off x="11636280" y="4867200"/>
                <a:ext cx="188640" cy="18864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20" name="Freeform 39"/>
              <p:cNvSpPr/>
              <p:nvPr/>
            </p:nvSpPr>
            <p:spPr>
              <a:xfrm>
                <a:off x="11441160" y="5046840"/>
                <a:ext cx="307440" cy="1801440"/>
              </a:xfrm>
              <a:custGeom>
                <a:avLst/>
                <a:gdLst>
                  <a:gd name="textAreaLeft" fmla="*/ 0 w 307440"/>
                  <a:gd name="textAreaRight" fmla="*/ 307800 w 30744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21" name="Freeform 40"/>
              <p:cNvSpPr/>
              <p:nvPr/>
            </p:nvSpPr>
            <p:spPr>
              <a:xfrm>
                <a:off x="11849040" y="641664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22" name="Rectangle 41"/>
              <p:cNvSpPr/>
              <p:nvPr/>
            </p:nvSpPr>
            <p:spPr>
              <a:xfrm>
                <a:off x="11939760" y="6595920"/>
                <a:ext cx="23400" cy="252000"/>
              </a:xfrm>
              <a:prstGeom prst="rect">
                <a:avLst/>
              </a:pr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723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600" spc="-1" strike="noStrike" cap="all">
                <a:solidFill>
                  <a:schemeClr val="dk1"/>
                </a:solidFill>
                <a:latin typeface="Tw Cen MT"/>
              </a:rPr>
              <a:t>Click to edit Master title style</a:t>
            </a:r>
            <a:endParaRPr b="0" lang="en-US" sz="36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724" name="PlaceHolder 2"/>
          <p:cNvSpPr>
            <a:spLocks noGrp="1"/>
          </p:cNvSpPr>
          <p:nvPr>
            <p:ph type="dt" idx="40"/>
          </p:nvPr>
        </p:nvSpPr>
        <p:spPr>
          <a:xfrm>
            <a:off x="745704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BE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BE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rPr>
              <a:t>&lt;date/time&gt;</a:t>
            </a:r>
            <a:endParaRPr b="0" lang="en-US" sz="105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25" name="PlaceHolder 3"/>
          <p:cNvSpPr>
            <a:spLocks noGrp="1"/>
          </p:cNvSpPr>
          <p:nvPr>
            <p:ph type="ftr" idx="41"/>
          </p:nvPr>
        </p:nvSpPr>
        <p:spPr>
          <a:xfrm>
            <a:off x="1141560" y="588312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50" spc="-1" strike="noStrike" cap="all">
                <a:solidFill>
                  <a:schemeClr val="dk1">
                    <a:tint val="75000"/>
                  </a:schemeClr>
                </a:solidFill>
                <a:latin typeface="Tw Cen MT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050" spc="-1" strike="noStrike" cap="all">
                <a:solidFill>
                  <a:schemeClr val="dk1">
                    <a:tint val="75000"/>
                  </a:schemeClr>
                </a:solidFill>
                <a:latin typeface="Tw Cen MT"/>
              </a:rPr>
              <a:t>&lt;footer&gt;</a:t>
            </a:r>
            <a:endParaRPr b="0" lang="en-US" sz="105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26" name="PlaceHolder 4"/>
          <p:cNvSpPr>
            <a:spLocks noGrp="1"/>
          </p:cNvSpPr>
          <p:nvPr>
            <p:ph type="sldNum" idx="42"/>
          </p:nvPr>
        </p:nvSpPr>
        <p:spPr>
          <a:xfrm>
            <a:off x="10276200" y="5883120"/>
            <a:ext cx="770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BE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BE115FD-0E65-4313-A7B7-B41174BE5CA9}" type="slidenum">
              <a:rPr b="0" lang="en-BE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rPr>
              <a:t>&lt;number&gt;</a:t>
            </a:fld>
            <a:endParaRPr b="0" lang="en-US" sz="105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4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8" name="Picture 2" descr="\\DROBO-FS\QuickDrops\JB\PPTX NG\Droplets\LightingOverlay.png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grpSp>
        <p:nvGrpSpPr>
          <p:cNvPr id="729" name="Group 7"/>
          <p:cNvGrpSpPr/>
          <p:nvPr/>
        </p:nvGrpSpPr>
        <p:grpSpPr>
          <a:xfrm>
            <a:off x="-14400" y="0"/>
            <a:ext cx="12053520" cy="6857640"/>
            <a:chOff x="-14400" y="0"/>
            <a:chExt cx="12053520" cy="6857640"/>
          </a:xfrm>
        </p:grpSpPr>
        <p:grpSp>
          <p:nvGrpSpPr>
            <p:cNvPr id="730" name="Group 8"/>
            <p:cNvGrpSpPr/>
            <p:nvPr/>
          </p:nvGrpSpPr>
          <p:grpSpPr>
            <a:xfrm>
              <a:off x="-14400" y="0"/>
              <a:ext cx="1220760" cy="6857640"/>
              <a:chOff x="-14400" y="0"/>
              <a:chExt cx="1220760" cy="6857640"/>
            </a:xfrm>
          </p:grpSpPr>
          <p:sp>
            <p:nvSpPr>
              <p:cNvPr id="731" name="Rectangle 5"/>
              <p:cNvSpPr/>
              <p:nvPr/>
            </p:nvSpPr>
            <p:spPr>
              <a:xfrm>
                <a:off x="114480" y="468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32" name="Freeform 6"/>
              <p:cNvSpPr/>
              <p:nvPr/>
            </p:nvSpPr>
            <p:spPr>
              <a:xfrm>
                <a:off x="33480" y="217656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33" name="Freeform 7"/>
              <p:cNvSpPr/>
              <p:nvPr/>
            </p:nvSpPr>
            <p:spPr>
              <a:xfrm>
                <a:off x="28440" y="4021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34" name="Freeform 8"/>
              <p:cNvSpPr/>
              <p:nvPr/>
            </p:nvSpPr>
            <p:spPr>
              <a:xfrm>
                <a:off x="200160" y="4680"/>
                <a:ext cx="369360" cy="181080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10800"/>
                  <a:gd name="textAreaBottom" fmla="*/ 1811160 h 1810800"/>
                </a:gdLst>
                <a:ah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35" name="Freeform 9"/>
              <p:cNvSpPr/>
              <p:nvPr/>
            </p:nvSpPr>
            <p:spPr>
              <a:xfrm>
                <a:off x="503280" y="18018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36" name="Freeform 10"/>
              <p:cNvSpPr/>
              <p:nvPr/>
            </p:nvSpPr>
            <p:spPr>
              <a:xfrm>
                <a:off x="285840" y="4680"/>
                <a:ext cx="369360" cy="142992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429920"/>
                  <a:gd name="textAreaBottom" fmla="*/ 1430280 h 1429920"/>
                </a:gdLst>
                <a:ah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37" name="Freeform 11"/>
              <p:cNvSpPr/>
              <p:nvPr/>
            </p:nvSpPr>
            <p:spPr>
              <a:xfrm>
                <a:off x="546120" y="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38" name="Freeform 12"/>
              <p:cNvSpPr/>
              <p:nvPr/>
            </p:nvSpPr>
            <p:spPr>
              <a:xfrm>
                <a:off x="588960" y="14209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39" name="Freeform 13"/>
              <p:cNvSpPr/>
              <p:nvPr/>
            </p:nvSpPr>
            <p:spPr>
              <a:xfrm>
                <a:off x="588960" y="9032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40" name="Freeform 14"/>
              <p:cNvSpPr/>
              <p:nvPr/>
            </p:nvSpPr>
            <p:spPr>
              <a:xfrm>
                <a:off x="641520" y="0"/>
                <a:ext cx="421920" cy="526680"/>
              </a:xfrm>
              <a:custGeom>
                <a:avLst/>
                <a:gdLst>
                  <a:gd name="textAreaLeft" fmla="*/ 0 w 421920"/>
                  <a:gd name="textAreaRight" fmla="*/ 422280 w 421920"/>
                  <a:gd name="textAreaTop" fmla="*/ 0 h 526680"/>
                  <a:gd name="textAreaBottom" fmla="*/ 527040 h 526680"/>
                </a:gdLst>
                <a:ah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41" name="Freeform 15"/>
              <p:cNvSpPr/>
              <p:nvPr/>
            </p:nvSpPr>
            <p:spPr>
              <a:xfrm>
                <a:off x="1020600" y="488880"/>
                <a:ext cx="161640" cy="1472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42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t" anchorCtr="1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43" name="Freeform 17"/>
              <p:cNvSpPr/>
              <p:nvPr/>
            </p:nvSpPr>
            <p:spPr>
              <a:xfrm>
                <a:off x="9360" y="1801800"/>
                <a:ext cx="123480" cy="1267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6720"/>
                  <a:gd name="textAreaBottom" fmla="*/ 127080 h 126720"/>
                </a:gdLst>
                <a:ah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44" name="Freeform 18"/>
              <p:cNvSpPr/>
              <p:nvPr/>
            </p:nvSpPr>
            <p:spPr>
              <a:xfrm>
                <a:off x="-9360" y="3549600"/>
                <a:ext cx="147240" cy="480600"/>
              </a:xfrm>
              <a:custGeom>
                <a:avLst/>
                <a:gdLst>
                  <a:gd name="textAreaLeft" fmla="*/ 0 w 147240"/>
                  <a:gd name="textAreaRight" fmla="*/ 147600 w 147240"/>
                  <a:gd name="textAreaTop" fmla="*/ 0 h 480600"/>
                  <a:gd name="textAreaBottom" fmla="*/ 480960 h 480600"/>
                </a:gdLst>
                <a:ah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45" name="Freeform 19"/>
              <p:cNvSpPr/>
              <p:nvPr/>
            </p:nvSpPr>
            <p:spPr>
              <a:xfrm>
                <a:off x="128520" y="1382760"/>
                <a:ext cx="142560" cy="475920"/>
              </a:xfrm>
              <a:custGeom>
                <a:avLst/>
                <a:gdLst>
                  <a:gd name="textAreaLeft" fmla="*/ 0 w 142560"/>
                  <a:gd name="textAreaRight" fmla="*/ 142920 w 142560"/>
                  <a:gd name="textAreaTop" fmla="*/ 0 h 475920"/>
                  <a:gd name="textAreaBottom" fmla="*/ 476280 h 475920"/>
                </a:gdLst>
                <a:ah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46" name="Freeform 20"/>
              <p:cNvSpPr/>
              <p:nvPr/>
            </p:nvSpPr>
            <p:spPr>
              <a:xfrm>
                <a:off x="204840" y="1849320"/>
                <a:ext cx="114120" cy="10764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107640"/>
                  <a:gd name="textAreaBottom" fmla="*/ 108000 h 107640"/>
                </a:gdLst>
                <a:ah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47" name="Rectangle 21"/>
              <p:cNvSpPr/>
              <p:nvPr/>
            </p:nvSpPr>
            <p:spPr>
              <a:xfrm>
                <a:off x="133200" y="466236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48" name="Freeform 22"/>
              <p:cNvSpPr/>
              <p:nvPr/>
            </p:nvSpPr>
            <p:spPr>
              <a:xfrm>
                <a:off x="223920" y="5041800"/>
                <a:ext cx="369360" cy="180144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49" name="Freeform 23"/>
              <p:cNvSpPr/>
              <p:nvPr/>
            </p:nvSpPr>
            <p:spPr>
              <a:xfrm>
                <a:off x="52560" y="4481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50" name="Freeform 24"/>
              <p:cNvSpPr/>
              <p:nvPr/>
            </p:nvSpPr>
            <p:spPr>
              <a:xfrm>
                <a:off x="-14400" y="5627520"/>
                <a:ext cx="85320" cy="12157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1215720"/>
                  <a:gd name="textAreaBottom" fmla="*/ 1216080 h 1215720"/>
                </a:gdLst>
                <a:ah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51" name="Freeform 25"/>
              <p:cNvSpPr/>
              <p:nvPr/>
            </p:nvSpPr>
            <p:spPr>
              <a:xfrm>
                <a:off x="527040" y="4867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52" name="Freeform 26"/>
              <p:cNvSpPr/>
              <p:nvPr/>
            </p:nvSpPr>
            <p:spPr>
              <a:xfrm>
                <a:off x="309600" y="5423040"/>
                <a:ext cx="374400" cy="1425240"/>
              </a:xfrm>
              <a:custGeom>
                <a:avLst/>
                <a:gdLst>
                  <a:gd name="textAreaLeft" fmla="*/ 0 w 374400"/>
                  <a:gd name="textAreaRight" fmla="*/ 374760 w 374400"/>
                  <a:gd name="textAreaTop" fmla="*/ 0 h 1425240"/>
                  <a:gd name="textAreaBottom" fmla="*/ 1425600 h 1425240"/>
                </a:gdLst>
                <a:ah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53" name="Freeform 27"/>
              <p:cNvSpPr/>
              <p:nvPr/>
            </p:nvSpPr>
            <p:spPr>
              <a:xfrm>
                <a:off x="569880" y="594504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54" name="Freeform 28"/>
              <p:cNvSpPr/>
              <p:nvPr/>
            </p:nvSpPr>
            <p:spPr>
              <a:xfrm>
                <a:off x="612720" y="5246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55" name="Freeform 29"/>
              <p:cNvSpPr/>
              <p:nvPr/>
            </p:nvSpPr>
            <p:spPr>
              <a:xfrm>
                <a:off x="612720" y="57643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56" name="Freeform 30"/>
              <p:cNvSpPr/>
              <p:nvPr/>
            </p:nvSpPr>
            <p:spPr>
              <a:xfrm>
                <a:off x="669960" y="6330960"/>
                <a:ext cx="417240" cy="51732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7320"/>
                  <a:gd name="textAreaBottom" fmla="*/ 517680 h 517320"/>
                </a:gdLst>
                <a:ah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57" name="Freeform 31"/>
              <p:cNvSpPr/>
              <p:nvPr/>
            </p:nvSpPr>
            <p:spPr>
              <a:xfrm>
                <a:off x="1049400" y="6221520"/>
                <a:ext cx="156960" cy="1472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758" name="Group 9"/>
            <p:cNvGrpSpPr/>
            <p:nvPr/>
          </p:nvGrpSpPr>
          <p:grpSpPr>
            <a:xfrm>
              <a:off x="11364840" y="0"/>
              <a:ext cx="674280" cy="6848280"/>
              <a:chOff x="11364840" y="0"/>
              <a:chExt cx="674280" cy="6848280"/>
            </a:xfrm>
          </p:grpSpPr>
          <p:sp>
            <p:nvSpPr>
              <p:cNvPr id="759" name="Freeform 32"/>
              <p:cNvSpPr/>
              <p:nvPr/>
            </p:nvSpPr>
            <p:spPr>
              <a:xfrm>
                <a:off x="11484000" y="0"/>
                <a:ext cx="417240" cy="51228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2280"/>
                  <a:gd name="textAreaBottom" fmla="*/ 512640 h 512280"/>
                </a:gdLst>
                <a:ah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60" name="Freeform 33"/>
              <p:cNvSpPr/>
              <p:nvPr/>
            </p:nvSpPr>
            <p:spPr>
              <a:xfrm>
                <a:off x="11364840" y="474840"/>
                <a:ext cx="156960" cy="15192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1920"/>
                  <a:gd name="textAreaBottom" fmla="*/ 152280 h 151920"/>
                </a:gdLst>
                <a:ah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61" name="Freeform 34"/>
              <p:cNvSpPr/>
              <p:nvPr/>
            </p:nvSpPr>
            <p:spPr>
              <a:xfrm>
                <a:off x="11631600" y="1539720"/>
                <a:ext cx="188640" cy="19008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62" name="Freeform 35"/>
              <p:cNvSpPr/>
              <p:nvPr/>
            </p:nvSpPr>
            <p:spPr>
              <a:xfrm>
                <a:off x="11531520" y="5694480"/>
                <a:ext cx="298080" cy="1153800"/>
              </a:xfrm>
              <a:custGeom>
                <a:avLst/>
                <a:gdLst>
                  <a:gd name="textAreaLeft" fmla="*/ 0 w 298080"/>
                  <a:gd name="textAreaRight" fmla="*/ 298440 w 298080"/>
                  <a:gd name="textAreaTop" fmla="*/ 0 h 1153800"/>
                  <a:gd name="textAreaBottom" fmla="*/ 1154160 h 1153800"/>
                </a:gdLst>
                <a:ah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63" name="Freeform 36"/>
              <p:cNvSpPr/>
              <p:nvPr/>
            </p:nvSpPr>
            <p:spPr>
              <a:xfrm>
                <a:off x="11773080" y="5551560"/>
                <a:ext cx="156960" cy="15516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5160"/>
                  <a:gd name="textAreaBottom" fmla="*/ 155520 h 155160"/>
                </a:gdLst>
                <a:ah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64" name="Freeform 37"/>
              <p:cNvSpPr/>
              <p:nvPr/>
            </p:nvSpPr>
            <p:spPr>
              <a:xfrm>
                <a:off x="11711160" y="4680"/>
                <a:ext cx="304560" cy="1544400"/>
              </a:xfrm>
              <a:custGeom>
                <a:avLst/>
                <a:gdLst>
                  <a:gd name="textAreaLeft" fmla="*/ 0 w 304560"/>
                  <a:gd name="textAreaRight" fmla="*/ 304920 w 304560"/>
                  <a:gd name="textAreaTop" fmla="*/ 0 h 1544400"/>
                  <a:gd name="textAreaBottom" fmla="*/ 1544760 h 1544400"/>
                </a:gdLst>
                <a:ah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65" name="Freeform 38"/>
              <p:cNvSpPr/>
              <p:nvPr/>
            </p:nvSpPr>
            <p:spPr>
              <a:xfrm>
                <a:off x="11636280" y="4867200"/>
                <a:ext cx="188640" cy="18864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66" name="Freeform 39"/>
              <p:cNvSpPr/>
              <p:nvPr/>
            </p:nvSpPr>
            <p:spPr>
              <a:xfrm>
                <a:off x="11441160" y="5046840"/>
                <a:ext cx="307440" cy="1801440"/>
              </a:xfrm>
              <a:custGeom>
                <a:avLst/>
                <a:gdLst>
                  <a:gd name="textAreaLeft" fmla="*/ 0 w 307440"/>
                  <a:gd name="textAreaRight" fmla="*/ 307800 w 30744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67" name="Freeform 40"/>
              <p:cNvSpPr/>
              <p:nvPr/>
            </p:nvSpPr>
            <p:spPr>
              <a:xfrm>
                <a:off x="11849040" y="641664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68" name="Rectangle 41"/>
              <p:cNvSpPr/>
              <p:nvPr/>
            </p:nvSpPr>
            <p:spPr>
              <a:xfrm>
                <a:off x="11939760" y="6595920"/>
                <a:ext cx="23400" cy="252000"/>
              </a:xfrm>
              <a:prstGeom prst="rect">
                <a:avLst/>
              </a:pr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769" name="PlaceHolder 1"/>
          <p:cNvSpPr>
            <a:spLocks noGrp="1"/>
          </p:cNvSpPr>
          <p:nvPr>
            <p:ph type="dt" idx="43"/>
          </p:nvPr>
        </p:nvSpPr>
        <p:spPr>
          <a:xfrm>
            <a:off x="745704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BE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BE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rPr>
              <a:t>&lt;date/time&gt;</a:t>
            </a:r>
            <a:endParaRPr b="0" lang="en-US" sz="105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70" name="PlaceHolder 2"/>
          <p:cNvSpPr>
            <a:spLocks noGrp="1"/>
          </p:cNvSpPr>
          <p:nvPr>
            <p:ph type="ftr" idx="44"/>
          </p:nvPr>
        </p:nvSpPr>
        <p:spPr>
          <a:xfrm>
            <a:off x="1141560" y="588312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50" spc="-1" strike="noStrike" cap="all">
                <a:solidFill>
                  <a:schemeClr val="dk1">
                    <a:tint val="75000"/>
                  </a:schemeClr>
                </a:solidFill>
                <a:latin typeface="Tw Cen MT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050" spc="-1" strike="noStrike" cap="all">
                <a:solidFill>
                  <a:schemeClr val="dk1">
                    <a:tint val="75000"/>
                  </a:schemeClr>
                </a:solidFill>
                <a:latin typeface="Tw Cen MT"/>
              </a:rPr>
              <a:t>&lt;footer&gt;</a:t>
            </a:r>
            <a:endParaRPr b="0" lang="en-US" sz="105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71" name="PlaceHolder 3"/>
          <p:cNvSpPr>
            <a:spLocks noGrp="1"/>
          </p:cNvSpPr>
          <p:nvPr>
            <p:ph type="sldNum" idx="45"/>
          </p:nvPr>
        </p:nvSpPr>
        <p:spPr>
          <a:xfrm>
            <a:off x="10276200" y="5883120"/>
            <a:ext cx="770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BE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DF9EB8C-3941-4B47-B181-948137DEEEDA}" type="slidenum">
              <a:rPr b="0" lang="en-BE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rPr>
              <a:t>&lt;number&gt;</a:t>
            </a:fld>
            <a:endParaRPr b="0" lang="en-US" sz="105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4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2" name="Picture 2" descr="\\DROBO-FS\QuickDrops\JB\PPTX NG\Droplets\LightingOverlay.png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grpSp>
        <p:nvGrpSpPr>
          <p:cNvPr id="773" name="Group 7"/>
          <p:cNvGrpSpPr/>
          <p:nvPr/>
        </p:nvGrpSpPr>
        <p:grpSpPr>
          <a:xfrm>
            <a:off x="-14400" y="0"/>
            <a:ext cx="12053520" cy="6857640"/>
            <a:chOff x="-14400" y="0"/>
            <a:chExt cx="12053520" cy="6857640"/>
          </a:xfrm>
        </p:grpSpPr>
        <p:grpSp>
          <p:nvGrpSpPr>
            <p:cNvPr id="774" name="Group 8"/>
            <p:cNvGrpSpPr/>
            <p:nvPr/>
          </p:nvGrpSpPr>
          <p:grpSpPr>
            <a:xfrm>
              <a:off x="-14400" y="0"/>
              <a:ext cx="1220760" cy="6857640"/>
              <a:chOff x="-14400" y="0"/>
              <a:chExt cx="1220760" cy="6857640"/>
            </a:xfrm>
          </p:grpSpPr>
          <p:sp>
            <p:nvSpPr>
              <p:cNvPr id="775" name="Rectangle 5"/>
              <p:cNvSpPr/>
              <p:nvPr/>
            </p:nvSpPr>
            <p:spPr>
              <a:xfrm>
                <a:off x="114480" y="468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76" name="Freeform 6"/>
              <p:cNvSpPr/>
              <p:nvPr/>
            </p:nvSpPr>
            <p:spPr>
              <a:xfrm>
                <a:off x="33480" y="217656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77" name="Freeform 7"/>
              <p:cNvSpPr/>
              <p:nvPr/>
            </p:nvSpPr>
            <p:spPr>
              <a:xfrm>
                <a:off x="28440" y="4021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78" name="Freeform 8"/>
              <p:cNvSpPr/>
              <p:nvPr/>
            </p:nvSpPr>
            <p:spPr>
              <a:xfrm>
                <a:off x="200160" y="4680"/>
                <a:ext cx="369360" cy="181080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10800"/>
                  <a:gd name="textAreaBottom" fmla="*/ 1811160 h 1810800"/>
                </a:gdLst>
                <a:ah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79" name="Freeform 9"/>
              <p:cNvSpPr/>
              <p:nvPr/>
            </p:nvSpPr>
            <p:spPr>
              <a:xfrm>
                <a:off x="503280" y="18018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80" name="Freeform 10"/>
              <p:cNvSpPr/>
              <p:nvPr/>
            </p:nvSpPr>
            <p:spPr>
              <a:xfrm>
                <a:off x="285840" y="4680"/>
                <a:ext cx="369360" cy="142992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429920"/>
                  <a:gd name="textAreaBottom" fmla="*/ 1430280 h 1429920"/>
                </a:gdLst>
                <a:ah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81" name="Freeform 11"/>
              <p:cNvSpPr/>
              <p:nvPr/>
            </p:nvSpPr>
            <p:spPr>
              <a:xfrm>
                <a:off x="546120" y="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82" name="Freeform 12"/>
              <p:cNvSpPr/>
              <p:nvPr/>
            </p:nvSpPr>
            <p:spPr>
              <a:xfrm>
                <a:off x="588960" y="14209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83" name="Freeform 13"/>
              <p:cNvSpPr/>
              <p:nvPr/>
            </p:nvSpPr>
            <p:spPr>
              <a:xfrm>
                <a:off x="588960" y="9032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84" name="Freeform 14"/>
              <p:cNvSpPr/>
              <p:nvPr/>
            </p:nvSpPr>
            <p:spPr>
              <a:xfrm>
                <a:off x="641520" y="0"/>
                <a:ext cx="421920" cy="526680"/>
              </a:xfrm>
              <a:custGeom>
                <a:avLst/>
                <a:gdLst>
                  <a:gd name="textAreaLeft" fmla="*/ 0 w 421920"/>
                  <a:gd name="textAreaRight" fmla="*/ 422280 w 421920"/>
                  <a:gd name="textAreaTop" fmla="*/ 0 h 526680"/>
                  <a:gd name="textAreaBottom" fmla="*/ 527040 h 526680"/>
                </a:gdLst>
                <a:ah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85" name="Freeform 15"/>
              <p:cNvSpPr/>
              <p:nvPr/>
            </p:nvSpPr>
            <p:spPr>
              <a:xfrm>
                <a:off x="1020600" y="488880"/>
                <a:ext cx="161640" cy="1472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86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t" anchorCtr="1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87" name="Freeform 17"/>
              <p:cNvSpPr/>
              <p:nvPr/>
            </p:nvSpPr>
            <p:spPr>
              <a:xfrm>
                <a:off x="9360" y="1801800"/>
                <a:ext cx="123480" cy="1267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6720"/>
                  <a:gd name="textAreaBottom" fmla="*/ 127080 h 126720"/>
                </a:gdLst>
                <a:ah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88" name="Freeform 18"/>
              <p:cNvSpPr/>
              <p:nvPr/>
            </p:nvSpPr>
            <p:spPr>
              <a:xfrm>
                <a:off x="-9360" y="3549600"/>
                <a:ext cx="147240" cy="480600"/>
              </a:xfrm>
              <a:custGeom>
                <a:avLst/>
                <a:gdLst>
                  <a:gd name="textAreaLeft" fmla="*/ 0 w 147240"/>
                  <a:gd name="textAreaRight" fmla="*/ 147600 w 147240"/>
                  <a:gd name="textAreaTop" fmla="*/ 0 h 480600"/>
                  <a:gd name="textAreaBottom" fmla="*/ 480960 h 480600"/>
                </a:gdLst>
                <a:ah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89" name="Freeform 19"/>
              <p:cNvSpPr/>
              <p:nvPr/>
            </p:nvSpPr>
            <p:spPr>
              <a:xfrm>
                <a:off x="128520" y="1382760"/>
                <a:ext cx="142560" cy="475920"/>
              </a:xfrm>
              <a:custGeom>
                <a:avLst/>
                <a:gdLst>
                  <a:gd name="textAreaLeft" fmla="*/ 0 w 142560"/>
                  <a:gd name="textAreaRight" fmla="*/ 142920 w 142560"/>
                  <a:gd name="textAreaTop" fmla="*/ 0 h 475920"/>
                  <a:gd name="textAreaBottom" fmla="*/ 476280 h 475920"/>
                </a:gdLst>
                <a:ah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90" name="Freeform 20"/>
              <p:cNvSpPr/>
              <p:nvPr/>
            </p:nvSpPr>
            <p:spPr>
              <a:xfrm>
                <a:off x="204840" y="1849320"/>
                <a:ext cx="114120" cy="10764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107640"/>
                  <a:gd name="textAreaBottom" fmla="*/ 108000 h 107640"/>
                </a:gdLst>
                <a:ah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91" name="Rectangle 21"/>
              <p:cNvSpPr/>
              <p:nvPr/>
            </p:nvSpPr>
            <p:spPr>
              <a:xfrm>
                <a:off x="133200" y="466236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92" name="Freeform 22"/>
              <p:cNvSpPr/>
              <p:nvPr/>
            </p:nvSpPr>
            <p:spPr>
              <a:xfrm>
                <a:off x="223920" y="5041800"/>
                <a:ext cx="369360" cy="180144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93" name="Freeform 23"/>
              <p:cNvSpPr/>
              <p:nvPr/>
            </p:nvSpPr>
            <p:spPr>
              <a:xfrm>
                <a:off x="52560" y="4481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94" name="Freeform 24"/>
              <p:cNvSpPr/>
              <p:nvPr/>
            </p:nvSpPr>
            <p:spPr>
              <a:xfrm>
                <a:off x="-14400" y="5627520"/>
                <a:ext cx="85320" cy="12157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1215720"/>
                  <a:gd name="textAreaBottom" fmla="*/ 1216080 h 1215720"/>
                </a:gdLst>
                <a:ah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95" name="Freeform 25"/>
              <p:cNvSpPr/>
              <p:nvPr/>
            </p:nvSpPr>
            <p:spPr>
              <a:xfrm>
                <a:off x="527040" y="4867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96" name="Freeform 26"/>
              <p:cNvSpPr/>
              <p:nvPr/>
            </p:nvSpPr>
            <p:spPr>
              <a:xfrm>
                <a:off x="309600" y="5423040"/>
                <a:ext cx="374400" cy="1425240"/>
              </a:xfrm>
              <a:custGeom>
                <a:avLst/>
                <a:gdLst>
                  <a:gd name="textAreaLeft" fmla="*/ 0 w 374400"/>
                  <a:gd name="textAreaRight" fmla="*/ 374760 w 374400"/>
                  <a:gd name="textAreaTop" fmla="*/ 0 h 1425240"/>
                  <a:gd name="textAreaBottom" fmla="*/ 1425600 h 1425240"/>
                </a:gdLst>
                <a:ah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97" name="Freeform 27"/>
              <p:cNvSpPr/>
              <p:nvPr/>
            </p:nvSpPr>
            <p:spPr>
              <a:xfrm>
                <a:off x="569880" y="594504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98" name="Freeform 28"/>
              <p:cNvSpPr/>
              <p:nvPr/>
            </p:nvSpPr>
            <p:spPr>
              <a:xfrm>
                <a:off x="612720" y="5246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99" name="Freeform 29"/>
              <p:cNvSpPr/>
              <p:nvPr/>
            </p:nvSpPr>
            <p:spPr>
              <a:xfrm>
                <a:off x="612720" y="57643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00" name="Freeform 30"/>
              <p:cNvSpPr/>
              <p:nvPr/>
            </p:nvSpPr>
            <p:spPr>
              <a:xfrm>
                <a:off x="669960" y="6330960"/>
                <a:ext cx="417240" cy="51732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7320"/>
                  <a:gd name="textAreaBottom" fmla="*/ 517680 h 517320"/>
                </a:gdLst>
                <a:ah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01" name="Freeform 31"/>
              <p:cNvSpPr/>
              <p:nvPr/>
            </p:nvSpPr>
            <p:spPr>
              <a:xfrm>
                <a:off x="1049400" y="6221520"/>
                <a:ext cx="156960" cy="1472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802" name="Group 9"/>
            <p:cNvGrpSpPr/>
            <p:nvPr/>
          </p:nvGrpSpPr>
          <p:grpSpPr>
            <a:xfrm>
              <a:off x="11364840" y="0"/>
              <a:ext cx="674280" cy="6848280"/>
              <a:chOff x="11364840" y="0"/>
              <a:chExt cx="674280" cy="6848280"/>
            </a:xfrm>
          </p:grpSpPr>
          <p:sp>
            <p:nvSpPr>
              <p:cNvPr id="803" name="Freeform 32"/>
              <p:cNvSpPr/>
              <p:nvPr/>
            </p:nvSpPr>
            <p:spPr>
              <a:xfrm>
                <a:off x="11484000" y="0"/>
                <a:ext cx="417240" cy="51228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2280"/>
                  <a:gd name="textAreaBottom" fmla="*/ 512640 h 512280"/>
                </a:gdLst>
                <a:ah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04" name="Freeform 33"/>
              <p:cNvSpPr/>
              <p:nvPr/>
            </p:nvSpPr>
            <p:spPr>
              <a:xfrm>
                <a:off x="11364840" y="474840"/>
                <a:ext cx="156960" cy="15192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1920"/>
                  <a:gd name="textAreaBottom" fmla="*/ 152280 h 151920"/>
                </a:gdLst>
                <a:ah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05" name="Freeform 34"/>
              <p:cNvSpPr/>
              <p:nvPr/>
            </p:nvSpPr>
            <p:spPr>
              <a:xfrm>
                <a:off x="11631600" y="1539720"/>
                <a:ext cx="188640" cy="19008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06" name="Freeform 35"/>
              <p:cNvSpPr/>
              <p:nvPr/>
            </p:nvSpPr>
            <p:spPr>
              <a:xfrm>
                <a:off x="11531520" y="5694480"/>
                <a:ext cx="298080" cy="1153800"/>
              </a:xfrm>
              <a:custGeom>
                <a:avLst/>
                <a:gdLst>
                  <a:gd name="textAreaLeft" fmla="*/ 0 w 298080"/>
                  <a:gd name="textAreaRight" fmla="*/ 298440 w 298080"/>
                  <a:gd name="textAreaTop" fmla="*/ 0 h 1153800"/>
                  <a:gd name="textAreaBottom" fmla="*/ 1154160 h 1153800"/>
                </a:gdLst>
                <a:ah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07" name="Freeform 36"/>
              <p:cNvSpPr/>
              <p:nvPr/>
            </p:nvSpPr>
            <p:spPr>
              <a:xfrm>
                <a:off x="11773080" y="5551560"/>
                <a:ext cx="156960" cy="15516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5160"/>
                  <a:gd name="textAreaBottom" fmla="*/ 155520 h 155160"/>
                </a:gdLst>
                <a:ah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08" name="Freeform 37"/>
              <p:cNvSpPr/>
              <p:nvPr/>
            </p:nvSpPr>
            <p:spPr>
              <a:xfrm>
                <a:off x="11711160" y="4680"/>
                <a:ext cx="304560" cy="1544400"/>
              </a:xfrm>
              <a:custGeom>
                <a:avLst/>
                <a:gdLst>
                  <a:gd name="textAreaLeft" fmla="*/ 0 w 304560"/>
                  <a:gd name="textAreaRight" fmla="*/ 304920 w 304560"/>
                  <a:gd name="textAreaTop" fmla="*/ 0 h 1544400"/>
                  <a:gd name="textAreaBottom" fmla="*/ 1544760 h 1544400"/>
                </a:gdLst>
                <a:ah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09" name="Freeform 38"/>
              <p:cNvSpPr/>
              <p:nvPr/>
            </p:nvSpPr>
            <p:spPr>
              <a:xfrm>
                <a:off x="11636280" y="4867200"/>
                <a:ext cx="188640" cy="18864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10" name="Freeform 39"/>
              <p:cNvSpPr/>
              <p:nvPr/>
            </p:nvSpPr>
            <p:spPr>
              <a:xfrm>
                <a:off x="11441160" y="5046840"/>
                <a:ext cx="307440" cy="1801440"/>
              </a:xfrm>
              <a:custGeom>
                <a:avLst/>
                <a:gdLst>
                  <a:gd name="textAreaLeft" fmla="*/ 0 w 307440"/>
                  <a:gd name="textAreaRight" fmla="*/ 307800 w 30744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11" name="Freeform 40"/>
              <p:cNvSpPr/>
              <p:nvPr/>
            </p:nvSpPr>
            <p:spPr>
              <a:xfrm>
                <a:off x="11849040" y="641664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12" name="Rectangle 41"/>
              <p:cNvSpPr/>
              <p:nvPr/>
            </p:nvSpPr>
            <p:spPr>
              <a:xfrm>
                <a:off x="11939760" y="6595920"/>
                <a:ext cx="23400" cy="252000"/>
              </a:xfrm>
              <a:prstGeom prst="rect">
                <a:avLst/>
              </a:pr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813" name="PlaceHolder 1"/>
          <p:cNvSpPr>
            <a:spLocks noGrp="1"/>
          </p:cNvSpPr>
          <p:nvPr>
            <p:ph type="title"/>
          </p:nvPr>
        </p:nvSpPr>
        <p:spPr>
          <a:xfrm>
            <a:off x="1146600" y="609480"/>
            <a:ext cx="3855600" cy="1639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pc="-1" strike="noStrike" cap="all">
                <a:solidFill>
                  <a:schemeClr val="dk1"/>
                </a:solidFill>
                <a:latin typeface="Tw Cen MT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814" name="PlaceHolder 2"/>
          <p:cNvSpPr>
            <a:spLocks noGrp="1"/>
          </p:cNvSpPr>
          <p:nvPr>
            <p:ph type="body"/>
          </p:nvPr>
        </p:nvSpPr>
        <p:spPr>
          <a:xfrm>
            <a:off x="5156280" y="592560"/>
            <a:ext cx="5890680" cy="519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Tw Cen MT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Tw Cen MT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Tw Cen MT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Tw Cen MT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Tw Cen MT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Tw Cen MT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Tw Cen MT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SzPct val="125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Tw Cen MT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815" name="PlaceHolder 3"/>
          <p:cNvSpPr>
            <a:spLocks noGrp="1"/>
          </p:cNvSpPr>
          <p:nvPr>
            <p:ph type="body"/>
          </p:nvPr>
        </p:nvSpPr>
        <p:spPr>
          <a:xfrm>
            <a:off x="1146600" y="2249640"/>
            <a:ext cx="3855600" cy="35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Tw Cen MT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816" name="PlaceHolder 4"/>
          <p:cNvSpPr>
            <a:spLocks noGrp="1"/>
          </p:cNvSpPr>
          <p:nvPr>
            <p:ph type="dt" idx="46"/>
          </p:nvPr>
        </p:nvSpPr>
        <p:spPr>
          <a:xfrm>
            <a:off x="745704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BE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BE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rPr>
              <a:t>&lt;date/time&gt;</a:t>
            </a:r>
            <a:endParaRPr b="0" lang="en-US" sz="105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17" name="PlaceHolder 5"/>
          <p:cNvSpPr>
            <a:spLocks noGrp="1"/>
          </p:cNvSpPr>
          <p:nvPr>
            <p:ph type="ftr" idx="47"/>
          </p:nvPr>
        </p:nvSpPr>
        <p:spPr>
          <a:xfrm>
            <a:off x="1141560" y="588312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50" spc="-1" strike="noStrike" cap="all">
                <a:solidFill>
                  <a:schemeClr val="dk1">
                    <a:tint val="75000"/>
                  </a:schemeClr>
                </a:solidFill>
                <a:latin typeface="Tw Cen MT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050" spc="-1" strike="noStrike" cap="all">
                <a:solidFill>
                  <a:schemeClr val="dk1">
                    <a:tint val="75000"/>
                  </a:schemeClr>
                </a:solidFill>
                <a:latin typeface="Tw Cen MT"/>
              </a:rPr>
              <a:t>&lt;footer&gt;</a:t>
            </a:r>
            <a:endParaRPr b="0" lang="en-US" sz="105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18" name="PlaceHolder 6"/>
          <p:cNvSpPr>
            <a:spLocks noGrp="1"/>
          </p:cNvSpPr>
          <p:nvPr>
            <p:ph type="sldNum" idx="48"/>
          </p:nvPr>
        </p:nvSpPr>
        <p:spPr>
          <a:xfrm>
            <a:off x="10276200" y="5883120"/>
            <a:ext cx="770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BE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10CC48F-E430-4BD9-9EAD-5A7C5E4C1F5C}" type="slidenum">
              <a:rPr b="0" lang="en-BE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rPr>
              <a:t>&lt;number&gt;</a:t>
            </a:fld>
            <a:endParaRPr b="0" lang="en-US" sz="105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4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" name="Picture 2" descr="\\DROBO-FS\QuickDrops\JB\PPTX NG\Droplets\LightingOverlay.png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grpSp>
        <p:nvGrpSpPr>
          <p:cNvPr id="820" name="Group 7"/>
          <p:cNvGrpSpPr/>
          <p:nvPr/>
        </p:nvGrpSpPr>
        <p:grpSpPr>
          <a:xfrm>
            <a:off x="-14400" y="0"/>
            <a:ext cx="12053520" cy="6857640"/>
            <a:chOff x="-14400" y="0"/>
            <a:chExt cx="12053520" cy="6857640"/>
          </a:xfrm>
        </p:grpSpPr>
        <p:grpSp>
          <p:nvGrpSpPr>
            <p:cNvPr id="821" name="Group 8"/>
            <p:cNvGrpSpPr/>
            <p:nvPr/>
          </p:nvGrpSpPr>
          <p:grpSpPr>
            <a:xfrm>
              <a:off x="-14400" y="0"/>
              <a:ext cx="1220760" cy="6857640"/>
              <a:chOff x="-14400" y="0"/>
              <a:chExt cx="1220760" cy="6857640"/>
            </a:xfrm>
          </p:grpSpPr>
          <p:sp>
            <p:nvSpPr>
              <p:cNvPr id="822" name="Rectangle 5"/>
              <p:cNvSpPr/>
              <p:nvPr/>
            </p:nvSpPr>
            <p:spPr>
              <a:xfrm>
                <a:off x="114480" y="468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23" name="Freeform 6"/>
              <p:cNvSpPr/>
              <p:nvPr/>
            </p:nvSpPr>
            <p:spPr>
              <a:xfrm>
                <a:off x="33480" y="217656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24" name="Freeform 7"/>
              <p:cNvSpPr/>
              <p:nvPr/>
            </p:nvSpPr>
            <p:spPr>
              <a:xfrm>
                <a:off x="28440" y="4021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25" name="Freeform 8"/>
              <p:cNvSpPr/>
              <p:nvPr/>
            </p:nvSpPr>
            <p:spPr>
              <a:xfrm>
                <a:off x="200160" y="4680"/>
                <a:ext cx="369360" cy="181080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10800"/>
                  <a:gd name="textAreaBottom" fmla="*/ 1811160 h 1810800"/>
                </a:gdLst>
                <a:ah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26" name="Freeform 9"/>
              <p:cNvSpPr/>
              <p:nvPr/>
            </p:nvSpPr>
            <p:spPr>
              <a:xfrm>
                <a:off x="503280" y="18018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27" name="Freeform 10"/>
              <p:cNvSpPr/>
              <p:nvPr/>
            </p:nvSpPr>
            <p:spPr>
              <a:xfrm>
                <a:off x="285840" y="4680"/>
                <a:ext cx="369360" cy="142992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429920"/>
                  <a:gd name="textAreaBottom" fmla="*/ 1430280 h 1429920"/>
                </a:gdLst>
                <a:ah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28" name="Freeform 11"/>
              <p:cNvSpPr/>
              <p:nvPr/>
            </p:nvSpPr>
            <p:spPr>
              <a:xfrm>
                <a:off x="546120" y="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29" name="Freeform 12"/>
              <p:cNvSpPr/>
              <p:nvPr/>
            </p:nvSpPr>
            <p:spPr>
              <a:xfrm>
                <a:off x="588960" y="14209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30" name="Freeform 13"/>
              <p:cNvSpPr/>
              <p:nvPr/>
            </p:nvSpPr>
            <p:spPr>
              <a:xfrm>
                <a:off x="588960" y="9032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31" name="Freeform 14"/>
              <p:cNvSpPr/>
              <p:nvPr/>
            </p:nvSpPr>
            <p:spPr>
              <a:xfrm>
                <a:off x="641520" y="0"/>
                <a:ext cx="421920" cy="526680"/>
              </a:xfrm>
              <a:custGeom>
                <a:avLst/>
                <a:gdLst>
                  <a:gd name="textAreaLeft" fmla="*/ 0 w 421920"/>
                  <a:gd name="textAreaRight" fmla="*/ 422280 w 421920"/>
                  <a:gd name="textAreaTop" fmla="*/ 0 h 526680"/>
                  <a:gd name="textAreaBottom" fmla="*/ 527040 h 526680"/>
                </a:gdLst>
                <a:ah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32" name="Freeform 15"/>
              <p:cNvSpPr/>
              <p:nvPr/>
            </p:nvSpPr>
            <p:spPr>
              <a:xfrm>
                <a:off x="1020600" y="488880"/>
                <a:ext cx="161640" cy="1472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33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t" anchorCtr="1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34" name="Freeform 17"/>
              <p:cNvSpPr/>
              <p:nvPr/>
            </p:nvSpPr>
            <p:spPr>
              <a:xfrm>
                <a:off x="9360" y="1801800"/>
                <a:ext cx="123480" cy="1267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6720"/>
                  <a:gd name="textAreaBottom" fmla="*/ 127080 h 126720"/>
                </a:gdLst>
                <a:ah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35" name="Freeform 18"/>
              <p:cNvSpPr/>
              <p:nvPr/>
            </p:nvSpPr>
            <p:spPr>
              <a:xfrm>
                <a:off x="-9360" y="3549600"/>
                <a:ext cx="147240" cy="480600"/>
              </a:xfrm>
              <a:custGeom>
                <a:avLst/>
                <a:gdLst>
                  <a:gd name="textAreaLeft" fmla="*/ 0 w 147240"/>
                  <a:gd name="textAreaRight" fmla="*/ 147600 w 147240"/>
                  <a:gd name="textAreaTop" fmla="*/ 0 h 480600"/>
                  <a:gd name="textAreaBottom" fmla="*/ 480960 h 480600"/>
                </a:gdLst>
                <a:ah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36" name="Freeform 19"/>
              <p:cNvSpPr/>
              <p:nvPr/>
            </p:nvSpPr>
            <p:spPr>
              <a:xfrm>
                <a:off x="128520" y="1382760"/>
                <a:ext cx="142560" cy="475920"/>
              </a:xfrm>
              <a:custGeom>
                <a:avLst/>
                <a:gdLst>
                  <a:gd name="textAreaLeft" fmla="*/ 0 w 142560"/>
                  <a:gd name="textAreaRight" fmla="*/ 142920 w 142560"/>
                  <a:gd name="textAreaTop" fmla="*/ 0 h 475920"/>
                  <a:gd name="textAreaBottom" fmla="*/ 476280 h 475920"/>
                </a:gdLst>
                <a:ah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37" name="Freeform 20"/>
              <p:cNvSpPr/>
              <p:nvPr/>
            </p:nvSpPr>
            <p:spPr>
              <a:xfrm>
                <a:off x="204840" y="1849320"/>
                <a:ext cx="114120" cy="10764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107640"/>
                  <a:gd name="textAreaBottom" fmla="*/ 108000 h 107640"/>
                </a:gdLst>
                <a:ah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38" name="Rectangle 21"/>
              <p:cNvSpPr/>
              <p:nvPr/>
            </p:nvSpPr>
            <p:spPr>
              <a:xfrm>
                <a:off x="133200" y="466236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39" name="Freeform 22"/>
              <p:cNvSpPr/>
              <p:nvPr/>
            </p:nvSpPr>
            <p:spPr>
              <a:xfrm>
                <a:off x="223920" y="5041800"/>
                <a:ext cx="369360" cy="180144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40" name="Freeform 23"/>
              <p:cNvSpPr/>
              <p:nvPr/>
            </p:nvSpPr>
            <p:spPr>
              <a:xfrm>
                <a:off x="52560" y="4481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41" name="Freeform 24"/>
              <p:cNvSpPr/>
              <p:nvPr/>
            </p:nvSpPr>
            <p:spPr>
              <a:xfrm>
                <a:off x="-14400" y="5627520"/>
                <a:ext cx="85320" cy="12157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1215720"/>
                  <a:gd name="textAreaBottom" fmla="*/ 1216080 h 1215720"/>
                </a:gdLst>
                <a:ah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42" name="Freeform 25"/>
              <p:cNvSpPr/>
              <p:nvPr/>
            </p:nvSpPr>
            <p:spPr>
              <a:xfrm>
                <a:off x="527040" y="4867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43" name="Freeform 26"/>
              <p:cNvSpPr/>
              <p:nvPr/>
            </p:nvSpPr>
            <p:spPr>
              <a:xfrm>
                <a:off x="309600" y="5423040"/>
                <a:ext cx="374400" cy="1425240"/>
              </a:xfrm>
              <a:custGeom>
                <a:avLst/>
                <a:gdLst>
                  <a:gd name="textAreaLeft" fmla="*/ 0 w 374400"/>
                  <a:gd name="textAreaRight" fmla="*/ 374760 w 374400"/>
                  <a:gd name="textAreaTop" fmla="*/ 0 h 1425240"/>
                  <a:gd name="textAreaBottom" fmla="*/ 1425600 h 1425240"/>
                </a:gdLst>
                <a:ah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44" name="Freeform 27"/>
              <p:cNvSpPr/>
              <p:nvPr/>
            </p:nvSpPr>
            <p:spPr>
              <a:xfrm>
                <a:off x="569880" y="594504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45" name="Freeform 28"/>
              <p:cNvSpPr/>
              <p:nvPr/>
            </p:nvSpPr>
            <p:spPr>
              <a:xfrm>
                <a:off x="612720" y="5246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46" name="Freeform 29"/>
              <p:cNvSpPr/>
              <p:nvPr/>
            </p:nvSpPr>
            <p:spPr>
              <a:xfrm>
                <a:off x="612720" y="57643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47" name="Freeform 30"/>
              <p:cNvSpPr/>
              <p:nvPr/>
            </p:nvSpPr>
            <p:spPr>
              <a:xfrm>
                <a:off x="669960" y="6330960"/>
                <a:ext cx="417240" cy="51732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7320"/>
                  <a:gd name="textAreaBottom" fmla="*/ 517680 h 517320"/>
                </a:gdLst>
                <a:ah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48" name="Freeform 31"/>
              <p:cNvSpPr/>
              <p:nvPr/>
            </p:nvSpPr>
            <p:spPr>
              <a:xfrm>
                <a:off x="1049400" y="6221520"/>
                <a:ext cx="156960" cy="1472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47240"/>
                  <a:gd name="textAreaBottom" fmla="*/ 147600 h 147240"/>
                </a:gdLst>
                <a:ah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849" name="Group 9"/>
            <p:cNvGrpSpPr/>
            <p:nvPr/>
          </p:nvGrpSpPr>
          <p:grpSpPr>
            <a:xfrm>
              <a:off x="11364840" y="0"/>
              <a:ext cx="674280" cy="6848280"/>
              <a:chOff x="11364840" y="0"/>
              <a:chExt cx="674280" cy="6848280"/>
            </a:xfrm>
          </p:grpSpPr>
          <p:sp>
            <p:nvSpPr>
              <p:cNvPr id="850" name="Freeform 32"/>
              <p:cNvSpPr/>
              <p:nvPr/>
            </p:nvSpPr>
            <p:spPr>
              <a:xfrm>
                <a:off x="11484000" y="0"/>
                <a:ext cx="417240" cy="51228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2280"/>
                  <a:gd name="textAreaBottom" fmla="*/ 512640 h 512280"/>
                </a:gdLst>
                <a:ah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51" name="Freeform 33"/>
              <p:cNvSpPr/>
              <p:nvPr/>
            </p:nvSpPr>
            <p:spPr>
              <a:xfrm>
                <a:off x="11364840" y="474840"/>
                <a:ext cx="156960" cy="15192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1920"/>
                  <a:gd name="textAreaBottom" fmla="*/ 152280 h 151920"/>
                </a:gdLst>
                <a:ah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52" name="Freeform 34"/>
              <p:cNvSpPr/>
              <p:nvPr/>
            </p:nvSpPr>
            <p:spPr>
              <a:xfrm>
                <a:off x="11631600" y="1539720"/>
                <a:ext cx="188640" cy="19008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90080"/>
                  <a:gd name="textAreaBottom" fmla="*/ 190440 h 19008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53" name="Freeform 35"/>
              <p:cNvSpPr/>
              <p:nvPr/>
            </p:nvSpPr>
            <p:spPr>
              <a:xfrm>
                <a:off x="11531520" y="5694480"/>
                <a:ext cx="298080" cy="1153800"/>
              </a:xfrm>
              <a:custGeom>
                <a:avLst/>
                <a:gdLst>
                  <a:gd name="textAreaLeft" fmla="*/ 0 w 298080"/>
                  <a:gd name="textAreaRight" fmla="*/ 298440 w 298080"/>
                  <a:gd name="textAreaTop" fmla="*/ 0 h 1153800"/>
                  <a:gd name="textAreaBottom" fmla="*/ 1154160 h 1153800"/>
                </a:gdLst>
                <a:ah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54" name="Freeform 36"/>
              <p:cNvSpPr/>
              <p:nvPr/>
            </p:nvSpPr>
            <p:spPr>
              <a:xfrm>
                <a:off x="11773080" y="5551560"/>
                <a:ext cx="156960" cy="15516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5160"/>
                  <a:gd name="textAreaBottom" fmla="*/ 155520 h 155160"/>
                </a:gdLst>
                <a:ah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55" name="Freeform 37"/>
              <p:cNvSpPr/>
              <p:nvPr/>
            </p:nvSpPr>
            <p:spPr>
              <a:xfrm>
                <a:off x="11711160" y="4680"/>
                <a:ext cx="304560" cy="1544400"/>
              </a:xfrm>
              <a:custGeom>
                <a:avLst/>
                <a:gdLst>
                  <a:gd name="textAreaLeft" fmla="*/ 0 w 304560"/>
                  <a:gd name="textAreaRight" fmla="*/ 304920 w 304560"/>
                  <a:gd name="textAreaTop" fmla="*/ 0 h 1544400"/>
                  <a:gd name="textAreaBottom" fmla="*/ 1544760 h 1544400"/>
                </a:gdLst>
                <a:ah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56" name="Freeform 38"/>
              <p:cNvSpPr/>
              <p:nvPr/>
            </p:nvSpPr>
            <p:spPr>
              <a:xfrm>
                <a:off x="11636280" y="4867200"/>
                <a:ext cx="188640" cy="18864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57" name="Freeform 39"/>
              <p:cNvSpPr/>
              <p:nvPr/>
            </p:nvSpPr>
            <p:spPr>
              <a:xfrm>
                <a:off x="11441160" y="5046840"/>
                <a:ext cx="307440" cy="1801440"/>
              </a:xfrm>
              <a:custGeom>
                <a:avLst/>
                <a:gdLst>
                  <a:gd name="textAreaLeft" fmla="*/ 0 w 307440"/>
                  <a:gd name="textAreaRight" fmla="*/ 307800 w 307440"/>
                  <a:gd name="textAreaTop" fmla="*/ 0 h 1801440"/>
                  <a:gd name="textAreaBottom" fmla="*/ 1801800 h 1801440"/>
                </a:gdLst>
                <a:ah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58" name="Freeform 40"/>
              <p:cNvSpPr/>
              <p:nvPr/>
            </p:nvSpPr>
            <p:spPr>
              <a:xfrm>
                <a:off x="11849040" y="641664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59" name="Rectangle 41"/>
              <p:cNvSpPr/>
              <p:nvPr/>
            </p:nvSpPr>
            <p:spPr>
              <a:xfrm>
                <a:off x="11939760" y="6595920"/>
                <a:ext cx="23400" cy="252000"/>
              </a:xfrm>
              <a:prstGeom prst="rect">
                <a:avLst/>
              </a:pr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860" name="PlaceHolder 1"/>
          <p:cNvSpPr>
            <a:spLocks noGrp="1"/>
          </p:cNvSpPr>
          <p:nvPr>
            <p:ph type="title"/>
          </p:nvPr>
        </p:nvSpPr>
        <p:spPr>
          <a:xfrm>
            <a:off x="1141560" y="609480"/>
            <a:ext cx="5934240" cy="1639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pc="-1" strike="noStrike" cap="all">
                <a:solidFill>
                  <a:schemeClr val="dk1"/>
                </a:solidFill>
                <a:latin typeface="Tw Cen MT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861" name="PlaceHolder 2"/>
          <p:cNvSpPr>
            <a:spLocks noGrp="1"/>
          </p:cNvSpPr>
          <p:nvPr>
            <p:ph type="body"/>
          </p:nvPr>
        </p:nvSpPr>
        <p:spPr>
          <a:xfrm>
            <a:off x="7380720" y="609480"/>
            <a:ext cx="3666240" cy="5181120"/>
          </a:xfrm>
          <a:prstGeom prst="rect">
            <a:avLst/>
          </a:prstGeom>
          <a:noFill/>
          <a:ln cap="sq" w="19080">
            <a:solidFill>
              <a:schemeClr val="dk2">
                <a:lumMod val="60000"/>
                <a:lumOff val="40000"/>
                <a:alpha val="60000"/>
              </a:schemeClr>
            </a:solidFill>
            <a:miter/>
          </a:ln>
          <a:effectLst>
            <a:outerShdw dist="38160" dir="5400000" blurRad="88920" rotWithShape="0">
              <a:srgbClr val="000000">
                <a:alpha val="40000"/>
              </a:srgbClr>
            </a:outerShdw>
          </a:effectLst>
        </p:spPr>
        <p:txBody>
          <a:bodyPr lIns="90000" rIns="90000" tIns="45000" bIns="4500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Tw Cen MT"/>
              </a:rPr>
              <a:t>Click icon to add picture</a:t>
            </a:r>
            <a:endParaRPr b="0" lang="en-US" sz="32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862" name="PlaceHolder 3"/>
          <p:cNvSpPr>
            <a:spLocks noGrp="1"/>
          </p:cNvSpPr>
          <p:nvPr>
            <p:ph type="body"/>
          </p:nvPr>
        </p:nvSpPr>
        <p:spPr>
          <a:xfrm>
            <a:off x="1141560" y="2249640"/>
            <a:ext cx="5934240" cy="35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Tw Cen MT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863" name="PlaceHolder 4"/>
          <p:cNvSpPr>
            <a:spLocks noGrp="1"/>
          </p:cNvSpPr>
          <p:nvPr>
            <p:ph type="dt" idx="49"/>
          </p:nvPr>
        </p:nvSpPr>
        <p:spPr>
          <a:xfrm>
            <a:off x="745704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BE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BE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rPr>
              <a:t>&lt;date/time&gt;</a:t>
            </a:r>
            <a:endParaRPr b="0" lang="en-US" sz="105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64" name="PlaceHolder 5"/>
          <p:cNvSpPr>
            <a:spLocks noGrp="1"/>
          </p:cNvSpPr>
          <p:nvPr>
            <p:ph type="ftr" idx="50"/>
          </p:nvPr>
        </p:nvSpPr>
        <p:spPr>
          <a:xfrm>
            <a:off x="1141560" y="588312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50" spc="-1" strike="noStrike" cap="all">
                <a:solidFill>
                  <a:schemeClr val="dk1">
                    <a:tint val="75000"/>
                  </a:schemeClr>
                </a:solidFill>
                <a:latin typeface="Tw Cen MT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050" spc="-1" strike="noStrike" cap="all">
                <a:solidFill>
                  <a:schemeClr val="dk1">
                    <a:tint val="75000"/>
                  </a:schemeClr>
                </a:solidFill>
                <a:latin typeface="Tw Cen MT"/>
              </a:rPr>
              <a:t>&lt;footer&gt;</a:t>
            </a:r>
            <a:endParaRPr b="0" lang="en-US" sz="105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65" name="PlaceHolder 6"/>
          <p:cNvSpPr>
            <a:spLocks noGrp="1"/>
          </p:cNvSpPr>
          <p:nvPr>
            <p:ph type="sldNum" idx="51"/>
          </p:nvPr>
        </p:nvSpPr>
        <p:spPr>
          <a:xfrm>
            <a:off x="10276200" y="5883120"/>
            <a:ext cx="770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BE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57E47FB-9C44-42E0-BD9A-F1DADBC22EAD}" type="slidenum">
              <a:rPr b="0" lang="en-BE" sz="1050" spc="-1" strike="noStrike">
                <a:solidFill>
                  <a:schemeClr val="dk1">
                    <a:tint val="75000"/>
                  </a:schemeClr>
                </a:solidFill>
                <a:latin typeface="Tw Cen MT"/>
              </a:rPr>
              <a:t>&lt;number&gt;</a:t>
            </a:fld>
            <a:endParaRPr b="0" lang="en-US" sz="105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4.png"/><Relationship Id="rId3" Type="http://schemas.openxmlformats.org/officeDocument/2006/relationships/image" Target="../media/image5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0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0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0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0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10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0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10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0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slideLayout" Target="../slideLayouts/slideLayout10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7.png"/><Relationship Id="rId6" Type="http://schemas.openxmlformats.org/officeDocument/2006/relationships/image" Target="../media/image17.png"/><Relationship Id="rId7" Type="http://schemas.openxmlformats.org/officeDocument/2006/relationships/image" Target="../media/image17.png"/><Relationship Id="rId8" Type="http://schemas.openxmlformats.org/officeDocument/2006/relationships/image" Target="../media/image17.png"/><Relationship Id="rId9" Type="http://schemas.openxmlformats.org/officeDocument/2006/relationships/image" Target="../media/image17.png"/><Relationship Id="rId10" Type="http://schemas.openxmlformats.org/officeDocument/2006/relationships/image" Target="../media/image17.png"/><Relationship Id="rId11" Type="http://schemas.openxmlformats.org/officeDocument/2006/relationships/image" Target="../media/image17.png"/><Relationship Id="rId12" Type="http://schemas.openxmlformats.org/officeDocument/2006/relationships/image" Target="../media/image17.png"/><Relationship Id="rId13" Type="http://schemas.openxmlformats.org/officeDocument/2006/relationships/image" Target="../media/image17.png"/><Relationship Id="rId14" Type="http://schemas.openxmlformats.org/officeDocument/2006/relationships/image" Target="../media/image17.png"/><Relationship Id="rId15" Type="http://schemas.openxmlformats.org/officeDocument/2006/relationships/image" Target="../media/image17.png"/><Relationship Id="rId16" Type="http://schemas.openxmlformats.org/officeDocument/2006/relationships/image" Target="../media/image18.png"/><Relationship Id="rId17" Type="http://schemas.openxmlformats.org/officeDocument/2006/relationships/image" Target="../media/image18.png"/><Relationship Id="rId18" Type="http://schemas.openxmlformats.org/officeDocument/2006/relationships/image" Target="../media/image18.png"/><Relationship Id="rId19" Type="http://schemas.openxmlformats.org/officeDocument/2006/relationships/image" Target="../media/image18.png"/><Relationship Id="rId20" Type="http://schemas.openxmlformats.org/officeDocument/2006/relationships/slideLayout" Target="../slideLayouts/slideLayout10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0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9.jpeg"/><Relationship Id="rId3" Type="http://schemas.openxmlformats.org/officeDocument/2006/relationships/slideLayout" Target="../slideLayouts/slideLayout10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jpeg"/><Relationship Id="rId5" Type="http://schemas.microsoft.com/office/2007/relationships/hdphoto" Target="../media/hdphoto1.wdp"/><Relationship Id="rId6" Type="http://schemas.openxmlformats.org/officeDocument/2006/relationships/image" Target="../media/image23.jpeg"/><Relationship Id="rId7" Type="http://schemas.openxmlformats.org/officeDocument/2006/relationships/image" Target="../media/image24.jpeg"/><Relationship Id="rId8" Type="http://schemas.openxmlformats.org/officeDocument/2006/relationships/slideLayout" Target="../slideLayouts/slideLayout10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25.jpe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slideLayout" Target="../slideLayouts/slideLayout10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0.png"/><Relationship Id="rId6" Type="http://schemas.openxmlformats.org/officeDocument/2006/relationships/image" Target="../media/image30.png"/><Relationship Id="rId7" Type="http://schemas.openxmlformats.org/officeDocument/2006/relationships/image" Target="../media/image30.png"/><Relationship Id="rId8" Type="http://schemas.openxmlformats.org/officeDocument/2006/relationships/slideLayout" Target="../slideLayouts/slideLayout1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0.png"/><Relationship Id="rId6" Type="http://schemas.openxmlformats.org/officeDocument/2006/relationships/image" Target="../media/image30.png"/><Relationship Id="rId7" Type="http://schemas.openxmlformats.org/officeDocument/2006/relationships/image" Target="../media/image30.png"/><Relationship Id="rId8" Type="http://schemas.openxmlformats.org/officeDocument/2006/relationships/slideLayout" Target="../slideLayouts/slideLayout10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31.png"/><Relationship Id="rId3" Type="http://schemas.openxmlformats.org/officeDocument/2006/relationships/slideLayout" Target="../slideLayouts/slideLayout10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slideLayout" Target="../slideLayouts/slideLayout10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slideLayout" Target="../slideLayouts/slideLayout10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0.png"/><Relationship Id="rId6" Type="http://schemas.openxmlformats.org/officeDocument/2006/relationships/image" Target="../media/image30.png"/><Relationship Id="rId7" Type="http://schemas.openxmlformats.org/officeDocument/2006/relationships/image" Target="../media/image30.png"/><Relationship Id="rId8" Type="http://schemas.openxmlformats.org/officeDocument/2006/relationships/slideLayout" Target="../slideLayouts/slideLayout10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hyperlink" Target="https://www.datacamp.com/blog/yolo-object-detection-explained" TargetMode="External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slideLayout" Target="../slideLayouts/slideLayout10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0.png"/><Relationship Id="rId6" Type="http://schemas.openxmlformats.org/officeDocument/2006/relationships/image" Target="../media/image30.png"/><Relationship Id="rId7" Type="http://schemas.openxmlformats.org/officeDocument/2006/relationships/image" Target="../media/image30.png"/><Relationship Id="rId8" Type="http://schemas.openxmlformats.org/officeDocument/2006/relationships/slideLayout" Target="../slideLayouts/slideLayout10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40.png"/><Relationship Id="rId3" Type="http://schemas.openxmlformats.org/officeDocument/2006/relationships/slideLayout" Target="../slideLayouts/slideLayout10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video" Target="https://www.youtube.com/embed/vg77gnq2hA0?feature=oembed" TargetMode="External"/><Relationship Id="rId6" Type="http://schemas.microsoft.com/office/2007/relationships/media" Target="https://www.youtube.com/embed/vg77gnq2hA0?feature=oembed" TargetMode="External"/><Relationship Id="rId7" Type="http://schemas.openxmlformats.org/officeDocument/2006/relationships/image" Target="../media/image44.jpeg"/><Relationship Id="rId8" Type="http://schemas.openxmlformats.org/officeDocument/2006/relationships/slideLayout" Target="../slideLayouts/slideLayout10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18.png"/><Relationship Id="rId9" Type="http://schemas.openxmlformats.org/officeDocument/2006/relationships/image" Target="../media/image18.png"/><Relationship Id="rId10" Type="http://schemas.openxmlformats.org/officeDocument/2006/relationships/image" Target="../media/image18.png"/><Relationship Id="rId11" Type="http://schemas.openxmlformats.org/officeDocument/2006/relationships/image" Target="../media/image18.png"/><Relationship Id="rId12" Type="http://schemas.openxmlformats.org/officeDocument/2006/relationships/image" Target="../media/image18.png"/><Relationship Id="rId13" Type="http://schemas.openxmlformats.org/officeDocument/2006/relationships/image" Target="../media/image18.png"/><Relationship Id="rId14" Type="http://schemas.openxmlformats.org/officeDocument/2006/relationships/image" Target="../media/image18.png"/><Relationship Id="rId15" Type="http://schemas.openxmlformats.org/officeDocument/2006/relationships/image" Target="../media/image17.png"/><Relationship Id="rId16" Type="http://schemas.openxmlformats.org/officeDocument/2006/relationships/image" Target="../media/image17.png"/><Relationship Id="rId17" Type="http://schemas.openxmlformats.org/officeDocument/2006/relationships/image" Target="../media/image17.png"/><Relationship Id="rId18" Type="http://schemas.openxmlformats.org/officeDocument/2006/relationships/image" Target="../media/image17.png"/><Relationship Id="rId19" Type="http://schemas.openxmlformats.org/officeDocument/2006/relationships/image" Target="../media/image17.png"/><Relationship Id="rId20" Type="http://schemas.openxmlformats.org/officeDocument/2006/relationships/image" Target="../media/image51.png"/><Relationship Id="rId21" Type="http://schemas.openxmlformats.org/officeDocument/2006/relationships/slideLayout" Target="../slideLayouts/slideLayout1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52.png"/><Relationship Id="rId3" Type="http://schemas.openxmlformats.org/officeDocument/2006/relationships/slideLayout" Target="../slideLayouts/slideLayout10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slideLayout" Target="../slideLayouts/slideLayout10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0.png"/><Relationship Id="rId6" Type="http://schemas.openxmlformats.org/officeDocument/2006/relationships/image" Target="../media/image30.png"/><Relationship Id="rId7" Type="http://schemas.openxmlformats.org/officeDocument/2006/relationships/image" Target="../media/image30.png"/><Relationship Id="rId8" Type="http://schemas.openxmlformats.org/officeDocument/2006/relationships/slideLayout" Target="../slideLayouts/slideLayout10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55.png"/><Relationship Id="rId3" Type="http://schemas.openxmlformats.org/officeDocument/2006/relationships/slideLayout" Target="../slideLayouts/slideLayout10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56.png"/><Relationship Id="rId2" Type="http://schemas.openxmlformats.org/officeDocument/2006/relationships/slideLayout" Target="../slideLayouts/slideLayout10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2" name="Group 110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191760" cy="6857640"/>
            <a:chOff x="0" y="0"/>
            <a:chExt cx="12191760" cy="6857640"/>
          </a:xfrm>
        </p:grpSpPr>
        <p:sp useBgFill="1">
          <p:nvSpPr>
            <p:cNvPr id="873" name="Rectangle 110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12191760" cy="685764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Tw Cen MT"/>
              </a:endParaRPr>
            </a:p>
          </p:txBody>
        </p:sp>
        <p:pic>
          <p:nvPicPr>
            <p:cNvPr id="874" name="Picture 2" descr="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/>
            <p:nvPr/>
          </p:nvPicPr>
          <p:blipFill>
            <a:blip r:embed="rId2">
              <a:alphaModFix amt="30000"/>
            </a:blip>
            <a:stretch/>
          </p:blipFill>
          <p:spPr>
            <a:xfrm>
              <a:off x="0" y="0"/>
              <a:ext cx="12191760" cy="685764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875" name="PlaceHolder 1"/>
          <p:cNvSpPr>
            <a:spLocks noGrp="1"/>
          </p:cNvSpPr>
          <p:nvPr>
            <p:ph type="title"/>
          </p:nvPr>
        </p:nvSpPr>
        <p:spPr>
          <a:xfrm>
            <a:off x="7914960" y="1122480"/>
            <a:ext cx="37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400" spc="-1" strike="noStrike" cap="all">
                <a:solidFill>
                  <a:schemeClr val="dk1"/>
                </a:solidFill>
                <a:latin typeface="Calibri Light"/>
              </a:rPr>
              <a:t>CARMAgeDDoN</a:t>
            </a:r>
            <a:endParaRPr b="0" lang="en-US" sz="34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876" name="PlaceHolder 2"/>
          <p:cNvSpPr>
            <a:spLocks noGrp="1"/>
          </p:cNvSpPr>
          <p:nvPr>
            <p:ph type="subTitle"/>
          </p:nvPr>
        </p:nvSpPr>
        <p:spPr>
          <a:xfrm>
            <a:off x="7886160" y="3602160"/>
            <a:ext cx="318456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pc="-1" strike="noStrike" cap="all">
                <a:solidFill>
                  <a:schemeClr val="dk2"/>
                </a:solidFill>
                <a:latin typeface="Tw Cen MT"/>
              </a:rPr>
              <a:t>Computer Vision and Machine Learning project</a:t>
            </a:r>
            <a:br>
              <a:rPr sz="2000"/>
            </a:b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77" name="Picture 2" descr="The back of a car with lights on&#10;&#10;Description automatically generated"/>
          <p:cNvPicPr/>
          <p:nvPr/>
        </p:nvPicPr>
        <p:blipFill>
          <a:blip r:embed="rId3"/>
          <a:srcRect l="13504" t="0" r="12924" b="0"/>
          <a:stretch/>
        </p:blipFill>
        <p:spPr>
          <a:xfrm>
            <a:off x="-5760" y="0"/>
            <a:ext cx="7558200" cy="6857640"/>
          </a:xfrm>
          <a:prstGeom prst="rect">
            <a:avLst/>
          </a:prstGeom>
          <a:ln w="0">
            <a:noFill/>
          </a:ln>
        </p:spPr>
      </p:pic>
      <p:grpSp>
        <p:nvGrpSpPr>
          <p:cNvPr id="878" name="Group 110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2304720" cy="6857640"/>
            <a:chOff x="0" y="0"/>
            <a:chExt cx="2304720" cy="6857640"/>
          </a:xfrm>
        </p:grpSpPr>
        <p:sp>
          <p:nvSpPr>
            <p:cNvPr id="879" name="Rectangle 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209600" y="4680"/>
              <a:ext cx="23400" cy="218088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880" name="Freeform 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28600" y="217656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chemeClr val="tx1"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881" name="Freeform 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23920" y="40212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1"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882" name="Rectangle 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14360" y="9360"/>
              <a:ext cx="28080" cy="448128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883" name="Freeform 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33360" y="4481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1"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884" name="Freeform 1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90440" y="9360"/>
              <a:ext cx="151920" cy="907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07560"/>
                <a:gd name="textAreaBottom" fmla="*/ 907920 h 907560"/>
              </a:gdLst>
              <a:ahLst/>
              <a:rect l="textAreaLeft" t="textAreaTop" r="textAreaRight" b="textAreaBottom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solidFill>
              <a:schemeClr val="tx1"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885" name="Freeform 1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290600" y="14400"/>
              <a:ext cx="375840" cy="1801440"/>
            </a:xfrm>
            <a:custGeom>
              <a:avLst/>
              <a:gdLst>
                <a:gd name="textAreaLeft" fmla="*/ 0 w 375840"/>
                <a:gd name="textAreaRight" fmla="*/ 376200 w 375840"/>
                <a:gd name="textAreaTop" fmla="*/ 0 h 1801440"/>
                <a:gd name="textAreaBottom" fmla="*/ 1801800 h 1801440"/>
              </a:gdLst>
              <a:ahLst/>
              <a:rect l="textAreaLeft" t="textAreaTop" r="textAreaRight" b="textAreaBottom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solidFill>
              <a:schemeClr val="tx1"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886" name="Freeform 1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600200" y="18018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chemeClr val="tx1"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887" name="Freeform 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80960" y="9360"/>
              <a:ext cx="371160" cy="1425240"/>
            </a:xfrm>
            <a:custGeom>
              <a:avLst/>
              <a:gdLst>
                <a:gd name="textAreaLeft" fmla="*/ 0 w 371160"/>
                <a:gd name="textAreaRight" fmla="*/ 371520 w 371160"/>
                <a:gd name="textAreaTop" fmla="*/ 0 h 1425240"/>
                <a:gd name="textAreaBottom" fmla="*/ 1425600 h 1425240"/>
              </a:gdLst>
              <a:ahLst/>
              <a:rect l="textAreaLeft" t="textAreaTop" r="textAreaRight" b="textAreaBottom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solidFill>
              <a:schemeClr val="tx1"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888" name="Freeform 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643040" y="0"/>
              <a:ext cx="151920" cy="9126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12600"/>
                <a:gd name="textAreaBottom" fmla="*/ 912960 h 912600"/>
              </a:gdLst>
              <a:ahLst/>
              <a:rect l="textAreaLeft" t="textAreaTop" r="textAreaRight" b="textAreaBottom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solidFill>
              <a:schemeClr val="tx1"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889" name="Freeform 1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685880" y="14209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1"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890" name="Freeform 1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685880" y="9032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1"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891" name="Freeform 1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743120" y="4680"/>
              <a:ext cx="418680" cy="522000"/>
            </a:xfrm>
            <a:custGeom>
              <a:avLst/>
              <a:gdLst>
                <a:gd name="textAreaLeft" fmla="*/ 0 w 418680"/>
                <a:gd name="textAreaRight" fmla="*/ 419040 w 418680"/>
                <a:gd name="textAreaTop" fmla="*/ 0 h 522000"/>
                <a:gd name="textAreaBottom" fmla="*/ 522360 h 522000"/>
              </a:gdLst>
              <a:ahLst/>
              <a:rect l="textAreaLeft" t="textAreaTop" r="textAreaRight" b="textAreaBottom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solidFill>
              <a:schemeClr val="tx1"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892" name="Freeform 1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19320" y="488880"/>
              <a:ext cx="161640" cy="147240"/>
            </a:xfrm>
            <a:custGeom>
              <a:avLst/>
              <a:gdLst>
                <a:gd name="textAreaLeft" fmla="*/ 0 w 161640"/>
                <a:gd name="textAreaRight" fmla="*/ 162000 w 161640"/>
                <a:gd name="textAreaTop" fmla="*/ 0 h 147240"/>
                <a:gd name="textAreaBottom" fmla="*/ 147600 h 147240"/>
              </a:gdLst>
              <a:ahLst/>
              <a:rect l="textAreaLeft" t="textAreaTop" r="textAreaRight" b="textAreaBottom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1"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893" name="Freeform 1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52560" y="4680"/>
              <a:ext cx="151920" cy="907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07560"/>
                <a:gd name="textAreaBottom" fmla="*/ 907920 h 907560"/>
              </a:gdLst>
              <a:ahLst/>
              <a:rect l="textAreaLeft" t="textAreaTop" r="textAreaRight" b="textAreaBottom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solidFill>
              <a:schemeClr val="tx1"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894" name="Freeform 2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66880" y="9032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1"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895" name="Freeform 2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90640" y="15541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1"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896" name="Freeform 2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38360" y="5622840"/>
              <a:ext cx="337680" cy="1215720"/>
            </a:xfrm>
            <a:custGeom>
              <a:avLst/>
              <a:gdLst>
                <a:gd name="textAreaLeft" fmla="*/ 0 w 337680"/>
                <a:gd name="textAreaRight" fmla="*/ 338040 w 337680"/>
                <a:gd name="textAreaTop" fmla="*/ 0 h 1215720"/>
                <a:gd name="textAreaBottom" fmla="*/ 1216080 h 1215720"/>
              </a:gdLst>
              <a:ahLst/>
              <a:rect l="textAreaLeft" t="textAreaTop" r="textAreaRight" b="textAreaBottom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solidFill>
              <a:schemeClr val="tx1"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897" name="Freeform 2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47640" y="5479920"/>
              <a:ext cx="156960" cy="15696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56960"/>
                <a:gd name="textAreaBottom" fmla="*/ 157320 h 156960"/>
              </a:gdLst>
              <a:ahLst/>
              <a:rect l="textAreaLeft" t="textAreaTop" r="textAreaRight" b="textAreaBottom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1"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898" name="Freeform 2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6600" y="9032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1"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899" name="Freeform 2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3897360"/>
              <a:ext cx="132840" cy="266400"/>
            </a:xfrm>
            <a:custGeom>
              <a:avLst/>
              <a:gdLst>
                <a:gd name="textAreaLeft" fmla="*/ 0 w 132840"/>
                <a:gd name="textAreaRight" fmla="*/ 133200 w 132840"/>
                <a:gd name="textAreaTop" fmla="*/ 0 h 266400"/>
                <a:gd name="textAreaBottom" fmla="*/ 266760 h 266400"/>
              </a:gdLst>
              <a:ahLst/>
              <a:rect l="textAreaLeft" t="textAreaTop" r="textAreaRight" b="textAreaBottom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solidFill>
              <a:schemeClr val="tx1"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00" name="Freeform 2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6600" y="414972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1"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01" name="Freeform 2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1644480"/>
              <a:ext cx="132840" cy="269640"/>
            </a:xfrm>
            <a:custGeom>
              <a:avLst/>
              <a:gdLst>
                <a:gd name="textAreaLeft" fmla="*/ 0 w 132840"/>
                <a:gd name="textAreaRight" fmla="*/ 133200 w 132840"/>
                <a:gd name="textAreaTop" fmla="*/ 0 h 269640"/>
                <a:gd name="textAreaBottom" fmla="*/ 270000 h 269640"/>
              </a:gdLst>
              <a:ahLst/>
              <a:rect l="textAreaLeft" t="textAreaTop" r="textAreaRight" b="textAreaBottom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solidFill>
              <a:schemeClr val="tx1"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02" name="Freeform 2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6600" y="14684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1"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03" name="Freeform 2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95160" y="4680"/>
              <a:ext cx="309240" cy="1558440"/>
            </a:xfrm>
            <a:custGeom>
              <a:avLst/>
              <a:gdLst>
                <a:gd name="textAreaLeft" fmla="*/ 0 w 309240"/>
                <a:gd name="textAreaRight" fmla="*/ 309600 w 309240"/>
                <a:gd name="textAreaTop" fmla="*/ 0 h 1558440"/>
                <a:gd name="textAreaBottom" fmla="*/ 1558800 h 1558440"/>
              </a:gdLst>
              <a:ahLst/>
              <a:rect l="textAreaLeft" t="textAreaTop" r="textAreaRight" b="textAreaBottom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solidFill>
              <a:schemeClr val="tx1"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04" name="Freeform 3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7240" y="48816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1"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05" name="Freeform 3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8240" y="5060880"/>
              <a:ext cx="304560" cy="177768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777680"/>
                <a:gd name="textAreaBottom" fmla="*/ 1778040 h 1777680"/>
              </a:gdLst>
              <a:ahLst/>
              <a:rect l="textAreaLeft" t="textAreaTop" r="textAreaRight" b="textAreaBottom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solidFill>
              <a:schemeClr val="tx1"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06" name="Freeform 3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61960" y="643104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1"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07" name="Rectangle 3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42960" y="6610320"/>
              <a:ext cx="23400" cy="24264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08" name="Freeform 3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6320" y="643104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1"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09" name="Freeform 3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5978520"/>
              <a:ext cx="190080" cy="46152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461520"/>
                <a:gd name="textAreaBottom" fmla="*/ 461880 h 461520"/>
              </a:gdLst>
              <a:ahLst/>
              <a:rect l="textAreaLeft" t="textAreaTop" r="textAreaRight" b="textAreaBottom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solidFill>
              <a:schemeClr val="tx1"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10" name="Freeform 3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14480" y="1801800"/>
              <a:ext cx="213840" cy="755280"/>
            </a:xfrm>
            <a:custGeom>
              <a:avLst/>
              <a:gdLst>
                <a:gd name="textAreaLeft" fmla="*/ 0 w 213840"/>
                <a:gd name="textAreaRight" fmla="*/ 214200 w 213840"/>
                <a:gd name="textAreaTop" fmla="*/ 0 h 755280"/>
                <a:gd name="textAreaBottom" fmla="*/ 755640 h 755280"/>
              </a:gdLst>
              <a:ahLst/>
              <a:rect l="textAreaLeft" t="textAreaTop" r="textAreaRight" b="textAreaBottom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solidFill>
              <a:schemeClr val="tx1"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11" name="Freeform 3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8160" y="2548080"/>
              <a:ext cx="166320" cy="159840"/>
            </a:xfrm>
            <a:custGeom>
              <a:avLst/>
              <a:gdLst>
                <a:gd name="textAreaLeft" fmla="*/ 0 w 166320"/>
                <a:gd name="textAreaRight" fmla="*/ 166680 w 166320"/>
                <a:gd name="textAreaTop" fmla="*/ 0 h 159840"/>
                <a:gd name="textAreaBottom" fmla="*/ 160200 h 159840"/>
              </a:gdLst>
              <a:ahLst/>
              <a:rect l="textAreaLeft" t="textAreaTop" r="textAreaRight" b="textAreaBottom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solidFill>
              <a:schemeClr val="tx1"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12" name="Freeform 3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95440" y="4680"/>
              <a:ext cx="637920" cy="4025520"/>
            </a:xfrm>
            <a:custGeom>
              <a:avLst/>
              <a:gdLst>
                <a:gd name="textAreaLeft" fmla="*/ 0 w 637920"/>
                <a:gd name="textAreaRight" fmla="*/ 638280 w 637920"/>
                <a:gd name="textAreaTop" fmla="*/ 0 h 4025520"/>
                <a:gd name="textAreaBottom" fmla="*/ 4025880 h 4025520"/>
              </a:gdLst>
              <a:ahLst/>
              <a:rect l="textAreaLeft" t="textAreaTop" r="textAreaRight" b="textAreaBottom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solidFill>
              <a:schemeClr val="tx1"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13" name="Freeform 3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224000" y="1382760"/>
              <a:ext cx="142560" cy="475920"/>
            </a:xfrm>
            <a:custGeom>
              <a:avLst/>
              <a:gdLst>
                <a:gd name="textAreaLeft" fmla="*/ 0 w 142560"/>
                <a:gd name="textAreaRight" fmla="*/ 142920 w 142560"/>
                <a:gd name="textAreaTop" fmla="*/ 0 h 475920"/>
                <a:gd name="textAreaBottom" fmla="*/ 476280 h 475920"/>
              </a:gdLst>
              <a:ahLst/>
              <a:rect l="textAreaLeft" t="textAreaTop" r="textAreaRight" b="textAreaBottom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solidFill>
              <a:schemeClr val="tx1"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14" name="Freeform 4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0320" y="1849320"/>
              <a:ext cx="109080" cy="107640"/>
            </a:xfrm>
            <a:custGeom>
              <a:avLst/>
              <a:gdLst>
                <a:gd name="textAreaLeft" fmla="*/ 0 w 109080"/>
                <a:gd name="textAreaRight" fmla="*/ 109440 w 109080"/>
                <a:gd name="textAreaTop" fmla="*/ 0 h 107640"/>
                <a:gd name="textAreaBottom" fmla="*/ 108000 h 107640"/>
              </a:gdLst>
              <a:ahLst/>
              <a:rect l="textAreaLeft" t="textAreaTop" r="textAreaRight" b="textAreaBottom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solidFill>
              <a:schemeClr val="tx1"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15" name="Freeform 4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81160" y="3417840"/>
              <a:ext cx="142560" cy="474480"/>
            </a:xfrm>
            <a:custGeom>
              <a:avLst/>
              <a:gdLst>
                <a:gd name="textAreaLeft" fmla="*/ 0 w 142560"/>
                <a:gd name="textAreaRight" fmla="*/ 142920 w 142560"/>
                <a:gd name="textAreaTop" fmla="*/ 0 h 474480"/>
                <a:gd name="textAreaBottom" fmla="*/ 474840 h 474480"/>
              </a:gdLst>
              <a:ahLst/>
              <a:rect l="textAreaLeft" t="textAreaTop" r="textAreaRight" b="textAreaBottom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solidFill>
              <a:schemeClr val="tx1"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16" name="Freeform 4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7960" y="3882960"/>
              <a:ext cx="109080" cy="109080"/>
            </a:xfrm>
            <a:custGeom>
              <a:avLst/>
              <a:gdLst>
                <a:gd name="textAreaLeft" fmla="*/ 0 w 109080"/>
                <a:gd name="textAreaRight" fmla="*/ 109440 w 109080"/>
                <a:gd name="textAreaTop" fmla="*/ 0 h 109080"/>
                <a:gd name="textAreaBottom" fmla="*/ 109440 h 109080"/>
              </a:gdLst>
              <a:ahLst/>
              <a:rect l="textAreaLeft" t="textAreaTop" r="textAreaRight" b="textAreaBottom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solidFill>
              <a:schemeClr val="tx1"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17" name="Freeform 4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680" y="2166840"/>
              <a:ext cx="114120" cy="452160"/>
            </a:xfrm>
            <a:custGeom>
              <a:avLst/>
              <a:gdLst>
                <a:gd name="textAreaLeft" fmla="*/ 0 w 114120"/>
                <a:gd name="textAreaRight" fmla="*/ 114480 w 114120"/>
                <a:gd name="textAreaTop" fmla="*/ 0 h 452160"/>
                <a:gd name="textAreaBottom" fmla="*/ 452520 h 452160"/>
              </a:gdLst>
              <a:ahLst/>
              <a:rect l="textAreaLeft" t="textAreaTop" r="textAreaRight" b="textAreaBottom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solidFill>
              <a:schemeClr val="tx1"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18" name="Freeform 4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2560" y="2066760"/>
              <a:ext cx="109080" cy="109080"/>
            </a:xfrm>
            <a:custGeom>
              <a:avLst/>
              <a:gdLst>
                <a:gd name="textAreaLeft" fmla="*/ 0 w 109080"/>
                <a:gd name="textAreaRight" fmla="*/ 109440 w 109080"/>
                <a:gd name="textAreaTop" fmla="*/ 0 h 109080"/>
                <a:gd name="textAreaBottom" fmla="*/ 109440 h 109080"/>
              </a:gdLst>
              <a:ahLst/>
              <a:rect l="textAreaLeft" t="textAreaTop" r="textAreaRight" b="textAreaBottom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solidFill>
              <a:schemeClr val="tx1"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19" name="Rectangle 4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228680" y="4662360"/>
              <a:ext cx="23400" cy="218088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20" name="Freeform 4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19040" y="5041800"/>
              <a:ext cx="371160" cy="1801440"/>
            </a:xfrm>
            <a:custGeom>
              <a:avLst/>
              <a:gdLst>
                <a:gd name="textAreaLeft" fmla="*/ 0 w 371160"/>
                <a:gd name="textAreaRight" fmla="*/ 371520 w 371160"/>
                <a:gd name="textAreaTop" fmla="*/ 0 h 1801440"/>
                <a:gd name="textAreaBottom" fmla="*/ 1801800 h 1801440"/>
              </a:gdLst>
              <a:ahLst/>
              <a:rect l="textAreaLeft" t="textAreaTop" r="textAreaRight" b="textAreaBottom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solidFill>
              <a:schemeClr val="tx1"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21" name="Freeform 4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47680" y="4481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chemeClr val="tx1"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22" name="Freeform 4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19000" y="3983040"/>
              <a:ext cx="347400" cy="2860200"/>
            </a:xfrm>
            <a:custGeom>
              <a:avLst/>
              <a:gdLst>
                <a:gd name="textAreaLeft" fmla="*/ 0 w 347400"/>
                <a:gd name="textAreaRight" fmla="*/ 347760 w 347400"/>
                <a:gd name="textAreaTop" fmla="*/ 0 h 2860200"/>
                <a:gd name="textAreaBottom" fmla="*/ 2860560 h 2860200"/>
              </a:gdLst>
              <a:ahLst/>
              <a:rect l="textAreaLeft" t="textAreaTop" r="textAreaRight" b="textAreaBottom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solidFill>
              <a:schemeClr val="tx1"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23" name="Freeform 4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28640" y="380700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1"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24" name="Freeform 5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623960" y="48672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chemeClr val="tx1"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25" name="Freeform 5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05080" y="5423040"/>
              <a:ext cx="371160" cy="1425240"/>
            </a:xfrm>
            <a:custGeom>
              <a:avLst/>
              <a:gdLst>
                <a:gd name="textAreaLeft" fmla="*/ 0 w 371160"/>
                <a:gd name="textAreaRight" fmla="*/ 371520 w 371160"/>
                <a:gd name="textAreaTop" fmla="*/ 0 h 1425240"/>
                <a:gd name="textAreaBottom" fmla="*/ 1425600 h 1425240"/>
              </a:gdLst>
              <a:ahLst/>
              <a:rect l="textAreaLeft" t="textAreaTop" r="textAreaRight" b="textAreaBottom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solidFill>
              <a:schemeClr val="tx1"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26" name="Freeform 5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666800" y="5945040"/>
              <a:ext cx="151920" cy="9126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12600"/>
                <a:gd name="textAreaBottom" fmla="*/ 912960 h 912600"/>
              </a:gdLst>
              <a:ahLst/>
              <a:rect l="textAreaLeft" t="textAreaTop" r="textAreaRight" b="textAreaBottom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solidFill>
              <a:schemeClr val="tx1"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27" name="Freeform 5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709640" y="5246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1"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28" name="Freeform 5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709640" y="57643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1"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29" name="Freeform 5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766880" y="6330960"/>
              <a:ext cx="418680" cy="526680"/>
            </a:xfrm>
            <a:custGeom>
              <a:avLst/>
              <a:gdLst>
                <a:gd name="textAreaLeft" fmla="*/ 0 w 418680"/>
                <a:gd name="textAreaRight" fmla="*/ 419040 w 418680"/>
                <a:gd name="textAreaTop" fmla="*/ 0 h 526680"/>
                <a:gd name="textAreaBottom" fmla="*/ 527040 h 526680"/>
              </a:gdLst>
              <a:ahLst/>
              <a:rect l="textAreaLeft" t="textAreaTop" r="textAreaRight" b="textAreaBottom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solidFill>
              <a:schemeClr val="tx1"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30" name="Freeform 5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47760" y="6221520"/>
              <a:ext cx="156960" cy="14724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47240"/>
                <a:gd name="textAreaBottom" fmla="*/ 147600 h 147240"/>
              </a:gdLst>
              <a:ahLst/>
              <a:rect l="textAreaLeft" t="textAreaTop" r="textAreaRight" b="textAreaBottom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solidFill>
              <a:schemeClr val="tx1"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31" name="Freeform 5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04720" y="9360"/>
              <a:ext cx="232920" cy="5103360"/>
            </a:xfrm>
            <a:custGeom>
              <a:avLst/>
              <a:gdLst>
                <a:gd name="textAreaLeft" fmla="*/ 0 w 232920"/>
                <a:gd name="textAreaRight" fmla="*/ 233280 w 232920"/>
                <a:gd name="textAreaTop" fmla="*/ 0 h 5103360"/>
                <a:gd name="textAreaBottom" fmla="*/ 5103720 h 5103360"/>
              </a:gdLst>
              <a:ahLst/>
              <a:rect l="textAreaLeft" t="textAreaTop" r="textAreaRight" b="textAreaBottom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solidFill>
              <a:schemeClr val="tx1"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32" name="Freeform 5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33240" y="5103720"/>
              <a:ext cx="185400" cy="185400"/>
            </a:xfrm>
            <a:custGeom>
              <a:avLst/>
              <a:gdLst>
                <a:gd name="textAreaLeft" fmla="*/ 0 w 185400"/>
                <a:gd name="textAreaRight" fmla="*/ 185760 w 185400"/>
                <a:gd name="textAreaTop" fmla="*/ 0 h 185400"/>
                <a:gd name="textAreaBottom" fmla="*/ 185760 h 185400"/>
              </a:gdLst>
              <a:ahLst/>
              <a:rect l="textAreaLeft" t="textAreaTop" r="textAreaRight" b="textAreaBottom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solidFill>
              <a:schemeClr val="tx1"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</p:grpSp>
      <p:grpSp>
        <p:nvGrpSpPr>
          <p:cNvPr id="933" name="Group 115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64840" y="0"/>
            <a:ext cx="674280" cy="6848280"/>
            <a:chOff x="11364840" y="0"/>
            <a:chExt cx="674280" cy="6848280"/>
          </a:xfrm>
        </p:grpSpPr>
        <p:sp>
          <p:nvSpPr>
            <p:cNvPr id="934" name="Freeform 3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484000" y="0"/>
              <a:ext cx="417240" cy="512280"/>
            </a:xfrm>
            <a:custGeom>
              <a:avLst/>
              <a:gdLst>
                <a:gd name="textAreaLeft" fmla="*/ 0 w 417240"/>
                <a:gd name="textAreaRight" fmla="*/ 417600 w 417240"/>
                <a:gd name="textAreaTop" fmla="*/ 0 h 512280"/>
                <a:gd name="textAreaBottom" fmla="*/ 512640 h 512280"/>
              </a:gdLst>
              <a:ahLst/>
              <a:rect l="textAreaLeft" t="textAreaTop" r="textAreaRight" b="textAreaBottom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adFill rotWithShape="0">
              <a:gsLst>
                <a:gs pos="0">
                  <a:srgbClr val="82ffff">
                    <a:alpha val="80000"/>
                  </a:srgbClr>
                </a:gs>
                <a:gs pos="100000">
                  <a:srgbClr val="3d97de">
                    <a:alpha val="6000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35" name="Freeform 3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364840" y="474840"/>
              <a:ext cx="156960" cy="15192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51920"/>
                <a:gd name="textAreaBottom" fmla="*/ 152280 h 151920"/>
              </a:gdLst>
              <a:ahLst/>
              <a:rect l="textAreaLeft" t="textAreaTop" r="textAreaRight" b="textAreaBottom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>
                    <a:alpha val="80000"/>
                  </a:srgbClr>
                </a:gs>
                <a:gs pos="100000">
                  <a:srgbClr val="3d97de">
                    <a:alpha val="6000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36" name="Freeform 3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1600" y="1539720"/>
              <a:ext cx="188640" cy="1900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>
                    <a:alpha val="80000"/>
                  </a:srgbClr>
                </a:gs>
                <a:gs pos="100000">
                  <a:srgbClr val="3d97de">
                    <a:alpha val="6000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37" name="Freeform 3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531520" y="5694480"/>
              <a:ext cx="298080" cy="1153800"/>
            </a:xfrm>
            <a:custGeom>
              <a:avLst/>
              <a:gdLst>
                <a:gd name="textAreaLeft" fmla="*/ 0 w 298080"/>
                <a:gd name="textAreaRight" fmla="*/ 298440 w 298080"/>
                <a:gd name="textAreaTop" fmla="*/ 0 h 1153800"/>
                <a:gd name="textAreaBottom" fmla="*/ 1154160 h 1153800"/>
              </a:gdLst>
              <a:ahLst/>
              <a:rect l="textAreaLeft" t="textAreaTop" r="textAreaRight" b="textAreaBottom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adFill rotWithShape="0">
              <a:gsLst>
                <a:gs pos="0">
                  <a:srgbClr val="82ffff">
                    <a:alpha val="80000"/>
                  </a:srgbClr>
                </a:gs>
                <a:gs pos="100000">
                  <a:srgbClr val="3d97de">
                    <a:alpha val="6000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38" name="Freeform 3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773080" y="5551560"/>
              <a:ext cx="156960" cy="15516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55160"/>
                <a:gd name="textAreaBottom" fmla="*/ 155520 h 155160"/>
              </a:gdLst>
              <a:ahLst/>
              <a:rect l="textAreaLeft" t="textAreaTop" r="textAreaRight" b="textAreaBottom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>
                    <a:alpha val="80000"/>
                  </a:srgbClr>
                </a:gs>
                <a:gs pos="100000">
                  <a:srgbClr val="3d97de">
                    <a:alpha val="6000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39" name="Freeform 3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711160" y="4680"/>
              <a:ext cx="304560" cy="154440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544400"/>
                <a:gd name="textAreaBottom" fmla="*/ 1544760 h 1544400"/>
              </a:gdLst>
              <a:ahLst/>
              <a:rect l="textAreaLeft" t="textAreaTop" r="textAreaRight" b="textAreaBottom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adFill rotWithShape="0">
              <a:gsLst>
                <a:gs pos="0">
                  <a:srgbClr val="82ffff">
                    <a:alpha val="80000"/>
                  </a:srgbClr>
                </a:gs>
                <a:gs pos="100000">
                  <a:srgbClr val="3d97de">
                    <a:alpha val="6000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40" name="Freeform 3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6280" y="4867200"/>
              <a:ext cx="188640" cy="18864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>
                    <a:alpha val="80000"/>
                  </a:srgbClr>
                </a:gs>
                <a:gs pos="100000">
                  <a:srgbClr val="3d97de">
                    <a:alpha val="6000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41" name="Freeform 3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441160" y="5046840"/>
              <a:ext cx="307440" cy="1801440"/>
            </a:xfrm>
            <a:custGeom>
              <a:avLst/>
              <a:gdLst>
                <a:gd name="textAreaLeft" fmla="*/ 0 w 307440"/>
                <a:gd name="textAreaRight" fmla="*/ 307800 w 307440"/>
                <a:gd name="textAreaTop" fmla="*/ 0 h 1801440"/>
                <a:gd name="textAreaBottom" fmla="*/ 1801800 h 1801440"/>
              </a:gdLst>
              <a:ahLst/>
              <a:rect l="textAreaLeft" t="textAreaTop" r="textAreaRight" b="textAreaBottom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adFill rotWithShape="0">
              <a:gsLst>
                <a:gs pos="0">
                  <a:srgbClr val="82ffff">
                    <a:alpha val="80000"/>
                  </a:srgbClr>
                </a:gs>
                <a:gs pos="100000">
                  <a:srgbClr val="3d97de">
                    <a:alpha val="6000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42" name="Freeform 4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849040" y="641664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>
                    <a:alpha val="80000"/>
                  </a:srgbClr>
                </a:gs>
                <a:gs pos="100000">
                  <a:srgbClr val="3d97de">
                    <a:alpha val="6000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43" name="Rectangle 4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939760" y="6595920"/>
              <a:ext cx="23400" cy="252000"/>
            </a:xfrm>
            <a:prstGeom prst="rect">
              <a:avLst/>
            </a:prstGeom>
            <a:gradFill rotWithShape="0">
              <a:gsLst>
                <a:gs pos="0">
                  <a:srgbClr val="82ffff">
                    <a:alpha val="80000"/>
                  </a:srgbClr>
                </a:gs>
                <a:gs pos="100000">
                  <a:srgbClr val="3d97de">
                    <a:alpha val="6000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a7a7a7"/>
            </a:gs>
          </a:gsLst>
          <a:lin ang="504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44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w Cen MT"/>
            </a:endParaRPr>
          </a:p>
        </p:txBody>
      </p:sp>
      <p:pic>
        <p:nvPicPr>
          <p:cNvPr id="945" name="Picture 2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1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grpSp>
        <p:nvGrpSpPr>
          <p:cNvPr id="946" name="Group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20760" cy="6857640"/>
            <a:chOff x="0" y="0"/>
            <a:chExt cx="1220760" cy="6857640"/>
          </a:xfrm>
        </p:grpSpPr>
        <p:sp>
          <p:nvSpPr>
            <p:cNvPr id="947" name="Rectangle 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28520" y="4680"/>
              <a:ext cx="23400" cy="218088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48" name="Freeform 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7520" y="217656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49" name="Freeform 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2840" y="40212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50" name="Freeform 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4200" y="4680"/>
              <a:ext cx="369360" cy="181080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810800"/>
                <a:gd name="textAreaBottom" fmla="*/ 1811160 h 1810800"/>
              </a:gdLst>
              <a:ahLst/>
              <a:rect l="textAreaLeft" t="textAreaTop" r="textAreaRight" b="textAreaBottom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51" name="Freeform 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17680" y="18018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52" name="Freeform 1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99880" y="4680"/>
              <a:ext cx="369360" cy="142992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429920"/>
                <a:gd name="textAreaBottom" fmla="*/ 1430280 h 1429920"/>
              </a:gdLst>
              <a:ahLst/>
              <a:rect l="textAreaLeft" t="textAreaTop" r="textAreaRight" b="textAreaBottom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53" name="Freeform 1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60520" y="0"/>
              <a:ext cx="151920" cy="9126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12600"/>
                <a:gd name="textAreaBottom" fmla="*/ 912960 h 912600"/>
              </a:gdLst>
              <a:ahLst/>
              <a:rect l="textAreaLeft" t="textAreaTop" r="textAreaRight" b="textAreaBottom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54" name="Freeform 1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3360" y="14209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55" name="Freeform 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3360" y="9032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56" name="Freeform 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5560" y="0"/>
              <a:ext cx="421920" cy="52668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526680"/>
                <a:gd name="textAreaBottom" fmla="*/ 527040 h 526680"/>
              </a:gdLst>
              <a:ahLst/>
              <a:rect l="textAreaLeft" t="textAreaTop" r="textAreaRight" b="textAreaBottom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57" name="Freeform 1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35000" y="488880"/>
              <a:ext cx="161640" cy="147240"/>
            </a:xfrm>
            <a:custGeom>
              <a:avLst/>
              <a:gdLst>
                <a:gd name="textAreaLeft" fmla="*/ 0 w 161640"/>
                <a:gd name="textAreaRight" fmla="*/ 162000 w 161640"/>
                <a:gd name="textAreaTop" fmla="*/ 0 h 147240"/>
                <a:gd name="textAreaBottom" fmla="*/ 147600 h 147240"/>
              </a:gdLst>
              <a:ahLst/>
              <a:rect l="textAreaLeft" t="textAreaTop" r="textAreaRight" b="textAreaBottom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58" name="Line 1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60" y="9360"/>
              <a:ext cx="360" cy="360"/>
            </a:xfrm>
            <a:prstGeom prst="line">
              <a:avLst/>
            </a:prstGeom>
            <a:ln w="15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59" name="Freeform 1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760" y="1801800"/>
              <a:ext cx="123480" cy="126720"/>
            </a:xfrm>
            <a:custGeom>
              <a:avLst/>
              <a:gdLst>
                <a:gd name="textAreaLeft" fmla="*/ 0 w 123480"/>
                <a:gd name="textAreaRight" fmla="*/ 123840 w 123480"/>
                <a:gd name="textAreaTop" fmla="*/ 0 h 126720"/>
                <a:gd name="textAreaBottom" fmla="*/ 127080 h 126720"/>
              </a:gdLst>
              <a:ahLst/>
              <a:rect l="textAreaLeft" t="textAreaTop" r="textAreaRight" b="textAreaBottom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60" name="Freeform 1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680" y="3549600"/>
              <a:ext cx="147240" cy="480600"/>
            </a:xfrm>
            <a:custGeom>
              <a:avLst/>
              <a:gdLst>
                <a:gd name="textAreaLeft" fmla="*/ 0 w 147240"/>
                <a:gd name="textAreaRight" fmla="*/ 147600 w 147240"/>
                <a:gd name="textAreaTop" fmla="*/ 0 h 480600"/>
                <a:gd name="textAreaBottom" fmla="*/ 480960 h 480600"/>
              </a:gdLst>
              <a:ahLst/>
              <a:rect l="textAreaLeft" t="textAreaTop" r="textAreaRight" b="textAreaBottom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61" name="Freeform 1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920" y="1382760"/>
              <a:ext cx="142560" cy="475920"/>
            </a:xfrm>
            <a:custGeom>
              <a:avLst/>
              <a:gdLst>
                <a:gd name="textAreaLeft" fmla="*/ 0 w 142560"/>
                <a:gd name="textAreaRight" fmla="*/ 142920 w 142560"/>
                <a:gd name="textAreaTop" fmla="*/ 0 h 475920"/>
                <a:gd name="textAreaBottom" fmla="*/ 476280 h 475920"/>
              </a:gdLst>
              <a:ahLst/>
              <a:rect l="textAreaLeft" t="textAreaTop" r="textAreaRight" b="textAreaBottom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62" name="Freeform 2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9240" y="1849320"/>
              <a:ext cx="114120" cy="107640"/>
            </a:xfrm>
            <a:custGeom>
              <a:avLst/>
              <a:gdLst>
                <a:gd name="textAreaLeft" fmla="*/ 0 w 114120"/>
                <a:gd name="textAreaRight" fmla="*/ 114480 w 114120"/>
                <a:gd name="textAreaTop" fmla="*/ 0 h 107640"/>
                <a:gd name="textAreaBottom" fmla="*/ 108000 h 107640"/>
              </a:gdLst>
              <a:ahLst/>
              <a:rect l="textAreaLeft" t="textAreaTop" r="textAreaRight" b="textAreaBottom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63" name="Rectangle 2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7600" y="4662360"/>
              <a:ext cx="23400" cy="218088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64" name="Freeform 2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7960" y="5041800"/>
              <a:ext cx="369360" cy="180144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801440"/>
                <a:gd name="textAreaBottom" fmla="*/ 1801800 h 1801440"/>
              </a:gdLst>
              <a:ahLst/>
              <a:rect l="textAreaLeft" t="textAreaTop" r="textAreaRight" b="textAreaBottom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65" name="Freeform 2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6600" y="4481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66" name="Freeform 2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5627520"/>
              <a:ext cx="85320" cy="1215720"/>
            </a:xfrm>
            <a:custGeom>
              <a:avLst/>
              <a:gdLst>
                <a:gd name="textAreaLeft" fmla="*/ 0 w 85320"/>
                <a:gd name="textAreaRight" fmla="*/ 85680 w 85320"/>
                <a:gd name="textAreaTop" fmla="*/ 0 h 1215720"/>
                <a:gd name="textAreaBottom" fmla="*/ 1216080 h 1215720"/>
              </a:gdLst>
              <a:ahLst/>
              <a:rect l="textAreaLeft" t="textAreaTop" r="textAreaRight" b="textAreaBottom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67" name="Freeform 2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1440" y="48672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68" name="Freeform 2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4000" y="5423040"/>
              <a:ext cx="374400" cy="1425240"/>
            </a:xfrm>
            <a:custGeom>
              <a:avLst/>
              <a:gdLst>
                <a:gd name="textAreaLeft" fmla="*/ 0 w 374400"/>
                <a:gd name="textAreaRight" fmla="*/ 374760 w 374400"/>
                <a:gd name="textAreaTop" fmla="*/ 0 h 1425240"/>
                <a:gd name="textAreaBottom" fmla="*/ 1425600 h 1425240"/>
              </a:gdLst>
              <a:ahLst/>
              <a:rect l="textAreaLeft" t="textAreaTop" r="textAreaRight" b="textAreaBottom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69" name="Freeform 2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84280" y="5945040"/>
              <a:ext cx="151920" cy="9126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12600"/>
                <a:gd name="textAreaBottom" fmla="*/ 912960 h 912600"/>
              </a:gdLst>
              <a:ahLst/>
              <a:rect l="textAreaLeft" t="textAreaTop" r="textAreaRight" b="textAreaBottom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70" name="Freeform 2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27120" y="5246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71" name="Freeform 2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27120" y="57643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72" name="Freeform 3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84360" y="6330960"/>
              <a:ext cx="417240" cy="517320"/>
            </a:xfrm>
            <a:custGeom>
              <a:avLst/>
              <a:gdLst>
                <a:gd name="textAreaLeft" fmla="*/ 0 w 417240"/>
                <a:gd name="textAreaRight" fmla="*/ 417600 w 417240"/>
                <a:gd name="textAreaTop" fmla="*/ 0 h 517320"/>
                <a:gd name="textAreaBottom" fmla="*/ 517680 h 517320"/>
              </a:gdLst>
              <a:ahLst/>
              <a:rect l="textAreaLeft" t="textAreaTop" r="textAreaRight" b="textAreaBottom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73" name="Freeform 3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63800" y="6221520"/>
              <a:ext cx="156960" cy="14724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47240"/>
                <a:gd name="textAreaBottom" fmla="*/ 147600 h 147240"/>
              </a:gdLst>
              <a:ahLst/>
              <a:rect l="textAreaLeft" t="textAreaTop" r="textAreaRight" b="textAreaBottom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</p:grpSp>
      <p:sp>
        <p:nvSpPr>
          <p:cNvPr id="974" name="PlaceHolder 1"/>
          <p:cNvSpPr>
            <a:spLocks noGrp="1"/>
          </p:cNvSpPr>
          <p:nvPr>
            <p:ph type="title"/>
          </p:nvPr>
        </p:nvSpPr>
        <p:spPr>
          <a:xfrm>
            <a:off x="1141560" y="26280"/>
            <a:ext cx="9905760" cy="1116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800" spc="-1" strike="noStrike" cap="all">
                <a:solidFill>
                  <a:srgbClr val="505050"/>
                </a:solidFill>
                <a:latin typeface="Calibri Light"/>
              </a:rPr>
              <a:t>Project goals</a:t>
            </a:r>
            <a:endParaRPr b="0" lang="en-US" sz="48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975" name="PlaceHolder 2"/>
          <p:cNvSpPr>
            <a:spLocks noGrp="1"/>
          </p:cNvSpPr>
          <p:nvPr>
            <p:ph/>
          </p:nvPr>
        </p:nvSpPr>
        <p:spPr>
          <a:xfrm>
            <a:off x="1206360" y="1259280"/>
            <a:ext cx="9840600" cy="35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212121"/>
              </a:buClr>
              <a:buSzPct val="125000"/>
              <a:buFont typeface="Arial"/>
              <a:buChar char="•"/>
            </a:pPr>
            <a:r>
              <a:rPr b="0" lang="en-US" sz="2400" spc="-1" strike="noStrike">
                <a:solidFill>
                  <a:srgbClr val="212121"/>
                </a:solidFill>
                <a:latin typeface="Calibri"/>
              </a:rPr>
              <a:t>Brand identification of car</a:t>
            </a:r>
            <a:endParaRPr b="0" lang="en-US" sz="2400" spc="-1" strike="noStrike">
              <a:solidFill>
                <a:schemeClr val="dk1"/>
              </a:solidFill>
              <a:latin typeface="Tw Cen MT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212121"/>
              </a:buClr>
              <a:buSzPct val="125000"/>
              <a:buFont typeface="Arial"/>
              <a:buChar char="•"/>
            </a:pPr>
            <a:r>
              <a:rPr b="0" lang="en-US" sz="2400" spc="-1" strike="noStrike">
                <a:solidFill>
                  <a:srgbClr val="212121"/>
                </a:solidFill>
                <a:latin typeface="Calibri"/>
              </a:rPr>
              <a:t>Non-cleaned, high variability datasets (&lt;-&gt; Stanford Cars; VMMRdb; …)</a:t>
            </a:r>
            <a:endParaRPr b="0" lang="en-US" sz="2400" spc="-1" strike="noStrike">
              <a:solidFill>
                <a:schemeClr val="dk1"/>
              </a:solidFill>
              <a:latin typeface="Tw Cen MT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Tw Cen MT"/>
              </a:rPr>
              <a:t>Support goals: </a:t>
            </a:r>
            <a:endParaRPr b="0" lang="en-US" sz="2400" spc="-1" strike="noStrike">
              <a:solidFill>
                <a:schemeClr val="dk1"/>
              </a:solidFill>
              <a:latin typeface="Tw Cen MT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Tw Cen MT"/>
              </a:rPr>
              <a:t>Usability of image (scoring)</a:t>
            </a:r>
            <a:endParaRPr b="0" lang="en-US" sz="2000" spc="-1" strike="noStrike">
              <a:solidFill>
                <a:schemeClr val="dk1"/>
              </a:solidFill>
              <a:latin typeface="Tw Cen MT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Tw Cen MT"/>
              </a:rPr>
              <a:t>Angle of image (scoring)</a:t>
            </a:r>
            <a:endParaRPr b="0" lang="en-US" sz="2000" spc="-1" strike="noStrike">
              <a:solidFill>
                <a:schemeClr val="dk1"/>
              </a:solidFill>
              <a:latin typeface="Tw Cen MT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Tw Cen MT"/>
              </a:rPr>
              <a:t>Effect of cropping</a:t>
            </a:r>
            <a:endParaRPr b="0" lang="en-US" sz="2000" spc="-1" strike="noStrike">
              <a:solidFill>
                <a:schemeClr val="dk1"/>
              </a:solidFill>
              <a:latin typeface="Tw Cen MT"/>
            </a:endParaRPr>
          </a:p>
        </p:txBody>
      </p:sp>
      <p:grpSp>
        <p:nvGrpSpPr>
          <p:cNvPr id="976" name="Group 4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64840" y="0"/>
            <a:ext cx="674280" cy="6848280"/>
            <a:chOff x="11364840" y="0"/>
            <a:chExt cx="674280" cy="6848280"/>
          </a:xfrm>
        </p:grpSpPr>
        <p:sp>
          <p:nvSpPr>
            <p:cNvPr id="977" name="Freeform 3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484000" y="0"/>
              <a:ext cx="417240" cy="512280"/>
            </a:xfrm>
            <a:custGeom>
              <a:avLst/>
              <a:gdLst>
                <a:gd name="textAreaLeft" fmla="*/ 0 w 417240"/>
                <a:gd name="textAreaRight" fmla="*/ 417600 w 417240"/>
                <a:gd name="textAreaTop" fmla="*/ 0 h 512280"/>
                <a:gd name="textAreaBottom" fmla="*/ 512640 h 512280"/>
              </a:gdLst>
              <a:ahLst/>
              <a:rect l="textAreaLeft" t="textAreaTop" r="textAreaRight" b="textAreaBottom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78" name="Freeform 3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364840" y="474840"/>
              <a:ext cx="156960" cy="15192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51920"/>
                <a:gd name="textAreaBottom" fmla="*/ 152280 h 151920"/>
              </a:gdLst>
              <a:ahLst/>
              <a:rect l="textAreaLeft" t="textAreaTop" r="textAreaRight" b="textAreaBottom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79" name="Freeform 3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1600" y="1539720"/>
              <a:ext cx="188640" cy="1900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80" name="Freeform 3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531520" y="5694480"/>
              <a:ext cx="298080" cy="1153800"/>
            </a:xfrm>
            <a:custGeom>
              <a:avLst/>
              <a:gdLst>
                <a:gd name="textAreaLeft" fmla="*/ 0 w 298080"/>
                <a:gd name="textAreaRight" fmla="*/ 298440 w 298080"/>
                <a:gd name="textAreaTop" fmla="*/ 0 h 1153800"/>
                <a:gd name="textAreaBottom" fmla="*/ 1154160 h 1153800"/>
              </a:gdLst>
              <a:ahLst/>
              <a:rect l="textAreaLeft" t="textAreaTop" r="textAreaRight" b="textAreaBottom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81" name="Freeform 3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773080" y="5551560"/>
              <a:ext cx="156960" cy="15516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55160"/>
                <a:gd name="textAreaBottom" fmla="*/ 155520 h 155160"/>
              </a:gdLst>
              <a:ahLst/>
              <a:rect l="textAreaLeft" t="textAreaTop" r="textAreaRight" b="textAreaBottom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82" name="Freeform 3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711160" y="4680"/>
              <a:ext cx="304560" cy="154440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544400"/>
                <a:gd name="textAreaBottom" fmla="*/ 1544760 h 1544400"/>
              </a:gdLst>
              <a:ahLst/>
              <a:rect l="textAreaLeft" t="textAreaTop" r="textAreaRight" b="textAreaBottom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83" name="Freeform 3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6280" y="4867200"/>
              <a:ext cx="188640" cy="18864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84" name="Freeform 3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441160" y="5046840"/>
              <a:ext cx="307440" cy="1801440"/>
            </a:xfrm>
            <a:custGeom>
              <a:avLst/>
              <a:gdLst>
                <a:gd name="textAreaLeft" fmla="*/ 0 w 307440"/>
                <a:gd name="textAreaRight" fmla="*/ 307800 w 307440"/>
                <a:gd name="textAreaTop" fmla="*/ 0 h 1801440"/>
                <a:gd name="textAreaBottom" fmla="*/ 1801800 h 1801440"/>
              </a:gdLst>
              <a:ahLst/>
              <a:rect l="textAreaLeft" t="textAreaTop" r="textAreaRight" b="textAreaBottom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85" name="Freeform 4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849040" y="641664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86" name="Rectangle 4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939760" y="6595920"/>
              <a:ext cx="23400" cy="25200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a7a7a7"/>
            </a:gs>
          </a:gsLst>
          <a:lin ang="504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87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w Cen MT"/>
            </a:endParaRPr>
          </a:p>
        </p:txBody>
      </p:sp>
      <p:pic>
        <p:nvPicPr>
          <p:cNvPr id="988" name="Picture 2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1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grpSp>
        <p:nvGrpSpPr>
          <p:cNvPr id="989" name="Group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20760" cy="6857640"/>
            <a:chOff x="0" y="0"/>
            <a:chExt cx="1220760" cy="6857640"/>
          </a:xfrm>
        </p:grpSpPr>
        <p:sp>
          <p:nvSpPr>
            <p:cNvPr id="990" name="Rectangle 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28520" y="4680"/>
              <a:ext cx="23400" cy="218088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91" name="Freeform 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7520" y="217656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92" name="Freeform 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2840" y="40212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93" name="Freeform 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4200" y="4680"/>
              <a:ext cx="369360" cy="181080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810800"/>
                <a:gd name="textAreaBottom" fmla="*/ 1811160 h 1810800"/>
              </a:gdLst>
              <a:ahLst/>
              <a:rect l="textAreaLeft" t="textAreaTop" r="textAreaRight" b="textAreaBottom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94" name="Freeform 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17680" y="18018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95" name="Freeform 1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99880" y="4680"/>
              <a:ext cx="369360" cy="142992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429920"/>
                <a:gd name="textAreaBottom" fmla="*/ 1430280 h 1429920"/>
              </a:gdLst>
              <a:ahLst/>
              <a:rect l="textAreaLeft" t="textAreaTop" r="textAreaRight" b="textAreaBottom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96" name="Freeform 1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60520" y="0"/>
              <a:ext cx="151920" cy="9126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12600"/>
                <a:gd name="textAreaBottom" fmla="*/ 912960 h 912600"/>
              </a:gdLst>
              <a:ahLst/>
              <a:rect l="textAreaLeft" t="textAreaTop" r="textAreaRight" b="textAreaBottom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97" name="Freeform 1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3360" y="14209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98" name="Freeform 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3360" y="9032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999" name="Freeform 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5560" y="0"/>
              <a:ext cx="421920" cy="52668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526680"/>
                <a:gd name="textAreaBottom" fmla="*/ 527040 h 526680"/>
              </a:gdLst>
              <a:ahLst/>
              <a:rect l="textAreaLeft" t="textAreaTop" r="textAreaRight" b="textAreaBottom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00" name="Freeform 1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35000" y="488880"/>
              <a:ext cx="161640" cy="147240"/>
            </a:xfrm>
            <a:custGeom>
              <a:avLst/>
              <a:gdLst>
                <a:gd name="textAreaLeft" fmla="*/ 0 w 161640"/>
                <a:gd name="textAreaRight" fmla="*/ 162000 w 161640"/>
                <a:gd name="textAreaTop" fmla="*/ 0 h 147240"/>
                <a:gd name="textAreaBottom" fmla="*/ 147600 h 147240"/>
              </a:gdLst>
              <a:ahLst/>
              <a:rect l="textAreaLeft" t="textAreaTop" r="textAreaRight" b="textAreaBottom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01" name="Line 1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60" y="9360"/>
              <a:ext cx="360" cy="360"/>
            </a:xfrm>
            <a:prstGeom prst="line">
              <a:avLst/>
            </a:prstGeom>
            <a:ln w="15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02" name="Freeform 1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760" y="1801800"/>
              <a:ext cx="123480" cy="126720"/>
            </a:xfrm>
            <a:custGeom>
              <a:avLst/>
              <a:gdLst>
                <a:gd name="textAreaLeft" fmla="*/ 0 w 123480"/>
                <a:gd name="textAreaRight" fmla="*/ 123840 w 123480"/>
                <a:gd name="textAreaTop" fmla="*/ 0 h 126720"/>
                <a:gd name="textAreaBottom" fmla="*/ 127080 h 126720"/>
              </a:gdLst>
              <a:ahLst/>
              <a:rect l="textAreaLeft" t="textAreaTop" r="textAreaRight" b="textAreaBottom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03" name="Freeform 1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680" y="3549600"/>
              <a:ext cx="147240" cy="480600"/>
            </a:xfrm>
            <a:custGeom>
              <a:avLst/>
              <a:gdLst>
                <a:gd name="textAreaLeft" fmla="*/ 0 w 147240"/>
                <a:gd name="textAreaRight" fmla="*/ 147600 w 147240"/>
                <a:gd name="textAreaTop" fmla="*/ 0 h 480600"/>
                <a:gd name="textAreaBottom" fmla="*/ 480960 h 480600"/>
              </a:gdLst>
              <a:ahLst/>
              <a:rect l="textAreaLeft" t="textAreaTop" r="textAreaRight" b="textAreaBottom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04" name="Freeform 1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920" y="1382760"/>
              <a:ext cx="142560" cy="475920"/>
            </a:xfrm>
            <a:custGeom>
              <a:avLst/>
              <a:gdLst>
                <a:gd name="textAreaLeft" fmla="*/ 0 w 142560"/>
                <a:gd name="textAreaRight" fmla="*/ 142920 w 142560"/>
                <a:gd name="textAreaTop" fmla="*/ 0 h 475920"/>
                <a:gd name="textAreaBottom" fmla="*/ 476280 h 475920"/>
              </a:gdLst>
              <a:ahLst/>
              <a:rect l="textAreaLeft" t="textAreaTop" r="textAreaRight" b="textAreaBottom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05" name="Freeform 2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9240" y="1849320"/>
              <a:ext cx="114120" cy="107640"/>
            </a:xfrm>
            <a:custGeom>
              <a:avLst/>
              <a:gdLst>
                <a:gd name="textAreaLeft" fmla="*/ 0 w 114120"/>
                <a:gd name="textAreaRight" fmla="*/ 114480 w 114120"/>
                <a:gd name="textAreaTop" fmla="*/ 0 h 107640"/>
                <a:gd name="textAreaBottom" fmla="*/ 108000 h 107640"/>
              </a:gdLst>
              <a:ahLst/>
              <a:rect l="textAreaLeft" t="textAreaTop" r="textAreaRight" b="textAreaBottom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06" name="Rectangle 2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7600" y="4662360"/>
              <a:ext cx="23400" cy="218088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07" name="Freeform 2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7960" y="5041800"/>
              <a:ext cx="369360" cy="180144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801440"/>
                <a:gd name="textAreaBottom" fmla="*/ 1801800 h 1801440"/>
              </a:gdLst>
              <a:ahLst/>
              <a:rect l="textAreaLeft" t="textAreaTop" r="textAreaRight" b="textAreaBottom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08" name="Freeform 2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6600" y="4481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09" name="Freeform 2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5627520"/>
              <a:ext cx="85320" cy="1215720"/>
            </a:xfrm>
            <a:custGeom>
              <a:avLst/>
              <a:gdLst>
                <a:gd name="textAreaLeft" fmla="*/ 0 w 85320"/>
                <a:gd name="textAreaRight" fmla="*/ 85680 w 85320"/>
                <a:gd name="textAreaTop" fmla="*/ 0 h 1215720"/>
                <a:gd name="textAreaBottom" fmla="*/ 1216080 h 1215720"/>
              </a:gdLst>
              <a:ahLst/>
              <a:rect l="textAreaLeft" t="textAreaTop" r="textAreaRight" b="textAreaBottom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10" name="Freeform 2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1440" y="48672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11" name="Freeform 2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4000" y="5423040"/>
              <a:ext cx="374400" cy="1425240"/>
            </a:xfrm>
            <a:custGeom>
              <a:avLst/>
              <a:gdLst>
                <a:gd name="textAreaLeft" fmla="*/ 0 w 374400"/>
                <a:gd name="textAreaRight" fmla="*/ 374760 w 374400"/>
                <a:gd name="textAreaTop" fmla="*/ 0 h 1425240"/>
                <a:gd name="textAreaBottom" fmla="*/ 1425600 h 1425240"/>
              </a:gdLst>
              <a:ahLst/>
              <a:rect l="textAreaLeft" t="textAreaTop" r="textAreaRight" b="textAreaBottom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12" name="Freeform 2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84280" y="5945040"/>
              <a:ext cx="151920" cy="9126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12600"/>
                <a:gd name="textAreaBottom" fmla="*/ 912960 h 912600"/>
              </a:gdLst>
              <a:ahLst/>
              <a:rect l="textAreaLeft" t="textAreaTop" r="textAreaRight" b="textAreaBottom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13" name="Freeform 2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27120" y="5246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14" name="Freeform 2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27120" y="57643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15" name="Freeform 3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84360" y="6330960"/>
              <a:ext cx="417240" cy="517320"/>
            </a:xfrm>
            <a:custGeom>
              <a:avLst/>
              <a:gdLst>
                <a:gd name="textAreaLeft" fmla="*/ 0 w 417240"/>
                <a:gd name="textAreaRight" fmla="*/ 417600 w 417240"/>
                <a:gd name="textAreaTop" fmla="*/ 0 h 517320"/>
                <a:gd name="textAreaBottom" fmla="*/ 517680 h 517320"/>
              </a:gdLst>
              <a:ahLst/>
              <a:rect l="textAreaLeft" t="textAreaTop" r="textAreaRight" b="textAreaBottom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16" name="Freeform 3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63800" y="6221520"/>
              <a:ext cx="156960" cy="14724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47240"/>
                <a:gd name="textAreaBottom" fmla="*/ 147600 h 147240"/>
              </a:gdLst>
              <a:ahLst/>
              <a:rect l="textAreaLeft" t="textAreaTop" r="textAreaRight" b="textAreaBottom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</p:grpSp>
      <p:sp>
        <p:nvSpPr>
          <p:cNvPr id="1017" name="PlaceHolder 1"/>
          <p:cNvSpPr>
            <a:spLocks noGrp="1"/>
          </p:cNvSpPr>
          <p:nvPr>
            <p:ph type="title"/>
          </p:nvPr>
        </p:nvSpPr>
        <p:spPr>
          <a:xfrm>
            <a:off x="1141560" y="26280"/>
            <a:ext cx="9905760" cy="1116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800" spc="-1" strike="noStrike" cap="all">
                <a:solidFill>
                  <a:srgbClr val="505050"/>
                </a:solidFill>
                <a:latin typeface="Calibri Light"/>
              </a:rPr>
              <a:t>PERSONAL goals</a:t>
            </a:r>
            <a:endParaRPr b="0" lang="en-US" sz="48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1018" name="PlaceHolder 2"/>
          <p:cNvSpPr>
            <a:spLocks noGrp="1"/>
          </p:cNvSpPr>
          <p:nvPr>
            <p:ph/>
          </p:nvPr>
        </p:nvSpPr>
        <p:spPr>
          <a:xfrm>
            <a:off x="1206360" y="1143000"/>
            <a:ext cx="9840600" cy="35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212121"/>
              </a:buClr>
              <a:buSzPct val="125000"/>
              <a:buFont typeface="Arial"/>
              <a:buChar char="•"/>
            </a:pPr>
            <a:r>
              <a:rPr b="0" lang="en-US" sz="2400" spc="-1" strike="noStrike">
                <a:solidFill>
                  <a:srgbClr val="212121"/>
                </a:solidFill>
                <a:latin typeface="Calibri"/>
              </a:rPr>
              <a:t>End-to-end project</a:t>
            </a:r>
            <a:endParaRPr b="0" lang="en-US" sz="2400" spc="-1" strike="noStrike">
              <a:solidFill>
                <a:schemeClr val="dk1"/>
              </a:solidFill>
              <a:latin typeface="Tw Cen MT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212121"/>
              </a:buClr>
              <a:buSzPct val="125000"/>
              <a:buFont typeface="Arial"/>
              <a:buChar char="•"/>
            </a:pPr>
            <a:r>
              <a:rPr b="0" lang="en-US" sz="2400" spc="-1" strike="noStrike">
                <a:solidFill>
                  <a:srgbClr val="212121"/>
                </a:solidFill>
                <a:latin typeface="Calibri"/>
              </a:rPr>
              <a:t>Deep Learning</a:t>
            </a:r>
            <a:endParaRPr b="0" lang="en-US" sz="2400" spc="-1" strike="noStrike">
              <a:solidFill>
                <a:schemeClr val="dk1"/>
              </a:solidFill>
              <a:latin typeface="Tw Cen MT"/>
            </a:endParaRPr>
          </a:p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Tw Cen MT"/>
            </a:endParaRPr>
          </a:p>
        </p:txBody>
      </p:sp>
      <p:grpSp>
        <p:nvGrpSpPr>
          <p:cNvPr id="1019" name="Group 4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64840" y="0"/>
            <a:ext cx="674280" cy="6848280"/>
            <a:chOff x="11364840" y="0"/>
            <a:chExt cx="674280" cy="6848280"/>
          </a:xfrm>
        </p:grpSpPr>
        <p:sp>
          <p:nvSpPr>
            <p:cNvPr id="1020" name="Freeform 3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484000" y="0"/>
              <a:ext cx="417240" cy="512280"/>
            </a:xfrm>
            <a:custGeom>
              <a:avLst/>
              <a:gdLst>
                <a:gd name="textAreaLeft" fmla="*/ 0 w 417240"/>
                <a:gd name="textAreaRight" fmla="*/ 417600 w 417240"/>
                <a:gd name="textAreaTop" fmla="*/ 0 h 512280"/>
                <a:gd name="textAreaBottom" fmla="*/ 512640 h 512280"/>
              </a:gdLst>
              <a:ahLst/>
              <a:rect l="textAreaLeft" t="textAreaTop" r="textAreaRight" b="textAreaBottom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21" name="Freeform 3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364840" y="474840"/>
              <a:ext cx="156960" cy="15192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51920"/>
                <a:gd name="textAreaBottom" fmla="*/ 152280 h 151920"/>
              </a:gdLst>
              <a:ahLst/>
              <a:rect l="textAreaLeft" t="textAreaTop" r="textAreaRight" b="textAreaBottom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22" name="Freeform 3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1600" y="1539720"/>
              <a:ext cx="188640" cy="1900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23" name="Freeform 3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531520" y="5694480"/>
              <a:ext cx="298080" cy="1153800"/>
            </a:xfrm>
            <a:custGeom>
              <a:avLst/>
              <a:gdLst>
                <a:gd name="textAreaLeft" fmla="*/ 0 w 298080"/>
                <a:gd name="textAreaRight" fmla="*/ 298440 w 298080"/>
                <a:gd name="textAreaTop" fmla="*/ 0 h 1153800"/>
                <a:gd name="textAreaBottom" fmla="*/ 1154160 h 1153800"/>
              </a:gdLst>
              <a:ahLst/>
              <a:rect l="textAreaLeft" t="textAreaTop" r="textAreaRight" b="textAreaBottom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24" name="Freeform 3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773080" y="5551560"/>
              <a:ext cx="156960" cy="15516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55160"/>
                <a:gd name="textAreaBottom" fmla="*/ 155520 h 155160"/>
              </a:gdLst>
              <a:ahLst/>
              <a:rect l="textAreaLeft" t="textAreaTop" r="textAreaRight" b="textAreaBottom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25" name="Freeform 3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711160" y="4680"/>
              <a:ext cx="304560" cy="154440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544400"/>
                <a:gd name="textAreaBottom" fmla="*/ 1544760 h 1544400"/>
              </a:gdLst>
              <a:ahLst/>
              <a:rect l="textAreaLeft" t="textAreaTop" r="textAreaRight" b="textAreaBottom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26" name="Freeform 3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6280" y="4867200"/>
              <a:ext cx="188640" cy="18864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27" name="Freeform 3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441160" y="5046840"/>
              <a:ext cx="307440" cy="1801440"/>
            </a:xfrm>
            <a:custGeom>
              <a:avLst/>
              <a:gdLst>
                <a:gd name="textAreaLeft" fmla="*/ 0 w 307440"/>
                <a:gd name="textAreaRight" fmla="*/ 307800 w 307440"/>
                <a:gd name="textAreaTop" fmla="*/ 0 h 1801440"/>
                <a:gd name="textAreaBottom" fmla="*/ 1801800 h 1801440"/>
              </a:gdLst>
              <a:ahLst/>
              <a:rect l="textAreaLeft" t="textAreaTop" r="textAreaRight" b="textAreaBottom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28" name="Freeform 4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849040" y="641664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29" name="Rectangle 4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939760" y="6595920"/>
              <a:ext cx="23400" cy="25200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a7a7a7"/>
            </a:gs>
          </a:gsLst>
          <a:lin ang="504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0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w Cen MT"/>
            </a:endParaRPr>
          </a:p>
        </p:txBody>
      </p:sp>
      <p:pic>
        <p:nvPicPr>
          <p:cNvPr id="1031" name="Picture 2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1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grpSp>
        <p:nvGrpSpPr>
          <p:cNvPr id="1032" name="Group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20760" cy="6857640"/>
            <a:chOff x="0" y="0"/>
            <a:chExt cx="1220760" cy="6857640"/>
          </a:xfrm>
        </p:grpSpPr>
        <p:sp>
          <p:nvSpPr>
            <p:cNvPr id="1033" name="Rectangle 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28520" y="4680"/>
              <a:ext cx="23400" cy="218088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34" name="Freeform 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7520" y="217656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35" name="Freeform 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2840" y="40212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36" name="Freeform 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4200" y="4680"/>
              <a:ext cx="369360" cy="181080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810800"/>
                <a:gd name="textAreaBottom" fmla="*/ 1811160 h 1810800"/>
              </a:gdLst>
              <a:ahLst/>
              <a:rect l="textAreaLeft" t="textAreaTop" r="textAreaRight" b="textAreaBottom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37" name="Freeform 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17680" y="18018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38" name="Freeform 1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99880" y="4680"/>
              <a:ext cx="369360" cy="142992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429920"/>
                <a:gd name="textAreaBottom" fmla="*/ 1430280 h 1429920"/>
              </a:gdLst>
              <a:ahLst/>
              <a:rect l="textAreaLeft" t="textAreaTop" r="textAreaRight" b="textAreaBottom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39" name="Freeform 1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60520" y="0"/>
              <a:ext cx="151920" cy="9126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12600"/>
                <a:gd name="textAreaBottom" fmla="*/ 912960 h 912600"/>
              </a:gdLst>
              <a:ahLst/>
              <a:rect l="textAreaLeft" t="textAreaTop" r="textAreaRight" b="textAreaBottom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40" name="Freeform 1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3360" y="14209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41" name="Freeform 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3360" y="9032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42" name="Freeform 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5560" y="0"/>
              <a:ext cx="421920" cy="52668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526680"/>
                <a:gd name="textAreaBottom" fmla="*/ 527040 h 526680"/>
              </a:gdLst>
              <a:ahLst/>
              <a:rect l="textAreaLeft" t="textAreaTop" r="textAreaRight" b="textAreaBottom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43" name="Freeform 1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35000" y="488880"/>
              <a:ext cx="161640" cy="147240"/>
            </a:xfrm>
            <a:custGeom>
              <a:avLst/>
              <a:gdLst>
                <a:gd name="textAreaLeft" fmla="*/ 0 w 161640"/>
                <a:gd name="textAreaRight" fmla="*/ 162000 w 161640"/>
                <a:gd name="textAreaTop" fmla="*/ 0 h 147240"/>
                <a:gd name="textAreaBottom" fmla="*/ 147600 h 147240"/>
              </a:gdLst>
              <a:ahLst/>
              <a:rect l="textAreaLeft" t="textAreaTop" r="textAreaRight" b="textAreaBottom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44" name="Line 1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60" y="9360"/>
              <a:ext cx="360" cy="360"/>
            </a:xfrm>
            <a:prstGeom prst="line">
              <a:avLst/>
            </a:prstGeom>
            <a:ln w="15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45" name="Freeform 1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760" y="1801800"/>
              <a:ext cx="123480" cy="126720"/>
            </a:xfrm>
            <a:custGeom>
              <a:avLst/>
              <a:gdLst>
                <a:gd name="textAreaLeft" fmla="*/ 0 w 123480"/>
                <a:gd name="textAreaRight" fmla="*/ 123840 w 123480"/>
                <a:gd name="textAreaTop" fmla="*/ 0 h 126720"/>
                <a:gd name="textAreaBottom" fmla="*/ 127080 h 126720"/>
              </a:gdLst>
              <a:ahLst/>
              <a:rect l="textAreaLeft" t="textAreaTop" r="textAreaRight" b="textAreaBottom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46" name="Freeform 1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680" y="3549600"/>
              <a:ext cx="147240" cy="480600"/>
            </a:xfrm>
            <a:custGeom>
              <a:avLst/>
              <a:gdLst>
                <a:gd name="textAreaLeft" fmla="*/ 0 w 147240"/>
                <a:gd name="textAreaRight" fmla="*/ 147600 w 147240"/>
                <a:gd name="textAreaTop" fmla="*/ 0 h 480600"/>
                <a:gd name="textAreaBottom" fmla="*/ 480960 h 480600"/>
              </a:gdLst>
              <a:ahLst/>
              <a:rect l="textAreaLeft" t="textAreaTop" r="textAreaRight" b="textAreaBottom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47" name="Freeform 1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920" y="1382760"/>
              <a:ext cx="142560" cy="475920"/>
            </a:xfrm>
            <a:custGeom>
              <a:avLst/>
              <a:gdLst>
                <a:gd name="textAreaLeft" fmla="*/ 0 w 142560"/>
                <a:gd name="textAreaRight" fmla="*/ 142920 w 142560"/>
                <a:gd name="textAreaTop" fmla="*/ 0 h 475920"/>
                <a:gd name="textAreaBottom" fmla="*/ 476280 h 475920"/>
              </a:gdLst>
              <a:ahLst/>
              <a:rect l="textAreaLeft" t="textAreaTop" r="textAreaRight" b="textAreaBottom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48" name="Freeform 2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9240" y="1849320"/>
              <a:ext cx="114120" cy="107640"/>
            </a:xfrm>
            <a:custGeom>
              <a:avLst/>
              <a:gdLst>
                <a:gd name="textAreaLeft" fmla="*/ 0 w 114120"/>
                <a:gd name="textAreaRight" fmla="*/ 114480 w 114120"/>
                <a:gd name="textAreaTop" fmla="*/ 0 h 107640"/>
                <a:gd name="textAreaBottom" fmla="*/ 108000 h 107640"/>
              </a:gdLst>
              <a:ahLst/>
              <a:rect l="textAreaLeft" t="textAreaTop" r="textAreaRight" b="textAreaBottom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49" name="Rectangle 2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7600" y="4662360"/>
              <a:ext cx="23400" cy="218088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50" name="Freeform 2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7960" y="5041800"/>
              <a:ext cx="369360" cy="180144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801440"/>
                <a:gd name="textAreaBottom" fmla="*/ 1801800 h 1801440"/>
              </a:gdLst>
              <a:ahLst/>
              <a:rect l="textAreaLeft" t="textAreaTop" r="textAreaRight" b="textAreaBottom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51" name="Freeform 2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6600" y="4481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52" name="Freeform 2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5627520"/>
              <a:ext cx="85320" cy="1215720"/>
            </a:xfrm>
            <a:custGeom>
              <a:avLst/>
              <a:gdLst>
                <a:gd name="textAreaLeft" fmla="*/ 0 w 85320"/>
                <a:gd name="textAreaRight" fmla="*/ 85680 w 85320"/>
                <a:gd name="textAreaTop" fmla="*/ 0 h 1215720"/>
                <a:gd name="textAreaBottom" fmla="*/ 1216080 h 1215720"/>
              </a:gdLst>
              <a:ahLst/>
              <a:rect l="textAreaLeft" t="textAreaTop" r="textAreaRight" b="textAreaBottom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53" name="Freeform 2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1440" y="48672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54" name="Freeform 2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4000" y="5423040"/>
              <a:ext cx="374400" cy="1425240"/>
            </a:xfrm>
            <a:custGeom>
              <a:avLst/>
              <a:gdLst>
                <a:gd name="textAreaLeft" fmla="*/ 0 w 374400"/>
                <a:gd name="textAreaRight" fmla="*/ 374760 w 374400"/>
                <a:gd name="textAreaTop" fmla="*/ 0 h 1425240"/>
                <a:gd name="textAreaBottom" fmla="*/ 1425600 h 1425240"/>
              </a:gdLst>
              <a:ahLst/>
              <a:rect l="textAreaLeft" t="textAreaTop" r="textAreaRight" b="textAreaBottom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55" name="Freeform 2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84280" y="5945040"/>
              <a:ext cx="151920" cy="9126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12600"/>
                <a:gd name="textAreaBottom" fmla="*/ 912960 h 912600"/>
              </a:gdLst>
              <a:ahLst/>
              <a:rect l="textAreaLeft" t="textAreaTop" r="textAreaRight" b="textAreaBottom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56" name="Freeform 2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27120" y="5246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57" name="Freeform 2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27120" y="57643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58" name="Freeform 3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84360" y="6330960"/>
              <a:ext cx="417240" cy="517320"/>
            </a:xfrm>
            <a:custGeom>
              <a:avLst/>
              <a:gdLst>
                <a:gd name="textAreaLeft" fmla="*/ 0 w 417240"/>
                <a:gd name="textAreaRight" fmla="*/ 417600 w 417240"/>
                <a:gd name="textAreaTop" fmla="*/ 0 h 517320"/>
                <a:gd name="textAreaBottom" fmla="*/ 517680 h 517320"/>
              </a:gdLst>
              <a:ahLst/>
              <a:rect l="textAreaLeft" t="textAreaTop" r="textAreaRight" b="textAreaBottom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59" name="Freeform 3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63800" y="6221520"/>
              <a:ext cx="156960" cy="14724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47240"/>
                <a:gd name="textAreaBottom" fmla="*/ 147600 h 147240"/>
              </a:gdLst>
              <a:ahLst/>
              <a:rect l="textAreaLeft" t="textAreaTop" r="textAreaRight" b="textAreaBottom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</p:grpSp>
      <p:sp>
        <p:nvSpPr>
          <p:cNvPr id="1060" name="PlaceHolder 1"/>
          <p:cNvSpPr>
            <a:spLocks noGrp="1"/>
          </p:cNvSpPr>
          <p:nvPr>
            <p:ph type="title"/>
          </p:nvPr>
        </p:nvSpPr>
        <p:spPr>
          <a:xfrm>
            <a:off x="1141560" y="26280"/>
            <a:ext cx="9905760" cy="1116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800" spc="-1" strike="noStrike" cap="all">
                <a:solidFill>
                  <a:srgbClr val="505050"/>
                </a:solidFill>
                <a:latin typeface="Calibri Light"/>
              </a:rPr>
              <a:t>Impact</a:t>
            </a:r>
            <a:endParaRPr b="0" lang="en-US" sz="48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1061" name="PlaceHolder 2"/>
          <p:cNvSpPr>
            <a:spLocks noGrp="1"/>
          </p:cNvSpPr>
          <p:nvPr>
            <p:ph/>
          </p:nvPr>
        </p:nvSpPr>
        <p:spPr>
          <a:xfrm>
            <a:off x="1206360" y="1030680"/>
            <a:ext cx="9840600" cy="35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Tw Cen MT"/>
              </a:rPr>
              <a:t>License plate fraud</a:t>
            </a:r>
            <a:endParaRPr b="0" lang="en-US" sz="2400" spc="-1" strike="noStrike">
              <a:solidFill>
                <a:schemeClr val="dk1"/>
              </a:solidFill>
              <a:latin typeface="Tw Cen MT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Tw Cen MT"/>
              </a:rPr>
              <a:t>App (ObsIdentify for cars)</a:t>
            </a:r>
            <a:endParaRPr b="0" lang="en-US" sz="2400" spc="-1" strike="noStrike">
              <a:solidFill>
                <a:schemeClr val="dk1"/>
              </a:solidFill>
              <a:latin typeface="Tw Cen MT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Tw Cen MT"/>
              </a:rPr>
              <a:t>Upload validation</a:t>
            </a:r>
            <a:endParaRPr b="0" lang="en-US" sz="2400" spc="-1" strike="noStrike">
              <a:solidFill>
                <a:schemeClr val="dk1"/>
              </a:solidFill>
              <a:latin typeface="Tw Cen MT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Tw Cen MT"/>
              </a:rPr>
              <a:t>…</a:t>
            </a:r>
            <a:endParaRPr b="0" lang="en-US" sz="2400" spc="-1" strike="noStrike">
              <a:solidFill>
                <a:schemeClr val="dk1"/>
              </a:solidFill>
              <a:latin typeface="Tw Cen MT"/>
            </a:endParaRPr>
          </a:p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Tw Cen MT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b="1" lang="en-US" sz="2400" spc="-1" strike="noStrike">
                <a:solidFill>
                  <a:schemeClr val="dk1"/>
                </a:solidFill>
                <a:latin typeface="Tw Cen MT"/>
              </a:rPr>
              <a:t>End-to-end methodology</a:t>
            </a:r>
            <a:endParaRPr b="0" lang="en-US" sz="2400" spc="-1" strike="noStrike">
              <a:solidFill>
                <a:schemeClr val="dk1"/>
              </a:solidFill>
              <a:latin typeface="Tw Cen MT"/>
            </a:endParaRPr>
          </a:p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Tw Cen MT"/>
            </a:endParaRPr>
          </a:p>
          <a:p>
            <a:pPr indent="0" defTabSz="914400">
              <a:lnSpc>
                <a:spcPct val="120000"/>
              </a:lnSpc>
              <a:spcBef>
                <a:spcPts val="499"/>
              </a:spcBef>
              <a:buNone/>
            </a:pPr>
            <a:endParaRPr b="0" lang="en-US" sz="2000" spc="-1" strike="noStrike">
              <a:solidFill>
                <a:schemeClr val="dk1"/>
              </a:solidFill>
              <a:latin typeface="Tw Cen MT"/>
            </a:endParaRPr>
          </a:p>
        </p:txBody>
      </p:sp>
      <p:grpSp>
        <p:nvGrpSpPr>
          <p:cNvPr id="1062" name="Group 4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64840" y="0"/>
            <a:ext cx="674280" cy="6848280"/>
            <a:chOff x="11364840" y="0"/>
            <a:chExt cx="674280" cy="6848280"/>
          </a:xfrm>
        </p:grpSpPr>
        <p:sp>
          <p:nvSpPr>
            <p:cNvPr id="1063" name="Freeform 3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484000" y="0"/>
              <a:ext cx="417240" cy="512280"/>
            </a:xfrm>
            <a:custGeom>
              <a:avLst/>
              <a:gdLst>
                <a:gd name="textAreaLeft" fmla="*/ 0 w 417240"/>
                <a:gd name="textAreaRight" fmla="*/ 417600 w 417240"/>
                <a:gd name="textAreaTop" fmla="*/ 0 h 512280"/>
                <a:gd name="textAreaBottom" fmla="*/ 512640 h 512280"/>
              </a:gdLst>
              <a:ahLst/>
              <a:rect l="textAreaLeft" t="textAreaTop" r="textAreaRight" b="textAreaBottom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64" name="Freeform 3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364840" y="474840"/>
              <a:ext cx="156960" cy="15192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51920"/>
                <a:gd name="textAreaBottom" fmla="*/ 152280 h 151920"/>
              </a:gdLst>
              <a:ahLst/>
              <a:rect l="textAreaLeft" t="textAreaTop" r="textAreaRight" b="textAreaBottom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65" name="Freeform 3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1600" y="1539720"/>
              <a:ext cx="188640" cy="1900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66" name="Freeform 3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531520" y="5694480"/>
              <a:ext cx="298080" cy="1153800"/>
            </a:xfrm>
            <a:custGeom>
              <a:avLst/>
              <a:gdLst>
                <a:gd name="textAreaLeft" fmla="*/ 0 w 298080"/>
                <a:gd name="textAreaRight" fmla="*/ 298440 w 298080"/>
                <a:gd name="textAreaTop" fmla="*/ 0 h 1153800"/>
                <a:gd name="textAreaBottom" fmla="*/ 1154160 h 1153800"/>
              </a:gdLst>
              <a:ahLst/>
              <a:rect l="textAreaLeft" t="textAreaTop" r="textAreaRight" b="textAreaBottom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67" name="Freeform 3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773080" y="5551560"/>
              <a:ext cx="156960" cy="15516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55160"/>
                <a:gd name="textAreaBottom" fmla="*/ 155520 h 155160"/>
              </a:gdLst>
              <a:ahLst/>
              <a:rect l="textAreaLeft" t="textAreaTop" r="textAreaRight" b="textAreaBottom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68" name="Freeform 3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711160" y="4680"/>
              <a:ext cx="304560" cy="154440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544400"/>
                <a:gd name="textAreaBottom" fmla="*/ 1544760 h 1544400"/>
              </a:gdLst>
              <a:ahLst/>
              <a:rect l="textAreaLeft" t="textAreaTop" r="textAreaRight" b="textAreaBottom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69" name="Freeform 3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6280" y="4867200"/>
              <a:ext cx="188640" cy="18864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70" name="Freeform 3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441160" y="5046840"/>
              <a:ext cx="307440" cy="1801440"/>
            </a:xfrm>
            <a:custGeom>
              <a:avLst/>
              <a:gdLst>
                <a:gd name="textAreaLeft" fmla="*/ 0 w 307440"/>
                <a:gd name="textAreaRight" fmla="*/ 307800 w 307440"/>
                <a:gd name="textAreaTop" fmla="*/ 0 h 1801440"/>
                <a:gd name="textAreaBottom" fmla="*/ 1801800 h 1801440"/>
              </a:gdLst>
              <a:ahLst/>
              <a:rect l="textAreaLeft" t="textAreaTop" r="textAreaRight" b="textAreaBottom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71" name="Freeform 4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849040" y="641664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72" name="Rectangle 4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939760" y="6595920"/>
              <a:ext cx="23400" cy="25200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a7a7a7"/>
            </a:gs>
          </a:gsLst>
          <a:lin ang="504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73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w Cen MT"/>
            </a:endParaRPr>
          </a:p>
        </p:txBody>
      </p:sp>
      <p:pic>
        <p:nvPicPr>
          <p:cNvPr id="1074" name="Picture 2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1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grpSp>
        <p:nvGrpSpPr>
          <p:cNvPr id="1075" name="Group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20760" cy="6857640"/>
            <a:chOff x="0" y="0"/>
            <a:chExt cx="1220760" cy="6857640"/>
          </a:xfrm>
        </p:grpSpPr>
        <p:sp>
          <p:nvSpPr>
            <p:cNvPr id="1076" name="Rectangle 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28520" y="4680"/>
              <a:ext cx="23400" cy="218088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77" name="Freeform 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7520" y="217656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78" name="Freeform 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2840" y="40212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79" name="Freeform 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4200" y="4680"/>
              <a:ext cx="369360" cy="181080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810800"/>
                <a:gd name="textAreaBottom" fmla="*/ 1811160 h 1810800"/>
              </a:gdLst>
              <a:ahLst/>
              <a:rect l="textAreaLeft" t="textAreaTop" r="textAreaRight" b="textAreaBottom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80" name="Freeform 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17680" y="18018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81" name="Freeform 1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99880" y="4680"/>
              <a:ext cx="369360" cy="142992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429920"/>
                <a:gd name="textAreaBottom" fmla="*/ 1430280 h 1429920"/>
              </a:gdLst>
              <a:ahLst/>
              <a:rect l="textAreaLeft" t="textAreaTop" r="textAreaRight" b="textAreaBottom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82" name="Freeform 1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60520" y="0"/>
              <a:ext cx="151920" cy="9126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12600"/>
                <a:gd name="textAreaBottom" fmla="*/ 912960 h 912600"/>
              </a:gdLst>
              <a:ahLst/>
              <a:rect l="textAreaLeft" t="textAreaTop" r="textAreaRight" b="textAreaBottom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83" name="Freeform 1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3360" y="14209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84" name="Freeform 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3360" y="9032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85" name="Freeform 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5560" y="0"/>
              <a:ext cx="421920" cy="52668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526680"/>
                <a:gd name="textAreaBottom" fmla="*/ 527040 h 526680"/>
              </a:gdLst>
              <a:ahLst/>
              <a:rect l="textAreaLeft" t="textAreaTop" r="textAreaRight" b="textAreaBottom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86" name="Freeform 1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35000" y="488880"/>
              <a:ext cx="161640" cy="147240"/>
            </a:xfrm>
            <a:custGeom>
              <a:avLst/>
              <a:gdLst>
                <a:gd name="textAreaLeft" fmla="*/ 0 w 161640"/>
                <a:gd name="textAreaRight" fmla="*/ 162000 w 161640"/>
                <a:gd name="textAreaTop" fmla="*/ 0 h 147240"/>
                <a:gd name="textAreaBottom" fmla="*/ 147600 h 147240"/>
              </a:gdLst>
              <a:ahLst/>
              <a:rect l="textAreaLeft" t="textAreaTop" r="textAreaRight" b="textAreaBottom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87" name="Line 1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60" y="9360"/>
              <a:ext cx="360" cy="360"/>
            </a:xfrm>
            <a:prstGeom prst="line">
              <a:avLst/>
            </a:prstGeom>
            <a:ln w="15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88" name="Freeform 1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760" y="1801800"/>
              <a:ext cx="123480" cy="126720"/>
            </a:xfrm>
            <a:custGeom>
              <a:avLst/>
              <a:gdLst>
                <a:gd name="textAreaLeft" fmla="*/ 0 w 123480"/>
                <a:gd name="textAreaRight" fmla="*/ 123840 w 123480"/>
                <a:gd name="textAreaTop" fmla="*/ 0 h 126720"/>
                <a:gd name="textAreaBottom" fmla="*/ 127080 h 126720"/>
              </a:gdLst>
              <a:ahLst/>
              <a:rect l="textAreaLeft" t="textAreaTop" r="textAreaRight" b="textAreaBottom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89" name="Freeform 1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680" y="3549600"/>
              <a:ext cx="147240" cy="480600"/>
            </a:xfrm>
            <a:custGeom>
              <a:avLst/>
              <a:gdLst>
                <a:gd name="textAreaLeft" fmla="*/ 0 w 147240"/>
                <a:gd name="textAreaRight" fmla="*/ 147600 w 147240"/>
                <a:gd name="textAreaTop" fmla="*/ 0 h 480600"/>
                <a:gd name="textAreaBottom" fmla="*/ 480960 h 480600"/>
              </a:gdLst>
              <a:ahLst/>
              <a:rect l="textAreaLeft" t="textAreaTop" r="textAreaRight" b="textAreaBottom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90" name="Freeform 1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920" y="1382760"/>
              <a:ext cx="142560" cy="475920"/>
            </a:xfrm>
            <a:custGeom>
              <a:avLst/>
              <a:gdLst>
                <a:gd name="textAreaLeft" fmla="*/ 0 w 142560"/>
                <a:gd name="textAreaRight" fmla="*/ 142920 w 142560"/>
                <a:gd name="textAreaTop" fmla="*/ 0 h 475920"/>
                <a:gd name="textAreaBottom" fmla="*/ 476280 h 475920"/>
              </a:gdLst>
              <a:ahLst/>
              <a:rect l="textAreaLeft" t="textAreaTop" r="textAreaRight" b="textAreaBottom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91" name="Freeform 2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9240" y="1849320"/>
              <a:ext cx="114120" cy="107640"/>
            </a:xfrm>
            <a:custGeom>
              <a:avLst/>
              <a:gdLst>
                <a:gd name="textAreaLeft" fmla="*/ 0 w 114120"/>
                <a:gd name="textAreaRight" fmla="*/ 114480 w 114120"/>
                <a:gd name="textAreaTop" fmla="*/ 0 h 107640"/>
                <a:gd name="textAreaBottom" fmla="*/ 108000 h 107640"/>
              </a:gdLst>
              <a:ahLst/>
              <a:rect l="textAreaLeft" t="textAreaTop" r="textAreaRight" b="textAreaBottom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92" name="Rectangle 2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7600" y="4662360"/>
              <a:ext cx="23400" cy="218088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93" name="Freeform 2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7960" y="5041800"/>
              <a:ext cx="369360" cy="180144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801440"/>
                <a:gd name="textAreaBottom" fmla="*/ 1801800 h 1801440"/>
              </a:gdLst>
              <a:ahLst/>
              <a:rect l="textAreaLeft" t="textAreaTop" r="textAreaRight" b="textAreaBottom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94" name="Freeform 2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6600" y="4481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95" name="Freeform 2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5627520"/>
              <a:ext cx="85320" cy="1215720"/>
            </a:xfrm>
            <a:custGeom>
              <a:avLst/>
              <a:gdLst>
                <a:gd name="textAreaLeft" fmla="*/ 0 w 85320"/>
                <a:gd name="textAreaRight" fmla="*/ 85680 w 85320"/>
                <a:gd name="textAreaTop" fmla="*/ 0 h 1215720"/>
                <a:gd name="textAreaBottom" fmla="*/ 1216080 h 1215720"/>
              </a:gdLst>
              <a:ahLst/>
              <a:rect l="textAreaLeft" t="textAreaTop" r="textAreaRight" b="textAreaBottom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96" name="Freeform 2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1440" y="48672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97" name="Freeform 2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4000" y="5423040"/>
              <a:ext cx="374400" cy="1425240"/>
            </a:xfrm>
            <a:custGeom>
              <a:avLst/>
              <a:gdLst>
                <a:gd name="textAreaLeft" fmla="*/ 0 w 374400"/>
                <a:gd name="textAreaRight" fmla="*/ 374760 w 374400"/>
                <a:gd name="textAreaTop" fmla="*/ 0 h 1425240"/>
                <a:gd name="textAreaBottom" fmla="*/ 1425600 h 1425240"/>
              </a:gdLst>
              <a:ahLst/>
              <a:rect l="textAreaLeft" t="textAreaTop" r="textAreaRight" b="textAreaBottom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98" name="Freeform 2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84280" y="5945040"/>
              <a:ext cx="151920" cy="9126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12600"/>
                <a:gd name="textAreaBottom" fmla="*/ 912960 h 912600"/>
              </a:gdLst>
              <a:ahLst/>
              <a:rect l="textAreaLeft" t="textAreaTop" r="textAreaRight" b="textAreaBottom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099" name="Freeform 2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27120" y="5246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100" name="Freeform 2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27120" y="57643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101" name="Freeform 3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84360" y="6330960"/>
              <a:ext cx="417240" cy="517320"/>
            </a:xfrm>
            <a:custGeom>
              <a:avLst/>
              <a:gdLst>
                <a:gd name="textAreaLeft" fmla="*/ 0 w 417240"/>
                <a:gd name="textAreaRight" fmla="*/ 417600 w 417240"/>
                <a:gd name="textAreaTop" fmla="*/ 0 h 517320"/>
                <a:gd name="textAreaBottom" fmla="*/ 517680 h 517320"/>
              </a:gdLst>
              <a:ahLst/>
              <a:rect l="textAreaLeft" t="textAreaTop" r="textAreaRight" b="textAreaBottom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102" name="Freeform 3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63800" y="6221520"/>
              <a:ext cx="156960" cy="14724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47240"/>
                <a:gd name="textAreaBottom" fmla="*/ 147600 h 147240"/>
              </a:gdLst>
              <a:ahLst/>
              <a:rect l="textAreaLeft" t="textAreaTop" r="textAreaRight" b="textAreaBottom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</p:grpSp>
      <p:sp>
        <p:nvSpPr>
          <p:cNvPr id="1103" name="PlaceHolder 1"/>
          <p:cNvSpPr>
            <a:spLocks noGrp="1"/>
          </p:cNvSpPr>
          <p:nvPr>
            <p:ph type="title"/>
          </p:nvPr>
        </p:nvSpPr>
        <p:spPr>
          <a:xfrm>
            <a:off x="1141560" y="26280"/>
            <a:ext cx="9905760" cy="1116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800" spc="-1" strike="noStrike" cap="all">
                <a:solidFill>
                  <a:srgbClr val="505050"/>
                </a:solidFill>
                <a:latin typeface="Calibri Light"/>
              </a:rPr>
              <a:t>DATA (sourcing)</a:t>
            </a:r>
            <a:endParaRPr b="0" lang="en-US" sz="48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1104" name="PlaceHolder 2"/>
          <p:cNvSpPr>
            <a:spLocks noGrp="1"/>
          </p:cNvSpPr>
          <p:nvPr>
            <p:ph/>
          </p:nvPr>
        </p:nvSpPr>
        <p:spPr>
          <a:xfrm>
            <a:off x="1206360" y="1038600"/>
            <a:ext cx="9840600" cy="4905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212121"/>
              </a:buClr>
              <a:buSzPct val="125000"/>
              <a:buFont typeface="Arial"/>
              <a:buChar char="•"/>
            </a:pPr>
            <a:r>
              <a:rPr b="0" lang="en-US" sz="2600" spc="-1" strike="noStrike">
                <a:solidFill>
                  <a:srgbClr val="212121"/>
                </a:solidFill>
                <a:latin typeface="Calibri"/>
              </a:rPr>
              <a:t>Autoscout</a:t>
            </a:r>
            <a:endParaRPr b="0" lang="en-US" sz="2600" spc="-1" strike="noStrike">
              <a:solidFill>
                <a:schemeClr val="dk1"/>
              </a:solidFill>
              <a:latin typeface="Tw Cen MT"/>
            </a:endParaRPr>
          </a:p>
          <a:p>
            <a:pPr lvl="1" marL="743040" indent="-285840" defTabSz="914400">
              <a:lnSpc>
                <a:spcPct val="120000"/>
              </a:lnSpc>
              <a:spcBef>
                <a:spcPts val="499"/>
              </a:spcBef>
              <a:buClr>
                <a:srgbClr val="212121"/>
              </a:buClr>
              <a:buSzPct val="125000"/>
              <a:buFont typeface="Arial"/>
              <a:buChar char="•"/>
            </a:pPr>
            <a:r>
              <a:rPr b="0" lang="en-US" sz="2200" spc="-1" strike="noStrike">
                <a:solidFill>
                  <a:srgbClr val="212121"/>
                </a:solidFill>
                <a:latin typeface="Calibri"/>
              </a:rPr>
              <a:t>Listings</a:t>
            </a:r>
            <a:r>
              <a:rPr b="0" lang="en-US" sz="2000" spc="-1" strike="noStrike">
                <a:solidFill>
                  <a:srgbClr val="212121"/>
                </a:solidFill>
                <a:latin typeface="Calibri"/>
              </a:rPr>
              <a:t>:</a:t>
            </a:r>
            <a:endParaRPr b="0" lang="en-US" sz="2000" spc="-1" strike="noStrike">
              <a:solidFill>
                <a:schemeClr val="dk1"/>
              </a:solidFill>
              <a:latin typeface="Tw Cen MT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212121"/>
              </a:buClr>
              <a:buSzPct val="125000"/>
              <a:buFont typeface="Arial"/>
              <a:buChar char="•"/>
            </a:pPr>
            <a:r>
              <a:rPr b="0" lang="en-US" sz="1900" spc="-1" strike="noStrike">
                <a:solidFill>
                  <a:srgbClr val="212121"/>
                </a:solidFill>
                <a:latin typeface="Calibri"/>
              </a:rPr>
              <a:t>Images</a:t>
            </a:r>
            <a:endParaRPr b="0" lang="en-US" sz="1900" spc="-1" strike="noStrike">
              <a:solidFill>
                <a:schemeClr val="dk1"/>
              </a:solidFill>
              <a:latin typeface="Tw Cen MT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212121"/>
              </a:buClr>
              <a:buSzPct val="125000"/>
              <a:buFont typeface="Arial"/>
              <a:buChar char="•"/>
            </a:pPr>
            <a:r>
              <a:rPr b="0" lang="en-US" sz="1900" spc="-1" strike="noStrike">
                <a:solidFill>
                  <a:srgbClr val="212121"/>
                </a:solidFill>
                <a:latin typeface="Calibri"/>
              </a:rPr>
              <a:t>Brand</a:t>
            </a:r>
            <a:endParaRPr b="0" lang="en-US" sz="1900" spc="-1" strike="noStrike">
              <a:solidFill>
                <a:schemeClr val="dk1"/>
              </a:solidFill>
              <a:latin typeface="Tw Cen MT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212121"/>
              </a:buClr>
              <a:buSzPct val="125000"/>
              <a:buFont typeface="Arial"/>
              <a:buChar char="•"/>
            </a:pPr>
            <a:r>
              <a:rPr b="0" lang="en-US" sz="1900" spc="-1" strike="noStrike">
                <a:solidFill>
                  <a:srgbClr val="212121"/>
                </a:solidFill>
                <a:latin typeface="Calibri"/>
              </a:rPr>
              <a:t>Model / model ID</a:t>
            </a:r>
            <a:endParaRPr b="0" lang="en-US" sz="1900" spc="-1" strike="noStrike">
              <a:solidFill>
                <a:schemeClr val="dk1"/>
              </a:solidFill>
              <a:latin typeface="Tw Cen MT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212121"/>
              </a:buClr>
              <a:buSzPct val="125000"/>
              <a:buFont typeface="Arial"/>
              <a:buChar char="•"/>
            </a:pPr>
            <a:r>
              <a:rPr b="0" lang="en-US" sz="1900" spc="-1" strike="noStrike">
                <a:solidFill>
                  <a:srgbClr val="212121"/>
                </a:solidFill>
                <a:latin typeface="Calibri"/>
              </a:rPr>
              <a:t>Support features</a:t>
            </a:r>
            <a:endParaRPr b="0" lang="en-US" sz="1900" spc="-1" strike="noStrike">
              <a:solidFill>
                <a:schemeClr val="dk1"/>
              </a:solidFill>
              <a:latin typeface="Tw Cen MT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212121"/>
              </a:buClr>
              <a:buSzPct val="125000"/>
              <a:buFont typeface="Arial"/>
              <a:buChar char="•"/>
            </a:pPr>
            <a:r>
              <a:rPr b="0" lang="en-US" sz="2600" spc="-1" strike="noStrike">
                <a:solidFill>
                  <a:srgbClr val="212121"/>
                </a:solidFill>
                <a:latin typeface="Calibri"/>
              </a:rPr>
              <a:t>Autodoc</a:t>
            </a:r>
            <a:endParaRPr b="0" lang="en-US" sz="2600" spc="-1" strike="noStrike">
              <a:solidFill>
                <a:schemeClr val="dk1"/>
              </a:solidFill>
              <a:latin typeface="Tw Cen MT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212121"/>
              </a:buClr>
              <a:buSzPct val="125000"/>
              <a:buFont typeface="Arial"/>
              <a:buChar char="•"/>
            </a:pPr>
            <a:r>
              <a:rPr b="0" lang="en-US" sz="2200" spc="-1" strike="noStrike">
                <a:solidFill>
                  <a:srgbClr val="212121"/>
                </a:solidFill>
                <a:latin typeface="Calibri"/>
              </a:rPr>
              <a:t>Chassis</a:t>
            </a:r>
            <a:r>
              <a:rPr b="0" lang="en-US" sz="2000" spc="-1" strike="noStrike">
                <a:solidFill>
                  <a:srgbClr val="212121"/>
                </a:solidFill>
                <a:latin typeface="Calibri"/>
              </a:rPr>
              <a:t> codes</a:t>
            </a:r>
            <a:endParaRPr b="0" lang="en-US" sz="2000" spc="-1" strike="noStrike">
              <a:solidFill>
                <a:schemeClr val="dk1"/>
              </a:solidFill>
              <a:latin typeface="Tw Cen MT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212121"/>
              </a:buClr>
              <a:buSzPct val="125000"/>
              <a:buFont typeface="Arial"/>
              <a:buChar char="•"/>
            </a:pPr>
            <a:r>
              <a:rPr b="0" lang="en-US" sz="2600" spc="-1" strike="noStrike">
                <a:solidFill>
                  <a:srgbClr val="212121"/>
                </a:solidFill>
                <a:latin typeface="Calibri"/>
              </a:rPr>
              <a:t>There be dragons:</a:t>
            </a:r>
            <a:endParaRPr b="0" lang="en-US" sz="2600" spc="-1" strike="noStrike">
              <a:solidFill>
                <a:schemeClr val="dk1"/>
              </a:solidFill>
              <a:latin typeface="Tw Cen MT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212121"/>
              </a:buClr>
              <a:buSzPct val="125000"/>
              <a:buFont typeface="Arial"/>
              <a:buChar char="•"/>
            </a:pPr>
            <a:r>
              <a:rPr b="0" lang="en-US" sz="2200" spc="-1" strike="noStrike">
                <a:solidFill>
                  <a:srgbClr val="212121"/>
                </a:solidFill>
                <a:latin typeface="Calibri"/>
              </a:rPr>
              <a:t>Data</a:t>
            </a:r>
            <a:r>
              <a:rPr b="0" lang="en-US" sz="2000" spc="-1" strike="noStrike">
                <a:solidFill>
                  <a:srgbClr val="212121"/>
                </a:solidFill>
                <a:latin typeface="Calibri"/>
              </a:rPr>
              <a:t> linking</a:t>
            </a:r>
            <a:endParaRPr b="0" lang="en-US" sz="2000" spc="-1" strike="noStrike">
              <a:solidFill>
                <a:schemeClr val="dk1"/>
              </a:solidFill>
              <a:latin typeface="Tw Cen MT"/>
            </a:endParaRPr>
          </a:p>
        </p:txBody>
      </p:sp>
      <p:grpSp>
        <p:nvGrpSpPr>
          <p:cNvPr id="1105" name="Group 4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64840" y="0"/>
            <a:ext cx="674280" cy="6848280"/>
            <a:chOff x="11364840" y="0"/>
            <a:chExt cx="674280" cy="6848280"/>
          </a:xfrm>
        </p:grpSpPr>
        <p:sp>
          <p:nvSpPr>
            <p:cNvPr id="1106" name="Freeform 3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484000" y="0"/>
              <a:ext cx="417240" cy="512280"/>
            </a:xfrm>
            <a:custGeom>
              <a:avLst/>
              <a:gdLst>
                <a:gd name="textAreaLeft" fmla="*/ 0 w 417240"/>
                <a:gd name="textAreaRight" fmla="*/ 417600 w 417240"/>
                <a:gd name="textAreaTop" fmla="*/ 0 h 512280"/>
                <a:gd name="textAreaBottom" fmla="*/ 512640 h 512280"/>
              </a:gdLst>
              <a:ahLst/>
              <a:rect l="textAreaLeft" t="textAreaTop" r="textAreaRight" b="textAreaBottom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107" name="Freeform 3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364840" y="474840"/>
              <a:ext cx="156960" cy="15192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51920"/>
                <a:gd name="textAreaBottom" fmla="*/ 152280 h 151920"/>
              </a:gdLst>
              <a:ahLst/>
              <a:rect l="textAreaLeft" t="textAreaTop" r="textAreaRight" b="textAreaBottom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108" name="Freeform 3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1600" y="1539720"/>
              <a:ext cx="188640" cy="1900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109" name="Freeform 3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531520" y="5694480"/>
              <a:ext cx="298080" cy="1153800"/>
            </a:xfrm>
            <a:custGeom>
              <a:avLst/>
              <a:gdLst>
                <a:gd name="textAreaLeft" fmla="*/ 0 w 298080"/>
                <a:gd name="textAreaRight" fmla="*/ 298440 w 298080"/>
                <a:gd name="textAreaTop" fmla="*/ 0 h 1153800"/>
                <a:gd name="textAreaBottom" fmla="*/ 1154160 h 1153800"/>
              </a:gdLst>
              <a:ahLst/>
              <a:rect l="textAreaLeft" t="textAreaTop" r="textAreaRight" b="textAreaBottom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110" name="Freeform 3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773080" y="5551560"/>
              <a:ext cx="156960" cy="15516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55160"/>
                <a:gd name="textAreaBottom" fmla="*/ 155520 h 155160"/>
              </a:gdLst>
              <a:ahLst/>
              <a:rect l="textAreaLeft" t="textAreaTop" r="textAreaRight" b="textAreaBottom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111" name="Freeform 3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711160" y="4680"/>
              <a:ext cx="304560" cy="154440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544400"/>
                <a:gd name="textAreaBottom" fmla="*/ 1544760 h 1544400"/>
              </a:gdLst>
              <a:ahLst/>
              <a:rect l="textAreaLeft" t="textAreaTop" r="textAreaRight" b="textAreaBottom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112" name="Freeform 3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6280" y="4867200"/>
              <a:ext cx="188640" cy="18864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113" name="Freeform 3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441160" y="5046840"/>
              <a:ext cx="307440" cy="1801440"/>
            </a:xfrm>
            <a:custGeom>
              <a:avLst/>
              <a:gdLst>
                <a:gd name="textAreaLeft" fmla="*/ 0 w 307440"/>
                <a:gd name="textAreaRight" fmla="*/ 307800 w 307440"/>
                <a:gd name="textAreaTop" fmla="*/ 0 h 1801440"/>
                <a:gd name="textAreaBottom" fmla="*/ 1801800 h 1801440"/>
              </a:gdLst>
              <a:ahLst/>
              <a:rect l="textAreaLeft" t="textAreaTop" r="textAreaRight" b="textAreaBottom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114" name="Freeform 4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849040" y="641664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115" name="Rectangle 4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939760" y="6595920"/>
              <a:ext cx="23400" cy="25200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PlaceHolder 1"/>
          <p:cNvSpPr>
            <a:spLocks noGrp="1"/>
          </p:cNvSpPr>
          <p:nvPr>
            <p:ph type="title"/>
          </p:nvPr>
        </p:nvSpPr>
        <p:spPr>
          <a:xfrm>
            <a:off x="1143000" y="286524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8400" spc="-1" strike="noStrike" cap="all">
                <a:solidFill>
                  <a:schemeClr val="dk1"/>
                </a:solidFill>
                <a:latin typeface="Tw Cen MT"/>
              </a:rPr>
              <a:t>Data </a:t>
            </a:r>
            <a:br>
              <a:rPr sz="8400"/>
            </a:br>
            <a:r>
              <a:rPr b="0" lang="en-US" sz="8400" spc="-1" strike="noStrike" cap="all">
                <a:solidFill>
                  <a:schemeClr val="dk1"/>
                </a:solidFill>
                <a:latin typeface="Tw Cen MT"/>
              </a:rPr>
              <a:t>description</a:t>
            </a:r>
            <a:br>
              <a:rPr sz="8400"/>
            </a:br>
            <a:r>
              <a:rPr b="0" lang="en-US" sz="8400" spc="-1" strike="noStrike" cap="all">
                <a:solidFill>
                  <a:schemeClr val="dk1"/>
                </a:solidFill>
                <a:latin typeface="Tw Cen MT"/>
              </a:rPr>
              <a:t>&amp; EDA</a:t>
            </a:r>
            <a:endParaRPr b="0" lang="en-US" sz="8400" spc="-1" strike="noStrike">
              <a:solidFill>
                <a:schemeClr val="dk1"/>
              </a:solidFill>
              <a:latin typeface="Tw Cen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a7a7a7"/>
            </a:gs>
          </a:gsLst>
          <a:lin ang="504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17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w Cen MT"/>
            </a:endParaRPr>
          </a:p>
        </p:txBody>
      </p:sp>
      <p:pic>
        <p:nvPicPr>
          <p:cNvPr id="1118" name="Picture 2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1">
            <a:alphaModFix amt="30000"/>
          </a:blip>
          <a:stretch/>
        </p:blipFill>
        <p:spPr>
          <a:xfrm>
            <a:off x="838440" y="-1371240"/>
            <a:ext cx="12191760" cy="6857640"/>
          </a:xfrm>
          <a:prstGeom prst="rect">
            <a:avLst/>
          </a:prstGeom>
          <a:ln w="0">
            <a:noFill/>
          </a:ln>
        </p:spPr>
      </p:pic>
      <p:grpSp>
        <p:nvGrpSpPr>
          <p:cNvPr id="1119" name="Group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20760" cy="6857640"/>
            <a:chOff x="0" y="0"/>
            <a:chExt cx="1220760" cy="6857640"/>
          </a:xfrm>
        </p:grpSpPr>
        <p:sp>
          <p:nvSpPr>
            <p:cNvPr id="1120" name="Rectangle 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28520" y="4680"/>
              <a:ext cx="23400" cy="218088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121" name="Freeform 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7520" y="217656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122" name="Freeform 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2840" y="40212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123" name="Freeform 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4200" y="4680"/>
              <a:ext cx="369360" cy="181080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810800"/>
                <a:gd name="textAreaBottom" fmla="*/ 1811160 h 1810800"/>
              </a:gdLst>
              <a:ahLst/>
              <a:rect l="textAreaLeft" t="textAreaTop" r="textAreaRight" b="textAreaBottom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124" name="Freeform 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17680" y="18018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125" name="Freeform 1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99880" y="4680"/>
              <a:ext cx="369360" cy="142992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429920"/>
                <a:gd name="textAreaBottom" fmla="*/ 1430280 h 1429920"/>
              </a:gdLst>
              <a:ahLst/>
              <a:rect l="textAreaLeft" t="textAreaTop" r="textAreaRight" b="textAreaBottom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126" name="Freeform 1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60520" y="0"/>
              <a:ext cx="151920" cy="9126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12600"/>
                <a:gd name="textAreaBottom" fmla="*/ 912960 h 912600"/>
              </a:gdLst>
              <a:ahLst/>
              <a:rect l="textAreaLeft" t="textAreaTop" r="textAreaRight" b="textAreaBottom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127" name="Freeform 1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3360" y="14209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128" name="Freeform 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3360" y="9032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129" name="Freeform 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5560" y="0"/>
              <a:ext cx="421920" cy="52668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526680"/>
                <a:gd name="textAreaBottom" fmla="*/ 527040 h 526680"/>
              </a:gdLst>
              <a:ahLst/>
              <a:rect l="textAreaLeft" t="textAreaTop" r="textAreaRight" b="textAreaBottom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130" name="Freeform 1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35000" y="488880"/>
              <a:ext cx="161640" cy="147240"/>
            </a:xfrm>
            <a:custGeom>
              <a:avLst/>
              <a:gdLst>
                <a:gd name="textAreaLeft" fmla="*/ 0 w 161640"/>
                <a:gd name="textAreaRight" fmla="*/ 162000 w 161640"/>
                <a:gd name="textAreaTop" fmla="*/ 0 h 147240"/>
                <a:gd name="textAreaBottom" fmla="*/ 147600 h 147240"/>
              </a:gdLst>
              <a:ahLst/>
              <a:rect l="textAreaLeft" t="textAreaTop" r="textAreaRight" b="textAreaBottom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131" name="Line 1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60" y="9360"/>
              <a:ext cx="360" cy="360"/>
            </a:xfrm>
            <a:prstGeom prst="line">
              <a:avLst/>
            </a:prstGeom>
            <a:ln w="15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132" name="Freeform 1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760" y="1801800"/>
              <a:ext cx="123480" cy="126720"/>
            </a:xfrm>
            <a:custGeom>
              <a:avLst/>
              <a:gdLst>
                <a:gd name="textAreaLeft" fmla="*/ 0 w 123480"/>
                <a:gd name="textAreaRight" fmla="*/ 123840 w 123480"/>
                <a:gd name="textAreaTop" fmla="*/ 0 h 126720"/>
                <a:gd name="textAreaBottom" fmla="*/ 127080 h 126720"/>
              </a:gdLst>
              <a:ahLst/>
              <a:rect l="textAreaLeft" t="textAreaTop" r="textAreaRight" b="textAreaBottom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133" name="Freeform 1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680" y="3549600"/>
              <a:ext cx="147240" cy="480600"/>
            </a:xfrm>
            <a:custGeom>
              <a:avLst/>
              <a:gdLst>
                <a:gd name="textAreaLeft" fmla="*/ 0 w 147240"/>
                <a:gd name="textAreaRight" fmla="*/ 147600 w 147240"/>
                <a:gd name="textAreaTop" fmla="*/ 0 h 480600"/>
                <a:gd name="textAreaBottom" fmla="*/ 480960 h 480600"/>
              </a:gdLst>
              <a:ahLst/>
              <a:rect l="textAreaLeft" t="textAreaTop" r="textAreaRight" b="textAreaBottom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134" name="Freeform 1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920" y="1382760"/>
              <a:ext cx="142560" cy="475920"/>
            </a:xfrm>
            <a:custGeom>
              <a:avLst/>
              <a:gdLst>
                <a:gd name="textAreaLeft" fmla="*/ 0 w 142560"/>
                <a:gd name="textAreaRight" fmla="*/ 142920 w 142560"/>
                <a:gd name="textAreaTop" fmla="*/ 0 h 475920"/>
                <a:gd name="textAreaBottom" fmla="*/ 476280 h 475920"/>
              </a:gdLst>
              <a:ahLst/>
              <a:rect l="textAreaLeft" t="textAreaTop" r="textAreaRight" b="textAreaBottom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135" name="Freeform 2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9240" y="1849320"/>
              <a:ext cx="114120" cy="107640"/>
            </a:xfrm>
            <a:custGeom>
              <a:avLst/>
              <a:gdLst>
                <a:gd name="textAreaLeft" fmla="*/ 0 w 114120"/>
                <a:gd name="textAreaRight" fmla="*/ 114480 w 114120"/>
                <a:gd name="textAreaTop" fmla="*/ 0 h 107640"/>
                <a:gd name="textAreaBottom" fmla="*/ 108000 h 107640"/>
              </a:gdLst>
              <a:ahLst/>
              <a:rect l="textAreaLeft" t="textAreaTop" r="textAreaRight" b="textAreaBottom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136" name="Rectangle 2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7600" y="4662360"/>
              <a:ext cx="23400" cy="218088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137" name="Freeform 2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7960" y="5041800"/>
              <a:ext cx="369360" cy="180144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801440"/>
                <a:gd name="textAreaBottom" fmla="*/ 1801800 h 1801440"/>
              </a:gdLst>
              <a:ahLst/>
              <a:rect l="textAreaLeft" t="textAreaTop" r="textAreaRight" b="textAreaBottom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138" name="Freeform 2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6600" y="4481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139" name="Freeform 2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5627520"/>
              <a:ext cx="85320" cy="1215720"/>
            </a:xfrm>
            <a:custGeom>
              <a:avLst/>
              <a:gdLst>
                <a:gd name="textAreaLeft" fmla="*/ 0 w 85320"/>
                <a:gd name="textAreaRight" fmla="*/ 85680 w 85320"/>
                <a:gd name="textAreaTop" fmla="*/ 0 h 1215720"/>
                <a:gd name="textAreaBottom" fmla="*/ 1216080 h 1215720"/>
              </a:gdLst>
              <a:ahLst/>
              <a:rect l="textAreaLeft" t="textAreaTop" r="textAreaRight" b="textAreaBottom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140" name="Freeform 2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1440" y="48672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141" name="Freeform 2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4000" y="5423040"/>
              <a:ext cx="374400" cy="1425240"/>
            </a:xfrm>
            <a:custGeom>
              <a:avLst/>
              <a:gdLst>
                <a:gd name="textAreaLeft" fmla="*/ 0 w 374400"/>
                <a:gd name="textAreaRight" fmla="*/ 374760 w 374400"/>
                <a:gd name="textAreaTop" fmla="*/ 0 h 1425240"/>
                <a:gd name="textAreaBottom" fmla="*/ 1425600 h 1425240"/>
              </a:gdLst>
              <a:ahLst/>
              <a:rect l="textAreaLeft" t="textAreaTop" r="textAreaRight" b="textAreaBottom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142" name="Freeform 2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84280" y="5945040"/>
              <a:ext cx="151920" cy="9126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12600"/>
                <a:gd name="textAreaBottom" fmla="*/ 912960 h 912600"/>
              </a:gdLst>
              <a:ahLst/>
              <a:rect l="textAreaLeft" t="textAreaTop" r="textAreaRight" b="textAreaBottom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143" name="Freeform 2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27120" y="5246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144" name="Freeform 2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27120" y="57643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145" name="Freeform 3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84360" y="6330960"/>
              <a:ext cx="417240" cy="517320"/>
            </a:xfrm>
            <a:custGeom>
              <a:avLst/>
              <a:gdLst>
                <a:gd name="textAreaLeft" fmla="*/ 0 w 417240"/>
                <a:gd name="textAreaRight" fmla="*/ 417600 w 417240"/>
                <a:gd name="textAreaTop" fmla="*/ 0 h 517320"/>
                <a:gd name="textAreaBottom" fmla="*/ 517680 h 517320"/>
              </a:gdLst>
              <a:ahLst/>
              <a:rect l="textAreaLeft" t="textAreaTop" r="textAreaRight" b="textAreaBottom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146" name="Freeform 3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63800" y="6221520"/>
              <a:ext cx="156960" cy="14724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47240"/>
                <a:gd name="textAreaBottom" fmla="*/ 147600 h 147240"/>
              </a:gdLst>
              <a:ahLst/>
              <a:rect l="textAreaLeft" t="textAreaTop" r="textAreaRight" b="textAreaBottom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</p:grpSp>
      <p:grpSp>
        <p:nvGrpSpPr>
          <p:cNvPr id="1147" name="Group 4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64840" y="0"/>
            <a:ext cx="674280" cy="6848280"/>
            <a:chOff x="11364840" y="0"/>
            <a:chExt cx="674280" cy="6848280"/>
          </a:xfrm>
        </p:grpSpPr>
        <p:sp>
          <p:nvSpPr>
            <p:cNvPr id="1148" name="Freeform 3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484000" y="0"/>
              <a:ext cx="417240" cy="512280"/>
            </a:xfrm>
            <a:custGeom>
              <a:avLst/>
              <a:gdLst>
                <a:gd name="textAreaLeft" fmla="*/ 0 w 417240"/>
                <a:gd name="textAreaRight" fmla="*/ 417600 w 417240"/>
                <a:gd name="textAreaTop" fmla="*/ 0 h 512280"/>
                <a:gd name="textAreaBottom" fmla="*/ 512640 h 512280"/>
              </a:gdLst>
              <a:ahLst/>
              <a:rect l="textAreaLeft" t="textAreaTop" r="textAreaRight" b="textAreaBottom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149" name="Freeform 3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364840" y="474840"/>
              <a:ext cx="156960" cy="15192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51920"/>
                <a:gd name="textAreaBottom" fmla="*/ 152280 h 151920"/>
              </a:gdLst>
              <a:ahLst/>
              <a:rect l="textAreaLeft" t="textAreaTop" r="textAreaRight" b="textAreaBottom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150" name="Freeform 3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1600" y="1539720"/>
              <a:ext cx="188640" cy="1900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151" name="Freeform 3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531520" y="5694480"/>
              <a:ext cx="298080" cy="1153800"/>
            </a:xfrm>
            <a:custGeom>
              <a:avLst/>
              <a:gdLst>
                <a:gd name="textAreaLeft" fmla="*/ 0 w 298080"/>
                <a:gd name="textAreaRight" fmla="*/ 298440 w 298080"/>
                <a:gd name="textAreaTop" fmla="*/ 0 h 1153800"/>
                <a:gd name="textAreaBottom" fmla="*/ 1154160 h 1153800"/>
              </a:gdLst>
              <a:ahLst/>
              <a:rect l="textAreaLeft" t="textAreaTop" r="textAreaRight" b="textAreaBottom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152" name="Freeform 3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773080" y="5551560"/>
              <a:ext cx="156960" cy="15516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55160"/>
                <a:gd name="textAreaBottom" fmla="*/ 155520 h 155160"/>
              </a:gdLst>
              <a:ahLst/>
              <a:rect l="textAreaLeft" t="textAreaTop" r="textAreaRight" b="textAreaBottom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153" name="Freeform 3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711160" y="4680"/>
              <a:ext cx="304560" cy="154440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544400"/>
                <a:gd name="textAreaBottom" fmla="*/ 1544760 h 1544400"/>
              </a:gdLst>
              <a:ahLst/>
              <a:rect l="textAreaLeft" t="textAreaTop" r="textAreaRight" b="textAreaBottom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154" name="Freeform 3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6280" y="4867200"/>
              <a:ext cx="188640" cy="18864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155" name="Freeform 3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441160" y="5046840"/>
              <a:ext cx="307440" cy="1801440"/>
            </a:xfrm>
            <a:custGeom>
              <a:avLst/>
              <a:gdLst>
                <a:gd name="textAreaLeft" fmla="*/ 0 w 307440"/>
                <a:gd name="textAreaRight" fmla="*/ 307800 w 307440"/>
                <a:gd name="textAreaTop" fmla="*/ 0 h 1801440"/>
                <a:gd name="textAreaBottom" fmla="*/ 1801800 h 1801440"/>
              </a:gdLst>
              <a:ahLst/>
              <a:rect l="textAreaLeft" t="textAreaTop" r="textAreaRight" b="textAreaBottom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156" name="Freeform 4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849040" y="641664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157" name="Rectangle 4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939760" y="6595920"/>
              <a:ext cx="23400" cy="25200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</p:grpSp>
      <p:sp>
        <p:nvSpPr>
          <p:cNvPr id="1158" name="TextBox 8"/>
          <p:cNvSpPr/>
          <p:nvPr/>
        </p:nvSpPr>
        <p:spPr>
          <a:xfrm>
            <a:off x="4210920" y="1371600"/>
            <a:ext cx="676188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Tw Cen MT"/>
              </a:rPr>
              <a:t>15,6 million images (839GB)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Tw Cen MT"/>
              </a:rPr>
              <a:t>829 thousand listings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59" name="Picture 2" descr="MySQL - LiveAgent"/>
          <p:cNvPicPr/>
          <p:nvPr/>
        </p:nvPicPr>
        <p:blipFill>
          <a:blip r:embed="rId2"/>
          <a:stretch/>
        </p:blipFill>
        <p:spPr>
          <a:xfrm>
            <a:off x="8075880" y="2514600"/>
            <a:ext cx="3125520" cy="2083320"/>
          </a:xfrm>
          <a:prstGeom prst="rect">
            <a:avLst/>
          </a:prstGeom>
          <a:ln w="0">
            <a:noFill/>
          </a:ln>
        </p:spPr>
      </p:pic>
      <p:pic>
        <p:nvPicPr>
          <p:cNvPr id="1160" name="Picture 12" descr=""/>
          <p:cNvPicPr/>
          <p:nvPr/>
        </p:nvPicPr>
        <p:blipFill>
          <a:blip r:embed="rId3"/>
          <a:stretch/>
        </p:blipFill>
        <p:spPr>
          <a:xfrm>
            <a:off x="5537520" y="2337120"/>
            <a:ext cx="2463480" cy="246348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1161" name=""/>
          <p:cNvGraphicFramePr/>
          <p:nvPr/>
        </p:nvGraphicFramePr>
        <p:xfrm>
          <a:off x="505080" y="2301840"/>
          <a:ext cx="5075280" cy="2187720"/>
        </p:xfrm>
        <a:graphic>
          <a:graphicData uri="http://schemas.openxmlformats.org/drawingml/2006/table">
            <a:tbl>
              <a:tblPr/>
              <a:tblGrid>
                <a:gridCol w="2537640"/>
                <a:gridCol w="2538000"/>
              </a:tblGrid>
              <a:tr h="36468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Table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50938a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Records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50938a"/>
                    </a:solidFill>
                  </a:tcPr>
                </a:tc>
              </a:tr>
              <a:tr h="36468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angletag_predicts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3cac7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15.647.260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3cac7"/>
                    </a:solidFill>
                  </a:tcPr>
                </a:tc>
              </a:tr>
              <a:tr h="36468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angletags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e5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20.000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e5"/>
                    </a:solidFill>
                  </a:tcPr>
                </a:tc>
              </a:tr>
              <a:tr h="36468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bintag_predicts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3cac7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15.647.260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3cac7"/>
                    </a:solidFill>
                  </a:tcPr>
                </a:tc>
              </a:tr>
              <a:tr h="36468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images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e5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15.647.260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e5"/>
                    </a:solidFill>
                  </a:tcPr>
                </a:tc>
              </a:tr>
              <a:tr h="36468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listings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3cac7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829.374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3cac7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a7a7a7"/>
            </a:gs>
          </a:gsLst>
          <a:lin ang="504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62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w Cen MT"/>
            </a:endParaRPr>
          </a:p>
        </p:txBody>
      </p:sp>
      <p:pic>
        <p:nvPicPr>
          <p:cNvPr id="1163" name="Picture 2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1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grpSp>
        <p:nvGrpSpPr>
          <p:cNvPr id="1164" name="Group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20760" cy="6857640"/>
            <a:chOff x="0" y="0"/>
            <a:chExt cx="1220760" cy="6857640"/>
          </a:xfrm>
        </p:grpSpPr>
        <p:sp>
          <p:nvSpPr>
            <p:cNvPr id="1165" name="Rectangle 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28520" y="4680"/>
              <a:ext cx="23400" cy="218088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166" name="Freeform 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7520" y="217656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167" name="Freeform 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2840" y="40212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168" name="Freeform 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4200" y="4680"/>
              <a:ext cx="369360" cy="181080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810800"/>
                <a:gd name="textAreaBottom" fmla="*/ 1811160 h 1810800"/>
              </a:gdLst>
              <a:ahLst/>
              <a:rect l="textAreaLeft" t="textAreaTop" r="textAreaRight" b="textAreaBottom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169" name="Freeform 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17680" y="18018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170" name="Freeform 1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99880" y="4680"/>
              <a:ext cx="369360" cy="142992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429920"/>
                <a:gd name="textAreaBottom" fmla="*/ 1430280 h 1429920"/>
              </a:gdLst>
              <a:ahLst/>
              <a:rect l="textAreaLeft" t="textAreaTop" r="textAreaRight" b="textAreaBottom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171" name="Freeform 1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60520" y="0"/>
              <a:ext cx="151920" cy="9126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12600"/>
                <a:gd name="textAreaBottom" fmla="*/ 912960 h 912600"/>
              </a:gdLst>
              <a:ahLst/>
              <a:rect l="textAreaLeft" t="textAreaTop" r="textAreaRight" b="textAreaBottom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172" name="Freeform 1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3360" y="14209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173" name="Freeform 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3360" y="9032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174" name="Freeform 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5560" y="0"/>
              <a:ext cx="421920" cy="52668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526680"/>
                <a:gd name="textAreaBottom" fmla="*/ 527040 h 526680"/>
              </a:gdLst>
              <a:ahLst/>
              <a:rect l="textAreaLeft" t="textAreaTop" r="textAreaRight" b="textAreaBottom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175" name="Freeform 1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35000" y="488880"/>
              <a:ext cx="161640" cy="147240"/>
            </a:xfrm>
            <a:custGeom>
              <a:avLst/>
              <a:gdLst>
                <a:gd name="textAreaLeft" fmla="*/ 0 w 161640"/>
                <a:gd name="textAreaRight" fmla="*/ 162000 w 161640"/>
                <a:gd name="textAreaTop" fmla="*/ 0 h 147240"/>
                <a:gd name="textAreaBottom" fmla="*/ 147600 h 147240"/>
              </a:gdLst>
              <a:ahLst/>
              <a:rect l="textAreaLeft" t="textAreaTop" r="textAreaRight" b="textAreaBottom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176" name="Line 1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60" y="9360"/>
              <a:ext cx="360" cy="360"/>
            </a:xfrm>
            <a:prstGeom prst="line">
              <a:avLst/>
            </a:prstGeom>
            <a:ln w="15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177" name="Freeform 1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760" y="1801800"/>
              <a:ext cx="123480" cy="126720"/>
            </a:xfrm>
            <a:custGeom>
              <a:avLst/>
              <a:gdLst>
                <a:gd name="textAreaLeft" fmla="*/ 0 w 123480"/>
                <a:gd name="textAreaRight" fmla="*/ 123840 w 123480"/>
                <a:gd name="textAreaTop" fmla="*/ 0 h 126720"/>
                <a:gd name="textAreaBottom" fmla="*/ 127080 h 126720"/>
              </a:gdLst>
              <a:ahLst/>
              <a:rect l="textAreaLeft" t="textAreaTop" r="textAreaRight" b="textAreaBottom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178" name="Freeform 1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680" y="3549600"/>
              <a:ext cx="147240" cy="480600"/>
            </a:xfrm>
            <a:custGeom>
              <a:avLst/>
              <a:gdLst>
                <a:gd name="textAreaLeft" fmla="*/ 0 w 147240"/>
                <a:gd name="textAreaRight" fmla="*/ 147600 w 147240"/>
                <a:gd name="textAreaTop" fmla="*/ 0 h 480600"/>
                <a:gd name="textAreaBottom" fmla="*/ 480960 h 480600"/>
              </a:gdLst>
              <a:ahLst/>
              <a:rect l="textAreaLeft" t="textAreaTop" r="textAreaRight" b="textAreaBottom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179" name="Freeform 1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920" y="1382760"/>
              <a:ext cx="142560" cy="475920"/>
            </a:xfrm>
            <a:custGeom>
              <a:avLst/>
              <a:gdLst>
                <a:gd name="textAreaLeft" fmla="*/ 0 w 142560"/>
                <a:gd name="textAreaRight" fmla="*/ 142920 w 142560"/>
                <a:gd name="textAreaTop" fmla="*/ 0 h 475920"/>
                <a:gd name="textAreaBottom" fmla="*/ 476280 h 475920"/>
              </a:gdLst>
              <a:ahLst/>
              <a:rect l="textAreaLeft" t="textAreaTop" r="textAreaRight" b="textAreaBottom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180" name="Freeform 2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9240" y="1849320"/>
              <a:ext cx="114120" cy="107640"/>
            </a:xfrm>
            <a:custGeom>
              <a:avLst/>
              <a:gdLst>
                <a:gd name="textAreaLeft" fmla="*/ 0 w 114120"/>
                <a:gd name="textAreaRight" fmla="*/ 114480 w 114120"/>
                <a:gd name="textAreaTop" fmla="*/ 0 h 107640"/>
                <a:gd name="textAreaBottom" fmla="*/ 108000 h 107640"/>
              </a:gdLst>
              <a:ahLst/>
              <a:rect l="textAreaLeft" t="textAreaTop" r="textAreaRight" b="textAreaBottom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181" name="Rectangle 2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7600" y="4662360"/>
              <a:ext cx="23400" cy="218088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182" name="Freeform 2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7960" y="5041800"/>
              <a:ext cx="369360" cy="180144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801440"/>
                <a:gd name="textAreaBottom" fmla="*/ 1801800 h 1801440"/>
              </a:gdLst>
              <a:ahLst/>
              <a:rect l="textAreaLeft" t="textAreaTop" r="textAreaRight" b="textAreaBottom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183" name="Freeform 2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6600" y="4481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184" name="Freeform 2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5627520"/>
              <a:ext cx="85320" cy="1215720"/>
            </a:xfrm>
            <a:custGeom>
              <a:avLst/>
              <a:gdLst>
                <a:gd name="textAreaLeft" fmla="*/ 0 w 85320"/>
                <a:gd name="textAreaRight" fmla="*/ 85680 w 85320"/>
                <a:gd name="textAreaTop" fmla="*/ 0 h 1215720"/>
                <a:gd name="textAreaBottom" fmla="*/ 1216080 h 1215720"/>
              </a:gdLst>
              <a:ahLst/>
              <a:rect l="textAreaLeft" t="textAreaTop" r="textAreaRight" b="textAreaBottom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185" name="Freeform 2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1440" y="48672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186" name="Freeform 2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4000" y="5423040"/>
              <a:ext cx="374400" cy="1425240"/>
            </a:xfrm>
            <a:custGeom>
              <a:avLst/>
              <a:gdLst>
                <a:gd name="textAreaLeft" fmla="*/ 0 w 374400"/>
                <a:gd name="textAreaRight" fmla="*/ 374760 w 374400"/>
                <a:gd name="textAreaTop" fmla="*/ 0 h 1425240"/>
                <a:gd name="textAreaBottom" fmla="*/ 1425600 h 1425240"/>
              </a:gdLst>
              <a:ahLst/>
              <a:rect l="textAreaLeft" t="textAreaTop" r="textAreaRight" b="textAreaBottom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187" name="Freeform 2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84280" y="5945040"/>
              <a:ext cx="151920" cy="9126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12600"/>
                <a:gd name="textAreaBottom" fmla="*/ 912960 h 912600"/>
              </a:gdLst>
              <a:ahLst/>
              <a:rect l="textAreaLeft" t="textAreaTop" r="textAreaRight" b="textAreaBottom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188" name="Freeform 2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27120" y="5246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189" name="Freeform 2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27120" y="57643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190" name="Freeform 3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84360" y="6330960"/>
              <a:ext cx="417240" cy="517320"/>
            </a:xfrm>
            <a:custGeom>
              <a:avLst/>
              <a:gdLst>
                <a:gd name="textAreaLeft" fmla="*/ 0 w 417240"/>
                <a:gd name="textAreaRight" fmla="*/ 417600 w 417240"/>
                <a:gd name="textAreaTop" fmla="*/ 0 h 517320"/>
                <a:gd name="textAreaBottom" fmla="*/ 517680 h 517320"/>
              </a:gdLst>
              <a:ahLst/>
              <a:rect l="textAreaLeft" t="textAreaTop" r="textAreaRight" b="textAreaBottom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191" name="Freeform 3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63800" y="6221520"/>
              <a:ext cx="156960" cy="14724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47240"/>
                <a:gd name="textAreaBottom" fmla="*/ 147600 h 147240"/>
              </a:gdLst>
              <a:ahLst/>
              <a:rect l="textAreaLeft" t="textAreaTop" r="textAreaRight" b="textAreaBottom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</p:grpSp>
      <p:grpSp>
        <p:nvGrpSpPr>
          <p:cNvPr id="1192" name="Group 4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64840" y="0"/>
            <a:ext cx="674280" cy="6848280"/>
            <a:chOff x="11364840" y="0"/>
            <a:chExt cx="674280" cy="6848280"/>
          </a:xfrm>
        </p:grpSpPr>
        <p:sp>
          <p:nvSpPr>
            <p:cNvPr id="1193" name="Freeform 3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484000" y="0"/>
              <a:ext cx="417240" cy="512280"/>
            </a:xfrm>
            <a:custGeom>
              <a:avLst/>
              <a:gdLst>
                <a:gd name="textAreaLeft" fmla="*/ 0 w 417240"/>
                <a:gd name="textAreaRight" fmla="*/ 417600 w 417240"/>
                <a:gd name="textAreaTop" fmla="*/ 0 h 512280"/>
                <a:gd name="textAreaBottom" fmla="*/ 512640 h 512280"/>
              </a:gdLst>
              <a:ahLst/>
              <a:rect l="textAreaLeft" t="textAreaTop" r="textAreaRight" b="textAreaBottom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194" name="Freeform 3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364840" y="474840"/>
              <a:ext cx="156960" cy="15192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51920"/>
                <a:gd name="textAreaBottom" fmla="*/ 152280 h 151920"/>
              </a:gdLst>
              <a:ahLst/>
              <a:rect l="textAreaLeft" t="textAreaTop" r="textAreaRight" b="textAreaBottom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195" name="Freeform 3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1600" y="1539720"/>
              <a:ext cx="188640" cy="1900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196" name="Freeform 3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531520" y="5694480"/>
              <a:ext cx="298080" cy="1153800"/>
            </a:xfrm>
            <a:custGeom>
              <a:avLst/>
              <a:gdLst>
                <a:gd name="textAreaLeft" fmla="*/ 0 w 298080"/>
                <a:gd name="textAreaRight" fmla="*/ 298440 w 298080"/>
                <a:gd name="textAreaTop" fmla="*/ 0 h 1153800"/>
                <a:gd name="textAreaBottom" fmla="*/ 1154160 h 1153800"/>
              </a:gdLst>
              <a:ahLst/>
              <a:rect l="textAreaLeft" t="textAreaTop" r="textAreaRight" b="textAreaBottom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197" name="Freeform 3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773080" y="5551560"/>
              <a:ext cx="156960" cy="15516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55160"/>
                <a:gd name="textAreaBottom" fmla="*/ 155520 h 155160"/>
              </a:gdLst>
              <a:ahLst/>
              <a:rect l="textAreaLeft" t="textAreaTop" r="textAreaRight" b="textAreaBottom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198" name="Freeform 3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711160" y="4680"/>
              <a:ext cx="304560" cy="154440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544400"/>
                <a:gd name="textAreaBottom" fmla="*/ 1544760 h 1544400"/>
              </a:gdLst>
              <a:ahLst/>
              <a:rect l="textAreaLeft" t="textAreaTop" r="textAreaRight" b="textAreaBottom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199" name="Freeform 3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6280" y="4867200"/>
              <a:ext cx="188640" cy="18864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200" name="Freeform 3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441160" y="5046840"/>
              <a:ext cx="307440" cy="1801440"/>
            </a:xfrm>
            <a:custGeom>
              <a:avLst/>
              <a:gdLst>
                <a:gd name="textAreaLeft" fmla="*/ 0 w 307440"/>
                <a:gd name="textAreaRight" fmla="*/ 307800 w 307440"/>
                <a:gd name="textAreaTop" fmla="*/ 0 h 1801440"/>
                <a:gd name="textAreaBottom" fmla="*/ 1801800 h 1801440"/>
              </a:gdLst>
              <a:ahLst/>
              <a:rect l="textAreaLeft" t="textAreaTop" r="textAreaRight" b="textAreaBottom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201" name="Freeform 4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849040" y="641664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202" name="Rectangle 4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939760" y="6595920"/>
              <a:ext cx="23400" cy="25200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</p:grpSp>
      <p:pic>
        <p:nvPicPr>
          <p:cNvPr id="1203" name="" descr=""/>
          <p:cNvPicPr/>
          <p:nvPr/>
        </p:nvPicPr>
        <p:blipFill>
          <a:blip r:embed="rId2"/>
          <a:stretch/>
        </p:blipFill>
        <p:spPr>
          <a:xfrm>
            <a:off x="12600" y="360"/>
            <a:ext cx="1219104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a7a7a7"/>
            </a:gs>
          </a:gsLst>
          <a:lin ang="504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04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Tw Cen MT"/>
            </a:endParaRPr>
          </a:p>
        </p:txBody>
      </p:sp>
      <p:pic>
        <p:nvPicPr>
          <p:cNvPr id="1205" name="Picture 2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1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grpSp>
        <p:nvGrpSpPr>
          <p:cNvPr id="1206" name="Group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20760" cy="6857640"/>
            <a:chOff x="0" y="0"/>
            <a:chExt cx="1220760" cy="6857640"/>
          </a:xfrm>
        </p:grpSpPr>
        <p:sp>
          <p:nvSpPr>
            <p:cNvPr id="1207" name="Rectangle 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28520" y="4680"/>
              <a:ext cx="23400" cy="218088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208" name="Freeform 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7520" y="217656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209" name="Freeform 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2840" y="40212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210" name="Freeform 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4200" y="4680"/>
              <a:ext cx="369360" cy="181080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810800"/>
                <a:gd name="textAreaBottom" fmla="*/ 1811160 h 1810800"/>
              </a:gdLst>
              <a:ahLst/>
              <a:rect l="textAreaLeft" t="textAreaTop" r="textAreaRight" b="textAreaBottom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211" name="Freeform 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17680" y="18018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212" name="Freeform 1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99880" y="4680"/>
              <a:ext cx="369360" cy="142992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429920"/>
                <a:gd name="textAreaBottom" fmla="*/ 1430280 h 1429920"/>
              </a:gdLst>
              <a:ahLst/>
              <a:rect l="textAreaLeft" t="textAreaTop" r="textAreaRight" b="textAreaBottom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213" name="Freeform 1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60520" y="0"/>
              <a:ext cx="151920" cy="9126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12600"/>
                <a:gd name="textAreaBottom" fmla="*/ 912960 h 912600"/>
              </a:gdLst>
              <a:ahLst/>
              <a:rect l="textAreaLeft" t="textAreaTop" r="textAreaRight" b="textAreaBottom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214" name="Freeform 1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3360" y="14209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215" name="Freeform 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3360" y="9032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216" name="Freeform 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5560" y="0"/>
              <a:ext cx="421920" cy="52668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526680"/>
                <a:gd name="textAreaBottom" fmla="*/ 527040 h 526680"/>
              </a:gdLst>
              <a:ahLst/>
              <a:rect l="textAreaLeft" t="textAreaTop" r="textAreaRight" b="textAreaBottom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217" name="Freeform 1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35000" y="488880"/>
              <a:ext cx="161640" cy="147240"/>
            </a:xfrm>
            <a:custGeom>
              <a:avLst/>
              <a:gdLst>
                <a:gd name="textAreaLeft" fmla="*/ 0 w 161640"/>
                <a:gd name="textAreaRight" fmla="*/ 162000 w 161640"/>
                <a:gd name="textAreaTop" fmla="*/ 0 h 147240"/>
                <a:gd name="textAreaBottom" fmla="*/ 147600 h 147240"/>
              </a:gdLst>
              <a:ahLst/>
              <a:rect l="textAreaLeft" t="textAreaTop" r="textAreaRight" b="textAreaBottom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218" name="Line 1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60" y="9360"/>
              <a:ext cx="360" cy="360"/>
            </a:xfrm>
            <a:prstGeom prst="line">
              <a:avLst/>
            </a:prstGeom>
            <a:ln w="15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219" name="Freeform 1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760" y="1801800"/>
              <a:ext cx="123480" cy="126720"/>
            </a:xfrm>
            <a:custGeom>
              <a:avLst/>
              <a:gdLst>
                <a:gd name="textAreaLeft" fmla="*/ 0 w 123480"/>
                <a:gd name="textAreaRight" fmla="*/ 123840 w 123480"/>
                <a:gd name="textAreaTop" fmla="*/ 0 h 126720"/>
                <a:gd name="textAreaBottom" fmla="*/ 127080 h 126720"/>
              </a:gdLst>
              <a:ahLst/>
              <a:rect l="textAreaLeft" t="textAreaTop" r="textAreaRight" b="textAreaBottom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220" name="Freeform 1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680" y="3549600"/>
              <a:ext cx="147240" cy="480600"/>
            </a:xfrm>
            <a:custGeom>
              <a:avLst/>
              <a:gdLst>
                <a:gd name="textAreaLeft" fmla="*/ 0 w 147240"/>
                <a:gd name="textAreaRight" fmla="*/ 147600 w 147240"/>
                <a:gd name="textAreaTop" fmla="*/ 0 h 480600"/>
                <a:gd name="textAreaBottom" fmla="*/ 480960 h 480600"/>
              </a:gdLst>
              <a:ahLst/>
              <a:rect l="textAreaLeft" t="textAreaTop" r="textAreaRight" b="textAreaBottom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221" name="Freeform 1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920" y="1382760"/>
              <a:ext cx="142560" cy="475920"/>
            </a:xfrm>
            <a:custGeom>
              <a:avLst/>
              <a:gdLst>
                <a:gd name="textAreaLeft" fmla="*/ 0 w 142560"/>
                <a:gd name="textAreaRight" fmla="*/ 142920 w 142560"/>
                <a:gd name="textAreaTop" fmla="*/ 0 h 475920"/>
                <a:gd name="textAreaBottom" fmla="*/ 476280 h 475920"/>
              </a:gdLst>
              <a:ahLst/>
              <a:rect l="textAreaLeft" t="textAreaTop" r="textAreaRight" b="textAreaBottom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222" name="Freeform 2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9240" y="1849320"/>
              <a:ext cx="114120" cy="107640"/>
            </a:xfrm>
            <a:custGeom>
              <a:avLst/>
              <a:gdLst>
                <a:gd name="textAreaLeft" fmla="*/ 0 w 114120"/>
                <a:gd name="textAreaRight" fmla="*/ 114480 w 114120"/>
                <a:gd name="textAreaTop" fmla="*/ 0 h 107640"/>
                <a:gd name="textAreaBottom" fmla="*/ 108000 h 107640"/>
              </a:gdLst>
              <a:ahLst/>
              <a:rect l="textAreaLeft" t="textAreaTop" r="textAreaRight" b="textAreaBottom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223" name="Rectangle 2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7600" y="4662360"/>
              <a:ext cx="23400" cy="218088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224" name="Freeform 2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7960" y="5041800"/>
              <a:ext cx="369360" cy="180144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801440"/>
                <a:gd name="textAreaBottom" fmla="*/ 1801800 h 1801440"/>
              </a:gdLst>
              <a:ahLst/>
              <a:rect l="textAreaLeft" t="textAreaTop" r="textAreaRight" b="textAreaBottom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225" name="Freeform 2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6600" y="4481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226" name="Freeform 2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5627520"/>
              <a:ext cx="85320" cy="1215720"/>
            </a:xfrm>
            <a:custGeom>
              <a:avLst/>
              <a:gdLst>
                <a:gd name="textAreaLeft" fmla="*/ 0 w 85320"/>
                <a:gd name="textAreaRight" fmla="*/ 85680 w 85320"/>
                <a:gd name="textAreaTop" fmla="*/ 0 h 1215720"/>
                <a:gd name="textAreaBottom" fmla="*/ 1216080 h 1215720"/>
              </a:gdLst>
              <a:ahLst/>
              <a:rect l="textAreaLeft" t="textAreaTop" r="textAreaRight" b="textAreaBottom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227" name="Freeform 2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1440" y="48672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228" name="Freeform 2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4000" y="5423040"/>
              <a:ext cx="374400" cy="1425240"/>
            </a:xfrm>
            <a:custGeom>
              <a:avLst/>
              <a:gdLst>
                <a:gd name="textAreaLeft" fmla="*/ 0 w 374400"/>
                <a:gd name="textAreaRight" fmla="*/ 374760 w 374400"/>
                <a:gd name="textAreaTop" fmla="*/ 0 h 1425240"/>
                <a:gd name="textAreaBottom" fmla="*/ 1425600 h 1425240"/>
              </a:gdLst>
              <a:ahLst/>
              <a:rect l="textAreaLeft" t="textAreaTop" r="textAreaRight" b="textAreaBottom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229" name="Freeform 2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84280" y="5945040"/>
              <a:ext cx="151920" cy="9126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12600"/>
                <a:gd name="textAreaBottom" fmla="*/ 912960 h 912600"/>
              </a:gdLst>
              <a:ahLst/>
              <a:rect l="textAreaLeft" t="textAreaTop" r="textAreaRight" b="textAreaBottom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230" name="Freeform 2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27120" y="5246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231" name="Freeform 2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27120" y="57643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232" name="Freeform 3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84360" y="6330960"/>
              <a:ext cx="417240" cy="517320"/>
            </a:xfrm>
            <a:custGeom>
              <a:avLst/>
              <a:gdLst>
                <a:gd name="textAreaLeft" fmla="*/ 0 w 417240"/>
                <a:gd name="textAreaRight" fmla="*/ 417600 w 417240"/>
                <a:gd name="textAreaTop" fmla="*/ 0 h 517320"/>
                <a:gd name="textAreaBottom" fmla="*/ 517680 h 517320"/>
              </a:gdLst>
              <a:ahLst/>
              <a:rect l="textAreaLeft" t="textAreaTop" r="textAreaRight" b="textAreaBottom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233" name="Freeform 3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63800" y="6221520"/>
              <a:ext cx="156960" cy="14724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47240"/>
                <a:gd name="textAreaBottom" fmla="*/ 147600 h 147240"/>
              </a:gdLst>
              <a:ahLst/>
              <a:rect l="textAreaLeft" t="textAreaTop" r="textAreaRight" b="textAreaBottom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</p:grpSp>
      <p:grpSp>
        <p:nvGrpSpPr>
          <p:cNvPr id="1234" name="Group 4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64840" y="0"/>
            <a:ext cx="674280" cy="6848280"/>
            <a:chOff x="11364840" y="0"/>
            <a:chExt cx="674280" cy="6848280"/>
          </a:xfrm>
        </p:grpSpPr>
        <p:sp>
          <p:nvSpPr>
            <p:cNvPr id="1235" name="Freeform 3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484000" y="0"/>
              <a:ext cx="417240" cy="512280"/>
            </a:xfrm>
            <a:custGeom>
              <a:avLst/>
              <a:gdLst>
                <a:gd name="textAreaLeft" fmla="*/ 0 w 417240"/>
                <a:gd name="textAreaRight" fmla="*/ 417600 w 417240"/>
                <a:gd name="textAreaTop" fmla="*/ 0 h 512280"/>
                <a:gd name="textAreaBottom" fmla="*/ 512640 h 512280"/>
              </a:gdLst>
              <a:ahLst/>
              <a:rect l="textAreaLeft" t="textAreaTop" r="textAreaRight" b="textAreaBottom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236" name="Freeform 3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364840" y="474840"/>
              <a:ext cx="156960" cy="15192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51920"/>
                <a:gd name="textAreaBottom" fmla="*/ 152280 h 151920"/>
              </a:gdLst>
              <a:ahLst/>
              <a:rect l="textAreaLeft" t="textAreaTop" r="textAreaRight" b="textAreaBottom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237" name="Freeform 3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1600" y="1539720"/>
              <a:ext cx="188640" cy="1900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238" name="Freeform 3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531520" y="5694480"/>
              <a:ext cx="298080" cy="1153800"/>
            </a:xfrm>
            <a:custGeom>
              <a:avLst/>
              <a:gdLst>
                <a:gd name="textAreaLeft" fmla="*/ 0 w 298080"/>
                <a:gd name="textAreaRight" fmla="*/ 298440 w 298080"/>
                <a:gd name="textAreaTop" fmla="*/ 0 h 1153800"/>
                <a:gd name="textAreaBottom" fmla="*/ 1154160 h 1153800"/>
              </a:gdLst>
              <a:ahLst/>
              <a:rect l="textAreaLeft" t="textAreaTop" r="textAreaRight" b="textAreaBottom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239" name="Freeform 3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773080" y="5551560"/>
              <a:ext cx="156960" cy="15516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55160"/>
                <a:gd name="textAreaBottom" fmla="*/ 155520 h 155160"/>
              </a:gdLst>
              <a:ahLst/>
              <a:rect l="textAreaLeft" t="textAreaTop" r="textAreaRight" b="textAreaBottom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240" name="Freeform 3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711160" y="4680"/>
              <a:ext cx="304560" cy="154440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544400"/>
                <a:gd name="textAreaBottom" fmla="*/ 1544760 h 1544400"/>
              </a:gdLst>
              <a:ahLst/>
              <a:rect l="textAreaLeft" t="textAreaTop" r="textAreaRight" b="textAreaBottom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241" name="Freeform 3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6280" y="4867200"/>
              <a:ext cx="188640" cy="18864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242" name="Freeform 3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441160" y="5046840"/>
              <a:ext cx="307440" cy="1801440"/>
            </a:xfrm>
            <a:custGeom>
              <a:avLst/>
              <a:gdLst>
                <a:gd name="textAreaLeft" fmla="*/ 0 w 307440"/>
                <a:gd name="textAreaRight" fmla="*/ 307800 w 307440"/>
                <a:gd name="textAreaTop" fmla="*/ 0 h 1801440"/>
                <a:gd name="textAreaBottom" fmla="*/ 1801800 h 1801440"/>
              </a:gdLst>
              <a:ahLst/>
              <a:rect l="textAreaLeft" t="textAreaTop" r="textAreaRight" b="textAreaBottom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243" name="Freeform 4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849040" y="641664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244" name="Rectangle 4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939760" y="6595920"/>
              <a:ext cx="23400" cy="25200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</p:grpSp>
      <p:pic>
        <p:nvPicPr>
          <p:cNvPr id="1245" name="" descr=""/>
          <p:cNvPicPr/>
          <p:nvPr/>
        </p:nvPicPr>
        <p:blipFill>
          <a:blip r:embed="rId2"/>
          <a:stretch/>
        </p:blipFill>
        <p:spPr>
          <a:xfrm>
            <a:off x="-5040" y="16560"/>
            <a:ext cx="12191400" cy="6857640"/>
          </a:xfrm>
          <a:prstGeom prst="rect">
            <a:avLst/>
          </a:prstGeom>
          <a:ln w="0">
            <a:noFill/>
          </a:ln>
        </p:spPr>
      </p:pic>
      <p:pic>
        <p:nvPicPr>
          <p:cNvPr id="1246" name="" descr=""/>
          <p:cNvPicPr/>
          <p:nvPr/>
        </p:nvPicPr>
        <p:blipFill>
          <a:blip r:embed="rId3"/>
          <a:stretch/>
        </p:blipFill>
        <p:spPr>
          <a:xfrm>
            <a:off x="7050600" y="2057400"/>
            <a:ext cx="5135760" cy="2889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a7a7a7"/>
            </a:gs>
          </a:gsLst>
          <a:lin ang="504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47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Tw Cen MT"/>
            </a:endParaRPr>
          </a:p>
        </p:txBody>
      </p:sp>
      <p:pic>
        <p:nvPicPr>
          <p:cNvPr id="1248" name="Picture 9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1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grpSp>
        <p:nvGrpSpPr>
          <p:cNvPr id="1249" name="Group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20760" cy="6857640"/>
            <a:chOff x="0" y="0"/>
            <a:chExt cx="1220760" cy="6857640"/>
          </a:xfrm>
        </p:grpSpPr>
        <p:sp>
          <p:nvSpPr>
            <p:cNvPr id="1250" name="Rectangle 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28520" y="4680"/>
              <a:ext cx="23400" cy="218088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251" name="Freeform 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7520" y="217656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252" name="Freeform 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2840" y="40212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253" name="Freeform 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4200" y="4680"/>
              <a:ext cx="369360" cy="181080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810800"/>
                <a:gd name="textAreaBottom" fmla="*/ 1811160 h 1810800"/>
              </a:gdLst>
              <a:ahLst/>
              <a:rect l="textAreaLeft" t="textAreaTop" r="textAreaRight" b="textAreaBottom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254" name="Freeform 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17680" y="18018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255" name="Freeform 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99880" y="4680"/>
              <a:ext cx="369360" cy="142992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429920"/>
                <a:gd name="textAreaBottom" fmla="*/ 1430280 h 1429920"/>
              </a:gdLst>
              <a:ahLst/>
              <a:rect l="textAreaLeft" t="textAreaTop" r="textAreaRight" b="textAreaBottom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256" name="Freeform 4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60520" y="0"/>
              <a:ext cx="151920" cy="9126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12600"/>
                <a:gd name="textAreaBottom" fmla="*/ 912960 h 912600"/>
              </a:gdLst>
              <a:ahLst/>
              <a:rect l="textAreaLeft" t="textAreaTop" r="textAreaRight" b="textAreaBottom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257" name="Freeform 5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3360" y="14209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258" name="Freeform 6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3360" y="9032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259" name="Freeform 6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5560" y="0"/>
              <a:ext cx="421920" cy="52668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526680"/>
                <a:gd name="textAreaBottom" fmla="*/ 527040 h 526680"/>
              </a:gdLst>
              <a:ahLst/>
              <a:rect l="textAreaLeft" t="textAreaTop" r="textAreaRight" b="textAreaBottom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260" name="Freeform 6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35000" y="488880"/>
              <a:ext cx="161640" cy="147240"/>
            </a:xfrm>
            <a:custGeom>
              <a:avLst/>
              <a:gdLst>
                <a:gd name="textAreaLeft" fmla="*/ 0 w 161640"/>
                <a:gd name="textAreaRight" fmla="*/ 162000 w 161640"/>
                <a:gd name="textAreaTop" fmla="*/ 0 h 147240"/>
                <a:gd name="textAreaBottom" fmla="*/ 147600 h 147240"/>
              </a:gdLst>
              <a:ahLst/>
              <a:rect l="textAreaLeft" t="textAreaTop" r="textAreaRight" b="textAreaBottom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261" name="Line 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60" y="9360"/>
              <a:ext cx="360" cy="360"/>
            </a:xfrm>
            <a:prstGeom prst="line">
              <a:avLst/>
            </a:prstGeom>
            <a:ln w="15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262" name="Freeform 6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760" y="1801800"/>
              <a:ext cx="123480" cy="126720"/>
            </a:xfrm>
            <a:custGeom>
              <a:avLst/>
              <a:gdLst>
                <a:gd name="textAreaLeft" fmla="*/ 0 w 123480"/>
                <a:gd name="textAreaRight" fmla="*/ 123840 w 123480"/>
                <a:gd name="textAreaTop" fmla="*/ 0 h 126720"/>
                <a:gd name="textAreaBottom" fmla="*/ 127080 h 126720"/>
              </a:gdLst>
              <a:ahLst/>
              <a:rect l="textAreaLeft" t="textAreaTop" r="textAreaRight" b="textAreaBottom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263" name="Freeform 6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680" y="3549600"/>
              <a:ext cx="147240" cy="480600"/>
            </a:xfrm>
            <a:custGeom>
              <a:avLst/>
              <a:gdLst>
                <a:gd name="textAreaLeft" fmla="*/ 0 w 147240"/>
                <a:gd name="textAreaRight" fmla="*/ 147600 w 147240"/>
                <a:gd name="textAreaTop" fmla="*/ 0 h 480600"/>
                <a:gd name="textAreaBottom" fmla="*/ 480960 h 480600"/>
              </a:gdLst>
              <a:ahLst/>
              <a:rect l="textAreaLeft" t="textAreaTop" r="textAreaRight" b="textAreaBottom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264" name="Freeform 6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920" y="1382760"/>
              <a:ext cx="142560" cy="475920"/>
            </a:xfrm>
            <a:custGeom>
              <a:avLst/>
              <a:gdLst>
                <a:gd name="textAreaLeft" fmla="*/ 0 w 142560"/>
                <a:gd name="textAreaRight" fmla="*/ 142920 w 142560"/>
                <a:gd name="textAreaTop" fmla="*/ 0 h 475920"/>
                <a:gd name="textAreaBottom" fmla="*/ 476280 h 475920"/>
              </a:gdLst>
              <a:ahLst/>
              <a:rect l="textAreaLeft" t="textAreaTop" r="textAreaRight" b="textAreaBottom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265" name="Freeform 6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9240" y="1849320"/>
              <a:ext cx="114120" cy="107640"/>
            </a:xfrm>
            <a:custGeom>
              <a:avLst/>
              <a:gdLst>
                <a:gd name="textAreaLeft" fmla="*/ 0 w 114120"/>
                <a:gd name="textAreaRight" fmla="*/ 114480 w 114120"/>
                <a:gd name="textAreaTop" fmla="*/ 0 h 107640"/>
                <a:gd name="textAreaBottom" fmla="*/ 108000 h 107640"/>
              </a:gdLst>
              <a:ahLst/>
              <a:rect l="textAreaLeft" t="textAreaTop" r="textAreaRight" b="textAreaBottom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266" name="Rectangle 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7600" y="4662360"/>
              <a:ext cx="23400" cy="218088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267" name="Freeform 6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7960" y="5041800"/>
              <a:ext cx="369360" cy="180144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801440"/>
                <a:gd name="textAreaBottom" fmla="*/ 1801800 h 1801440"/>
              </a:gdLst>
              <a:ahLst/>
              <a:rect l="textAreaLeft" t="textAreaTop" r="textAreaRight" b="textAreaBottom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268" name="Freeform 6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6600" y="4481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269" name="Freeform 6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5627520"/>
              <a:ext cx="85320" cy="1215720"/>
            </a:xfrm>
            <a:custGeom>
              <a:avLst/>
              <a:gdLst>
                <a:gd name="textAreaLeft" fmla="*/ 0 w 85320"/>
                <a:gd name="textAreaRight" fmla="*/ 85680 w 85320"/>
                <a:gd name="textAreaTop" fmla="*/ 0 h 1215720"/>
                <a:gd name="textAreaBottom" fmla="*/ 1216080 h 1215720"/>
              </a:gdLst>
              <a:ahLst/>
              <a:rect l="textAreaLeft" t="textAreaTop" r="textAreaRight" b="textAreaBottom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270" name="Freeform 7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1440" y="48672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271" name="Freeform 7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4000" y="5423040"/>
              <a:ext cx="374400" cy="1425240"/>
            </a:xfrm>
            <a:custGeom>
              <a:avLst/>
              <a:gdLst>
                <a:gd name="textAreaLeft" fmla="*/ 0 w 374400"/>
                <a:gd name="textAreaRight" fmla="*/ 374760 w 374400"/>
                <a:gd name="textAreaTop" fmla="*/ 0 h 1425240"/>
                <a:gd name="textAreaBottom" fmla="*/ 1425600 h 1425240"/>
              </a:gdLst>
              <a:ahLst/>
              <a:rect l="textAreaLeft" t="textAreaTop" r="textAreaRight" b="textAreaBottom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272" name="Freeform 7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84280" y="5945040"/>
              <a:ext cx="151920" cy="9126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12600"/>
                <a:gd name="textAreaBottom" fmla="*/ 912960 h 912600"/>
              </a:gdLst>
              <a:ahLst/>
              <a:rect l="textAreaLeft" t="textAreaTop" r="textAreaRight" b="textAreaBottom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273" name="Freeform 7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27120" y="5246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274" name="Freeform 7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27120" y="57643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275" name="Freeform 7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84360" y="6330960"/>
              <a:ext cx="417240" cy="517320"/>
            </a:xfrm>
            <a:custGeom>
              <a:avLst/>
              <a:gdLst>
                <a:gd name="textAreaLeft" fmla="*/ 0 w 417240"/>
                <a:gd name="textAreaRight" fmla="*/ 417600 w 417240"/>
                <a:gd name="textAreaTop" fmla="*/ 0 h 517320"/>
                <a:gd name="textAreaBottom" fmla="*/ 517680 h 517320"/>
              </a:gdLst>
              <a:ahLst/>
              <a:rect l="textAreaLeft" t="textAreaTop" r="textAreaRight" b="textAreaBottom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276" name="Freeform 7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63800" y="6221520"/>
              <a:ext cx="156960" cy="14724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47240"/>
                <a:gd name="textAreaBottom" fmla="*/ 147600 h 147240"/>
              </a:gdLst>
              <a:ahLst/>
              <a:rect l="textAreaLeft" t="textAreaTop" r="textAreaRight" b="textAreaBottom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</p:grpSp>
      <p:grpSp>
        <p:nvGrpSpPr>
          <p:cNvPr id="1277" name="Group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64840" y="0"/>
            <a:ext cx="674280" cy="6848280"/>
            <a:chOff x="11364840" y="0"/>
            <a:chExt cx="674280" cy="6848280"/>
          </a:xfrm>
        </p:grpSpPr>
        <p:sp>
          <p:nvSpPr>
            <p:cNvPr id="1278" name="Freeform 7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484000" y="0"/>
              <a:ext cx="417240" cy="512280"/>
            </a:xfrm>
            <a:custGeom>
              <a:avLst/>
              <a:gdLst>
                <a:gd name="textAreaLeft" fmla="*/ 0 w 417240"/>
                <a:gd name="textAreaRight" fmla="*/ 417600 w 417240"/>
                <a:gd name="textAreaTop" fmla="*/ 0 h 512280"/>
                <a:gd name="textAreaBottom" fmla="*/ 512640 h 512280"/>
              </a:gdLst>
              <a:ahLst/>
              <a:rect l="textAreaLeft" t="textAreaTop" r="textAreaRight" b="textAreaBottom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279" name="Freeform 7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364840" y="474840"/>
              <a:ext cx="156960" cy="15192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51920"/>
                <a:gd name="textAreaBottom" fmla="*/ 152280 h 151920"/>
              </a:gdLst>
              <a:ahLst/>
              <a:rect l="textAreaLeft" t="textAreaTop" r="textAreaRight" b="textAreaBottom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280" name="Freeform 7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1600" y="1539720"/>
              <a:ext cx="188640" cy="1900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281" name="Freeform 8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531520" y="5694480"/>
              <a:ext cx="298080" cy="1153800"/>
            </a:xfrm>
            <a:custGeom>
              <a:avLst/>
              <a:gdLst>
                <a:gd name="textAreaLeft" fmla="*/ 0 w 298080"/>
                <a:gd name="textAreaRight" fmla="*/ 298440 w 298080"/>
                <a:gd name="textAreaTop" fmla="*/ 0 h 1153800"/>
                <a:gd name="textAreaBottom" fmla="*/ 1154160 h 1153800"/>
              </a:gdLst>
              <a:ahLst/>
              <a:rect l="textAreaLeft" t="textAreaTop" r="textAreaRight" b="textAreaBottom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282" name="Freeform 8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773080" y="5551560"/>
              <a:ext cx="156960" cy="15516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55160"/>
                <a:gd name="textAreaBottom" fmla="*/ 155520 h 155160"/>
              </a:gdLst>
              <a:ahLst/>
              <a:rect l="textAreaLeft" t="textAreaTop" r="textAreaRight" b="textAreaBottom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283" name="Freeform 8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711160" y="4680"/>
              <a:ext cx="304560" cy="154440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544400"/>
                <a:gd name="textAreaBottom" fmla="*/ 1544760 h 1544400"/>
              </a:gdLst>
              <a:ahLst/>
              <a:rect l="textAreaLeft" t="textAreaTop" r="textAreaRight" b="textAreaBottom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284" name="Freeform 8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6280" y="4867200"/>
              <a:ext cx="188640" cy="18864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285" name="Freeform 8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441160" y="5046840"/>
              <a:ext cx="307440" cy="1801440"/>
            </a:xfrm>
            <a:custGeom>
              <a:avLst/>
              <a:gdLst>
                <a:gd name="textAreaLeft" fmla="*/ 0 w 307440"/>
                <a:gd name="textAreaRight" fmla="*/ 307800 w 307440"/>
                <a:gd name="textAreaTop" fmla="*/ 0 h 1801440"/>
                <a:gd name="textAreaBottom" fmla="*/ 1801800 h 1801440"/>
              </a:gdLst>
              <a:ahLst/>
              <a:rect l="textAreaLeft" t="textAreaTop" r="textAreaRight" b="textAreaBottom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286" name="Freeform 8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849040" y="641664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287" name="Rectangle 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939760" y="6595920"/>
              <a:ext cx="23400" cy="25200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</p:grpSp>
      <p:pic>
        <p:nvPicPr>
          <p:cNvPr id="1288" name="" descr=""/>
          <p:cNvPicPr/>
          <p:nvPr/>
        </p:nvPicPr>
        <p:blipFill>
          <a:blip r:embed="rId2"/>
          <a:stretch/>
        </p:blipFill>
        <p:spPr>
          <a:xfrm>
            <a:off x="-5040" y="9720"/>
            <a:ext cx="1219140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a7a7a7"/>
            </a:gs>
          </a:gsLst>
          <a:lin ang="504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89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w Cen MT"/>
            </a:endParaRPr>
          </a:p>
        </p:txBody>
      </p:sp>
      <p:pic>
        <p:nvPicPr>
          <p:cNvPr id="1290" name="Picture 2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1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grpSp>
        <p:nvGrpSpPr>
          <p:cNvPr id="1291" name="Group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20760" cy="6857640"/>
            <a:chOff x="0" y="0"/>
            <a:chExt cx="1220760" cy="6857640"/>
          </a:xfrm>
        </p:grpSpPr>
        <p:sp>
          <p:nvSpPr>
            <p:cNvPr id="1292" name="Rectangle 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28520" y="4680"/>
              <a:ext cx="23400" cy="218088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293" name="Freeform 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7520" y="217656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294" name="Freeform 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2840" y="40212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295" name="Freeform 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4200" y="4680"/>
              <a:ext cx="369360" cy="181080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810800"/>
                <a:gd name="textAreaBottom" fmla="*/ 1811160 h 1810800"/>
              </a:gdLst>
              <a:ahLst/>
              <a:rect l="textAreaLeft" t="textAreaTop" r="textAreaRight" b="textAreaBottom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296" name="Freeform 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17680" y="18018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297" name="Freeform 1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99880" y="4680"/>
              <a:ext cx="369360" cy="142992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429920"/>
                <a:gd name="textAreaBottom" fmla="*/ 1430280 h 1429920"/>
              </a:gdLst>
              <a:ahLst/>
              <a:rect l="textAreaLeft" t="textAreaTop" r="textAreaRight" b="textAreaBottom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298" name="Freeform 1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60520" y="0"/>
              <a:ext cx="151920" cy="9126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12600"/>
                <a:gd name="textAreaBottom" fmla="*/ 912960 h 912600"/>
              </a:gdLst>
              <a:ahLst/>
              <a:rect l="textAreaLeft" t="textAreaTop" r="textAreaRight" b="textAreaBottom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299" name="Freeform 1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3360" y="14209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00" name="Freeform 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3360" y="9032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01" name="Freeform 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5560" y="0"/>
              <a:ext cx="421920" cy="52668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526680"/>
                <a:gd name="textAreaBottom" fmla="*/ 527040 h 526680"/>
              </a:gdLst>
              <a:ahLst/>
              <a:rect l="textAreaLeft" t="textAreaTop" r="textAreaRight" b="textAreaBottom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02" name="Freeform 1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35000" y="488880"/>
              <a:ext cx="161640" cy="147240"/>
            </a:xfrm>
            <a:custGeom>
              <a:avLst/>
              <a:gdLst>
                <a:gd name="textAreaLeft" fmla="*/ 0 w 161640"/>
                <a:gd name="textAreaRight" fmla="*/ 162000 w 161640"/>
                <a:gd name="textAreaTop" fmla="*/ 0 h 147240"/>
                <a:gd name="textAreaBottom" fmla="*/ 147600 h 147240"/>
              </a:gdLst>
              <a:ahLst/>
              <a:rect l="textAreaLeft" t="textAreaTop" r="textAreaRight" b="textAreaBottom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03" name="Line 1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60" y="9360"/>
              <a:ext cx="360" cy="360"/>
            </a:xfrm>
            <a:prstGeom prst="line">
              <a:avLst/>
            </a:prstGeom>
            <a:ln w="15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04" name="Freeform 1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760" y="1801800"/>
              <a:ext cx="123480" cy="126720"/>
            </a:xfrm>
            <a:custGeom>
              <a:avLst/>
              <a:gdLst>
                <a:gd name="textAreaLeft" fmla="*/ 0 w 123480"/>
                <a:gd name="textAreaRight" fmla="*/ 123840 w 123480"/>
                <a:gd name="textAreaTop" fmla="*/ 0 h 126720"/>
                <a:gd name="textAreaBottom" fmla="*/ 127080 h 126720"/>
              </a:gdLst>
              <a:ahLst/>
              <a:rect l="textAreaLeft" t="textAreaTop" r="textAreaRight" b="textAreaBottom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05" name="Freeform 1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680" y="3549600"/>
              <a:ext cx="147240" cy="480600"/>
            </a:xfrm>
            <a:custGeom>
              <a:avLst/>
              <a:gdLst>
                <a:gd name="textAreaLeft" fmla="*/ 0 w 147240"/>
                <a:gd name="textAreaRight" fmla="*/ 147600 w 147240"/>
                <a:gd name="textAreaTop" fmla="*/ 0 h 480600"/>
                <a:gd name="textAreaBottom" fmla="*/ 480960 h 480600"/>
              </a:gdLst>
              <a:ahLst/>
              <a:rect l="textAreaLeft" t="textAreaTop" r="textAreaRight" b="textAreaBottom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06" name="Freeform 1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920" y="1382760"/>
              <a:ext cx="142560" cy="475920"/>
            </a:xfrm>
            <a:custGeom>
              <a:avLst/>
              <a:gdLst>
                <a:gd name="textAreaLeft" fmla="*/ 0 w 142560"/>
                <a:gd name="textAreaRight" fmla="*/ 142920 w 142560"/>
                <a:gd name="textAreaTop" fmla="*/ 0 h 475920"/>
                <a:gd name="textAreaBottom" fmla="*/ 476280 h 475920"/>
              </a:gdLst>
              <a:ahLst/>
              <a:rect l="textAreaLeft" t="textAreaTop" r="textAreaRight" b="textAreaBottom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07" name="Freeform 2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9240" y="1849320"/>
              <a:ext cx="114120" cy="107640"/>
            </a:xfrm>
            <a:custGeom>
              <a:avLst/>
              <a:gdLst>
                <a:gd name="textAreaLeft" fmla="*/ 0 w 114120"/>
                <a:gd name="textAreaRight" fmla="*/ 114480 w 114120"/>
                <a:gd name="textAreaTop" fmla="*/ 0 h 107640"/>
                <a:gd name="textAreaBottom" fmla="*/ 108000 h 107640"/>
              </a:gdLst>
              <a:ahLst/>
              <a:rect l="textAreaLeft" t="textAreaTop" r="textAreaRight" b="textAreaBottom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08" name="Rectangle 2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7600" y="4662360"/>
              <a:ext cx="23400" cy="218088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09" name="Freeform 2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7960" y="5041800"/>
              <a:ext cx="369360" cy="180144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801440"/>
                <a:gd name="textAreaBottom" fmla="*/ 1801800 h 1801440"/>
              </a:gdLst>
              <a:ahLst/>
              <a:rect l="textAreaLeft" t="textAreaTop" r="textAreaRight" b="textAreaBottom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10" name="Freeform 2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6600" y="4481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11" name="Freeform 2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5627520"/>
              <a:ext cx="85320" cy="1215720"/>
            </a:xfrm>
            <a:custGeom>
              <a:avLst/>
              <a:gdLst>
                <a:gd name="textAreaLeft" fmla="*/ 0 w 85320"/>
                <a:gd name="textAreaRight" fmla="*/ 85680 w 85320"/>
                <a:gd name="textAreaTop" fmla="*/ 0 h 1215720"/>
                <a:gd name="textAreaBottom" fmla="*/ 1216080 h 1215720"/>
              </a:gdLst>
              <a:ahLst/>
              <a:rect l="textAreaLeft" t="textAreaTop" r="textAreaRight" b="textAreaBottom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12" name="Freeform 2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1440" y="48672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13" name="Freeform 2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4000" y="5423040"/>
              <a:ext cx="374400" cy="1425240"/>
            </a:xfrm>
            <a:custGeom>
              <a:avLst/>
              <a:gdLst>
                <a:gd name="textAreaLeft" fmla="*/ 0 w 374400"/>
                <a:gd name="textAreaRight" fmla="*/ 374760 w 374400"/>
                <a:gd name="textAreaTop" fmla="*/ 0 h 1425240"/>
                <a:gd name="textAreaBottom" fmla="*/ 1425600 h 1425240"/>
              </a:gdLst>
              <a:ahLst/>
              <a:rect l="textAreaLeft" t="textAreaTop" r="textAreaRight" b="textAreaBottom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14" name="Freeform 2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84280" y="5945040"/>
              <a:ext cx="151920" cy="9126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12600"/>
                <a:gd name="textAreaBottom" fmla="*/ 912960 h 912600"/>
              </a:gdLst>
              <a:ahLst/>
              <a:rect l="textAreaLeft" t="textAreaTop" r="textAreaRight" b="textAreaBottom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15" name="Freeform 2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27120" y="5246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16" name="Freeform 2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27120" y="57643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17" name="Freeform 3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84360" y="6330960"/>
              <a:ext cx="417240" cy="517320"/>
            </a:xfrm>
            <a:custGeom>
              <a:avLst/>
              <a:gdLst>
                <a:gd name="textAreaLeft" fmla="*/ 0 w 417240"/>
                <a:gd name="textAreaRight" fmla="*/ 417600 w 417240"/>
                <a:gd name="textAreaTop" fmla="*/ 0 h 517320"/>
                <a:gd name="textAreaBottom" fmla="*/ 517680 h 517320"/>
              </a:gdLst>
              <a:ahLst/>
              <a:rect l="textAreaLeft" t="textAreaTop" r="textAreaRight" b="textAreaBottom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18" name="Freeform 3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63800" y="6221520"/>
              <a:ext cx="156960" cy="14724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47240"/>
                <a:gd name="textAreaBottom" fmla="*/ 147600 h 147240"/>
              </a:gdLst>
              <a:ahLst/>
              <a:rect l="textAreaLeft" t="textAreaTop" r="textAreaRight" b="textAreaBottom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</p:grpSp>
      <p:grpSp>
        <p:nvGrpSpPr>
          <p:cNvPr id="1319" name="Group 4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64840" y="0"/>
            <a:ext cx="674280" cy="6848280"/>
            <a:chOff x="11364840" y="0"/>
            <a:chExt cx="674280" cy="6848280"/>
          </a:xfrm>
        </p:grpSpPr>
        <p:sp>
          <p:nvSpPr>
            <p:cNvPr id="1320" name="Freeform 3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484000" y="0"/>
              <a:ext cx="417240" cy="512280"/>
            </a:xfrm>
            <a:custGeom>
              <a:avLst/>
              <a:gdLst>
                <a:gd name="textAreaLeft" fmla="*/ 0 w 417240"/>
                <a:gd name="textAreaRight" fmla="*/ 417600 w 417240"/>
                <a:gd name="textAreaTop" fmla="*/ 0 h 512280"/>
                <a:gd name="textAreaBottom" fmla="*/ 512640 h 512280"/>
              </a:gdLst>
              <a:ahLst/>
              <a:rect l="textAreaLeft" t="textAreaTop" r="textAreaRight" b="textAreaBottom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21" name="Freeform 3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364840" y="474840"/>
              <a:ext cx="156960" cy="15192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51920"/>
                <a:gd name="textAreaBottom" fmla="*/ 152280 h 151920"/>
              </a:gdLst>
              <a:ahLst/>
              <a:rect l="textAreaLeft" t="textAreaTop" r="textAreaRight" b="textAreaBottom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22" name="Freeform 3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1600" y="1539720"/>
              <a:ext cx="188640" cy="1900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23" name="Freeform 3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531520" y="5694480"/>
              <a:ext cx="298080" cy="1153800"/>
            </a:xfrm>
            <a:custGeom>
              <a:avLst/>
              <a:gdLst>
                <a:gd name="textAreaLeft" fmla="*/ 0 w 298080"/>
                <a:gd name="textAreaRight" fmla="*/ 298440 w 298080"/>
                <a:gd name="textAreaTop" fmla="*/ 0 h 1153800"/>
                <a:gd name="textAreaBottom" fmla="*/ 1154160 h 1153800"/>
              </a:gdLst>
              <a:ahLst/>
              <a:rect l="textAreaLeft" t="textAreaTop" r="textAreaRight" b="textAreaBottom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24" name="Freeform 3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773080" y="5551560"/>
              <a:ext cx="156960" cy="15516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55160"/>
                <a:gd name="textAreaBottom" fmla="*/ 155520 h 155160"/>
              </a:gdLst>
              <a:ahLst/>
              <a:rect l="textAreaLeft" t="textAreaTop" r="textAreaRight" b="textAreaBottom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25" name="Freeform 3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711160" y="4680"/>
              <a:ext cx="304560" cy="154440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544400"/>
                <a:gd name="textAreaBottom" fmla="*/ 1544760 h 1544400"/>
              </a:gdLst>
              <a:ahLst/>
              <a:rect l="textAreaLeft" t="textAreaTop" r="textAreaRight" b="textAreaBottom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26" name="Freeform 3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6280" y="4867200"/>
              <a:ext cx="188640" cy="18864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27" name="Freeform 3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441160" y="5046840"/>
              <a:ext cx="307440" cy="1801440"/>
            </a:xfrm>
            <a:custGeom>
              <a:avLst/>
              <a:gdLst>
                <a:gd name="textAreaLeft" fmla="*/ 0 w 307440"/>
                <a:gd name="textAreaRight" fmla="*/ 307800 w 307440"/>
                <a:gd name="textAreaTop" fmla="*/ 0 h 1801440"/>
                <a:gd name="textAreaBottom" fmla="*/ 1801800 h 1801440"/>
              </a:gdLst>
              <a:ahLst/>
              <a:rect l="textAreaLeft" t="textAreaTop" r="textAreaRight" b="textAreaBottom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28" name="Freeform 4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849040" y="641664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29" name="Rectangle 4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939760" y="6595920"/>
              <a:ext cx="23400" cy="25200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</p:grpSp>
      <p:pic>
        <p:nvPicPr>
          <p:cNvPr id="1330" name="" descr=""/>
          <p:cNvPicPr/>
          <p:nvPr/>
        </p:nvPicPr>
        <p:blipFill>
          <a:blip r:embed="rId2"/>
          <a:stretch/>
        </p:blipFill>
        <p:spPr>
          <a:xfrm>
            <a:off x="-5040" y="9720"/>
            <a:ext cx="1219140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a7a7a7"/>
            </a:gs>
          </a:gsLst>
          <a:lin ang="504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31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solidFill>
              <a:srgbClr val="3465a4"/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w Cen MT"/>
            </a:endParaRPr>
          </a:p>
        </p:txBody>
      </p:sp>
      <p:pic>
        <p:nvPicPr>
          <p:cNvPr id="1332" name="Picture 2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1">
            <a:alphaModFix amt="30000"/>
          </a:blip>
          <a:stretch/>
        </p:blipFill>
        <p:spPr>
          <a:xfrm>
            <a:off x="5377320" y="-1790280"/>
            <a:ext cx="12191760" cy="6857640"/>
          </a:xfrm>
          <a:prstGeom prst="rect">
            <a:avLst/>
          </a:prstGeom>
          <a:ln w="0">
            <a:solidFill>
              <a:srgbClr val="3465a4"/>
            </a:solidFill>
            <a:prstDash val="lgDash"/>
          </a:ln>
        </p:spPr>
      </p:pic>
      <p:grpSp>
        <p:nvGrpSpPr>
          <p:cNvPr id="1333" name="Group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20760" cy="6857640"/>
            <a:chOff x="0" y="0"/>
            <a:chExt cx="1220760" cy="6857640"/>
          </a:xfrm>
        </p:grpSpPr>
        <p:sp>
          <p:nvSpPr>
            <p:cNvPr id="1334" name="Rectangle 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28520" y="4680"/>
              <a:ext cx="23400" cy="218088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35" name="Freeform 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7520" y="217656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36" name="Freeform 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2840" y="40212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37" name="Freeform 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4200" y="4680"/>
              <a:ext cx="369360" cy="181080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810800"/>
                <a:gd name="textAreaBottom" fmla="*/ 1811160 h 1810800"/>
              </a:gdLst>
              <a:ahLst/>
              <a:rect l="textAreaLeft" t="textAreaTop" r="textAreaRight" b="textAreaBottom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38" name="Freeform 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17680" y="18018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39" name="Freeform 1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99880" y="4680"/>
              <a:ext cx="369360" cy="142992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429920"/>
                <a:gd name="textAreaBottom" fmla="*/ 1430280 h 1429920"/>
              </a:gdLst>
              <a:ahLst/>
              <a:rect l="textAreaLeft" t="textAreaTop" r="textAreaRight" b="textAreaBottom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40" name="Freeform 1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60520" y="0"/>
              <a:ext cx="151920" cy="9126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12600"/>
                <a:gd name="textAreaBottom" fmla="*/ 912960 h 912600"/>
              </a:gdLst>
              <a:ahLst/>
              <a:rect l="textAreaLeft" t="textAreaTop" r="textAreaRight" b="textAreaBottom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41" name="Freeform 1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3360" y="14209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42" name="Freeform 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3360" y="9032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43" name="Freeform 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5560" y="0"/>
              <a:ext cx="421920" cy="52668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526680"/>
                <a:gd name="textAreaBottom" fmla="*/ 527040 h 526680"/>
              </a:gdLst>
              <a:ahLst/>
              <a:rect l="textAreaLeft" t="textAreaTop" r="textAreaRight" b="textAreaBottom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44" name="Freeform 1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35000" y="488880"/>
              <a:ext cx="161640" cy="147240"/>
            </a:xfrm>
            <a:custGeom>
              <a:avLst/>
              <a:gdLst>
                <a:gd name="textAreaLeft" fmla="*/ 0 w 161640"/>
                <a:gd name="textAreaRight" fmla="*/ 162000 w 161640"/>
                <a:gd name="textAreaTop" fmla="*/ 0 h 147240"/>
                <a:gd name="textAreaBottom" fmla="*/ 147600 h 147240"/>
              </a:gdLst>
              <a:ahLst/>
              <a:rect l="textAreaLeft" t="textAreaTop" r="textAreaRight" b="textAreaBottom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45" name="Line 1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60" y="9360"/>
              <a:ext cx="360" cy="360"/>
            </a:xfrm>
            <a:prstGeom prst="line">
              <a:avLst/>
            </a:prstGeom>
            <a:ln w="15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46" name="Freeform 1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760" y="1801800"/>
              <a:ext cx="123480" cy="126720"/>
            </a:xfrm>
            <a:custGeom>
              <a:avLst/>
              <a:gdLst>
                <a:gd name="textAreaLeft" fmla="*/ 0 w 123480"/>
                <a:gd name="textAreaRight" fmla="*/ 123840 w 123480"/>
                <a:gd name="textAreaTop" fmla="*/ 0 h 126720"/>
                <a:gd name="textAreaBottom" fmla="*/ 127080 h 126720"/>
              </a:gdLst>
              <a:ahLst/>
              <a:rect l="textAreaLeft" t="textAreaTop" r="textAreaRight" b="textAreaBottom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47" name="Freeform 1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680" y="3549600"/>
              <a:ext cx="147240" cy="480600"/>
            </a:xfrm>
            <a:custGeom>
              <a:avLst/>
              <a:gdLst>
                <a:gd name="textAreaLeft" fmla="*/ 0 w 147240"/>
                <a:gd name="textAreaRight" fmla="*/ 147600 w 147240"/>
                <a:gd name="textAreaTop" fmla="*/ 0 h 480600"/>
                <a:gd name="textAreaBottom" fmla="*/ 480960 h 480600"/>
              </a:gdLst>
              <a:ahLst/>
              <a:rect l="textAreaLeft" t="textAreaTop" r="textAreaRight" b="textAreaBottom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48" name="Freeform 1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920" y="1382760"/>
              <a:ext cx="142560" cy="475920"/>
            </a:xfrm>
            <a:custGeom>
              <a:avLst/>
              <a:gdLst>
                <a:gd name="textAreaLeft" fmla="*/ 0 w 142560"/>
                <a:gd name="textAreaRight" fmla="*/ 142920 w 142560"/>
                <a:gd name="textAreaTop" fmla="*/ 0 h 475920"/>
                <a:gd name="textAreaBottom" fmla="*/ 476280 h 475920"/>
              </a:gdLst>
              <a:ahLst/>
              <a:rect l="textAreaLeft" t="textAreaTop" r="textAreaRight" b="textAreaBottom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49" name="Freeform 2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9240" y="1849320"/>
              <a:ext cx="114120" cy="107640"/>
            </a:xfrm>
            <a:custGeom>
              <a:avLst/>
              <a:gdLst>
                <a:gd name="textAreaLeft" fmla="*/ 0 w 114120"/>
                <a:gd name="textAreaRight" fmla="*/ 114480 w 114120"/>
                <a:gd name="textAreaTop" fmla="*/ 0 h 107640"/>
                <a:gd name="textAreaBottom" fmla="*/ 108000 h 107640"/>
              </a:gdLst>
              <a:ahLst/>
              <a:rect l="textAreaLeft" t="textAreaTop" r="textAreaRight" b="textAreaBottom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50" name="Rectangle 2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7600" y="4662360"/>
              <a:ext cx="23400" cy="218088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51" name="Freeform 2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7960" y="5041800"/>
              <a:ext cx="369360" cy="180144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801440"/>
                <a:gd name="textAreaBottom" fmla="*/ 1801800 h 1801440"/>
              </a:gdLst>
              <a:ahLst/>
              <a:rect l="textAreaLeft" t="textAreaTop" r="textAreaRight" b="textAreaBottom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52" name="Freeform 2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6600" y="4481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53" name="Freeform 2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5627520"/>
              <a:ext cx="85320" cy="1215720"/>
            </a:xfrm>
            <a:custGeom>
              <a:avLst/>
              <a:gdLst>
                <a:gd name="textAreaLeft" fmla="*/ 0 w 85320"/>
                <a:gd name="textAreaRight" fmla="*/ 85680 w 85320"/>
                <a:gd name="textAreaTop" fmla="*/ 0 h 1215720"/>
                <a:gd name="textAreaBottom" fmla="*/ 1216080 h 1215720"/>
              </a:gdLst>
              <a:ahLst/>
              <a:rect l="textAreaLeft" t="textAreaTop" r="textAreaRight" b="textAreaBottom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54" name="Freeform 2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1440" y="48672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55" name="Freeform 2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4000" y="5423040"/>
              <a:ext cx="374400" cy="1425240"/>
            </a:xfrm>
            <a:custGeom>
              <a:avLst/>
              <a:gdLst>
                <a:gd name="textAreaLeft" fmla="*/ 0 w 374400"/>
                <a:gd name="textAreaRight" fmla="*/ 374760 w 374400"/>
                <a:gd name="textAreaTop" fmla="*/ 0 h 1425240"/>
                <a:gd name="textAreaBottom" fmla="*/ 1425600 h 1425240"/>
              </a:gdLst>
              <a:ahLst/>
              <a:rect l="textAreaLeft" t="textAreaTop" r="textAreaRight" b="textAreaBottom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56" name="Freeform 2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84280" y="5945040"/>
              <a:ext cx="151920" cy="9126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12600"/>
                <a:gd name="textAreaBottom" fmla="*/ 912960 h 912600"/>
              </a:gdLst>
              <a:ahLst/>
              <a:rect l="textAreaLeft" t="textAreaTop" r="textAreaRight" b="textAreaBottom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57" name="Freeform 2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27120" y="5246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58" name="Freeform 2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27120" y="57643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59" name="Freeform 3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84360" y="6330960"/>
              <a:ext cx="417240" cy="517320"/>
            </a:xfrm>
            <a:custGeom>
              <a:avLst/>
              <a:gdLst>
                <a:gd name="textAreaLeft" fmla="*/ 0 w 417240"/>
                <a:gd name="textAreaRight" fmla="*/ 417600 w 417240"/>
                <a:gd name="textAreaTop" fmla="*/ 0 h 517320"/>
                <a:gd name="textAreaBottom" fmla="*/ 517680 h 517320"/>
              </a:gdLst>
              <a:ahLst/>
              <a:rect l="textAreaLeft" t="textAreaTop" r="textAreaRight" b="textAreaBottom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60" name="Freeform 3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63800" y="6221520"/>
              <a:ext cx="156960" cy="14724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47240"/>
                <a:gd name="textAreaBottom" fmla="*/ 147600 h 147240"/>
              </a:gdLst>
              <a:ahLst/>
              <a:rect l="textAreaLeft" t="textAreaTop" r="textAreaRight" b="textAreaBottom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</p:grpSp>
      <p:grpSp>
        <p:nvGrpSpPr>
          <p:cNvPr id="1361" name="Group 4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64840" y="0"/>
            <a:ext cx="674280" cy="6848280"/>
            <a:chOff x="11364840" y="0"/>
            <a:chExt cx="674280" cy="6848280"/>
          </a:xfrm>
        </p:grpSpPr>
        <p:sp>
          <p:nvSpPr>
            <p:cNvPr id="1362" name="Freeform 3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484000" y="0"/>
              <a:ext cx="417240" cy="512280"/>
            </a:xfrm>
            <a:custGeom>
              <a:avLst/>
              <a:gdLst>
                <a:gd name="textAreaLeft" fmla="*/ 0 w 417240"/>
                <a:gd name="textAreaRight" fmla="*/ 417600 w 417240"/>
                <a:gd name="textAreaTop" fmla="*/ 0 h 512280"/>
                <a:gd name="textAreaBottom" fmla="*/ 512640 h 512280"/>
              </a:gdLst>
              <a:ahLst/>
              <a:rect l="textAreaLeft" t="textAreaTop" r="textAreaRight" b="textAreaBottom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63" name="Freeform 3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364840" y="474840"/>
              <a:ext cx="156960" cy="15192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51920"/>
                <a:gd name="textAreaBottom" fmla="*/ 152280 h 151920"/>
              </a:gdLst>
              <a:ahLst/>
              <a:rect l="textAreaLeft" t="textAreaTop" r="textAreaRight" b="textAreaBottom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64" name="Freeform 3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1600" y="1539720"/>
              <a:ext cx="188640" cy="1900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65" name="Freeform 3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531520" y="5694480"/>
              <a:ext cx="298080" cy="1153800"/>
            </a:xfrm>
            <a:custGeom>
              <a:avLst/>
              <a:gdLst>
                <a:gd name="textAreaLeft" fmla="*/ 0 w 298080"/>
                <a:gd name="textAreaRight" fmla="*/ 298440 w 298080"/>
                <a:gd name="textAreaTop" fmla="*/ 0 h 1153800"/>
                <a:gd name="textAreaBottom" fmla="*/ 1154160 h 1153800"/>
              </a:gdLst>
              <a:ahLst/>
              <a:rect l="textAreaLeft" t="textAreaTop" r="textAreaRight" b="textAreaBottom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66" name="Freeform 3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773080" y="5551560"/>
              <a:ext cx="156960" cy="15516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55160"/>
                <a:gd name="textAreaBottom" fmla="*/ 155520 h 155160"/>
              </a:gdLst>
              <a:ahLst/>
              <a:rect l="textAreaLeft" t="textAreaTop" r="textAreaRight" b="textAreaBottom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67" name="Freeform 3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711160" y="4680"/>
              <a:ext cx="304560" cy="154440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544400"/>
                <a:gd name="textAreaBottom" fmla="*/ 1544760 h 1544400"/>
              </a:gdLst>
              <a:ahLst/>
              <a:rect l="textAreaLeft" t="textAreaTop" r="textAreaRight" b="textAreaBottom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68" name="Freeform 3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6280" y="4867200"/>
              <a:ext cx="188640" cy="18864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69" name="Freeform 3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441160" y="5046840"/>
              <a:ext cx="307440" cy="1801440"/>
            </a:xfrm>
            <a:custGeom>
              <a:avLst/>
              <a:gdLst>
                <a:gd name="textAreaLeft" fmla="*/ 0 w 307440"/>
                <a:gd name="textAreaRight" fmla="*/ 307800 w 307440"/>
                <a:gd name="textAreaTop" fmla="*/ 0 h 1801440"/>
                <a:gd name="textAreaBottom" fmla="*/ 1801800 h 1801440"/>
              </a:gdLst>
              <a:ahLst/>
              <a:rect l="textAreaLeft" t="textAreaTop" r="textAreaRight" b="textAreaBottom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70" name="Freeform 4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849040" y="641664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71" name="Rectangle 4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939760" y="6595920"/>
              <a:ext cx="23400" cy="25200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</p:grpSp>
      <p:pic>
        <p:nvPicPr>
          <p:cNvPr id="1372" name="" descr=""/>
          <p:cNvPicPr/>
          <p:nvPr/>
        </p:nvPicPr>
        <p:blipFill>
          <a:blip r:embed="rId2"/>
          <a:stretch/>
        </p:blipFill>
        <p:spPr>
          <a:xfrm>
            <a:off x="0" y="360"/>
            <a:ext cx="4076280" cy="6857640"/>
          </a:xfrm>
          <a:prstGeom prst="rect">
            <a:avLst/>
          </a:prstGeom>
          <a:ln w="0">
            <a:noFill/>
          </a:ln>
        </p:spPr>
      </p:pic>
      <p:pic>
        <p:nvPicPr>
          <p:cNvPr id="1373" name="" descr=""/>
          <p:cNvPicPr/>
          <p:nvPr/>
        </p:nvPicPr>
        <p:blipFill>
          <a:blip r:embed="rId3"/>
          <a:stretch/>
        </p:blipFill>
        <p:spPr>
          <a:xfrm>
            <a:off x="6071400" y="0"/>
            <a:ext cx="6120360" cy="6857640"/>
          </a:xfrm>
          <a:prstGeom prst="rect">
            <a:avLst/>
          </a:prstGeom>
          <a:ln w="0">
            <a:noFill/>
          </a:ln>
        </p:spPr>
      </p:pic>
      <p:sp>
        <p:nvSpPr>
          <p:cNvPr id="1374" name=""/>
          <p:cNvSpPr/>
          <p:nvPr/>
        </p:nvSpPr>
        <p:spPr>
          <a:xfrm flipV="1">
            <a:off x="3886200" y="228600"/>
            <a:ext cx="5715000" cy="1828800"/>
          </a:xfrm>
          <a:prstGeom prst="line">
            <a:avLst/>
          </a:prstGeom>
          <a:ln w="38160">
            <a:solidFill>
              <a:srgbClr val="2a6099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a7a7a7"/>
            </a:gs>
          </a:gsLst>
          <a:lin ang="504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75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w Cen MT"/>
            </a:endParaRPr>
          </a:p>
        </p:txBody>
      </p:sp>
      <p:pic>
        <p:nvPicPr>
          <p:cNvPr id="1376" name="Picture 2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1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grpSp>
        <p:nvGrpSpPr>
          <p:cNvPr id="1377" name="Group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20760" cy="6857640"/>
            <a:chOff x="0" y="0"/>
            <a:chExt cx="1220760" cy="6857640"/>
          </a:xfrm>
        </p:grpSpPr>
        <p:sp>
          <p:nvSpPr>
            <p:cNvPr id="1378" name="Rectangle 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28520" y="4680"/>
              <a:ext cx="23400" cy="218088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79" name="Freeform 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7520" y="217656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80" name="Freeform 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2840" y="40212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81" name="Freeform 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4200" y="4680"/>
              <a:ext cx="369360" cy="181080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810800"/>
                <a:gd name="textAreaBottom" fmla="*/ 1811160 h 1810800"/>
              </a:gdLst>
              <a:ahLst/>
              <a:rect l="textAreaLeft" t="textAreaTop" r="textAreaRight" b="textAreaBottom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82" name="Freeform 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17680" y="18018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83" name="Freeform 1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99880" y="4680"/>
              <a:ext cx="369360" cy="142992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429920"/>
                <a:gd name="textAreaBottom" fmla="*/ 1430280 h 1429920"/>
              </a:gdLst>
              <a:ahLst/>
              <a:rect l="textAreaLeft" t="textAreaTop" r="textAreaRight" b="textAreaBottom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84" name="Freeform 1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60520" y="0"/>
              <a:ext cx="151920" cy="9126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12600"/>
                <a:gd name="textAreaBottom" fmla="*/ 912960 h 912600"/>
              </a:gdLst>
              <a:ahLst/>
              <a:rect l="textAreaLeft" t="textAreaTop" r="textAreaRight" b="textAreaBottom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85" name="Freeform 1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3360" y="14209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86" name="Freeform 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3360" y="9032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87" name="Freeform 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5560" y="0"/>
              <a:ext cx="421920" cy="52668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526680"/>
                <a:gd name="textAreaBottom" fmla="*/ 527040 h 526680"/>
              </a:gdLst>
              <a:ahLst/>
              <a:rect l="textAreaLeft" t="textAreaTop" r="textAreaRight" b="textAreaBottom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88" name="Freeform 1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35000" y="488880"/>
              <a:ext cx="161640" cy="147240"/>
            </a:xfrm>
            <a:custGeom>
              <a:avLst/>
              <a:gdLst>
                <a:gd name="textAreaLeft" fmla="*/ 0 w 161640"/>
                <a:gd name="textAreaRight" fmla="*/ 162000 w 161640"/>
                <a:gd name="textAreaTop" fmla="*/ 0 h 147240"/>
                <a:gd name="textAreaBottom" fmla="*/ 147600 h 147240"/>
              </a:gdLst>
              <a:ahLst/>
              <a:rect l="textAreaLeft" t="textAreaTop" r="textAreaRight" b="textAreaBottom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89" name="Line 1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60" y="9360"/>
              <a:ext cx="360" cy="360"/>
            </a:xfrm>
            <a:prstGeom prst="line">
              <a:avLst/>
            </a:prstGeom>
            <a:ln w="15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90" name="Freeform 1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760" y="1801800"/>
              <a:ext cx="123480" cy="126720"/>
            </a:xfrm>
            <a:custGeom>
              <a:avLst/>
              <a:gdLst>
                <a:gd name="textAreaLeft" fmla="*/ 0 w 123480"/>
                <a:gd name="textAreaRight" fmla="*/ 123840 w 123480"/>
                <a:gd name="textAreaTop" fmla="*/ 0 h 126720"/>
                <a:gd name="textAreaBottom" fmla="*/ 127080 h 126720"/>
              </a:gdLst>
              <a:ahLst/>
              <a:rect l="textAreaLeft" t="textAreaTop" r="textAreaRight" b="textAreaBottom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91" name="Freeform 1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680" y="3549600"/>
              <a:ext cx="147240" cy="480600"/>
            </a:xfrm>
            <a:custGeom>
              <a:avLst/>
              <a:gdLst>
                <a:gd name="textAreaLeft" fmla="*/ 0 w 147240"/>
                <a:gd name="textAreaRight" fmla="*/ 147600 w 147240"/>
                <a:gd name="textAreaTop" fmla="*/ 0 h 480600"/>
                <a:gd name="textAreaBottom" fmla="*/ 480960 h 480600"/>
              </a:gdLst>
              <a:ahLst/>
              <a:rect l="textAreaLeft" t="textAreaTop" r="textAreaRight" b="textAreaBottom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92" name="Freeform 1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920" y="1382760"/>
              <a:ext cx="142560" cy="475920"/>
            </a:xfrm>
            <a:custGeom>
              <a:avLst/>
              <a:gdLst>
                <a:gd name="textAreaLeft" fmla="*/ 0 w 142560"/>
                <a:gd name="textAreaRight" fmla="*/ 142920 w 142560"/>
                <a:gd name="textAreaTop" fmla="*/ 0 h 475920"/>
                <a:gd name="textAreaBottom" fmla="*/ 476280 h 475920"/>
              </a:gdLst>
              <a:ahLst/>
              <a:rect l="textAreaLeft" t="textAreaTop" r="textAreaRight" b="textAreaBottom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93" name="Freeform 2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9240" y="1849320"/>
              <a:ext cx="114120" cy="107640"/>
            </a:xfrm>
            <a:custGeom>
              <a:avLst/>
              <a:gdLst>
                <a:gd name="textAreaLeft" fmla="*/ 0 w 114120"/>
                <a:gd name="textAreaRight" fmla="*/ 114480 w 114120"/>
                <a:gd name="textAreaTop" fmla="*/ 0 h 107640"/>
                <a:gd name="textAreaBottom" fmla="*/ 108000 h 107640"/>
              </a:gdLst>
              <a:ahLst/>
              <a:rect l="textAreaLeft" t="textAreaTop" r="textAreaRight" b="textAreaBottom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94" name="Rectangle 2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7600" y="4662360"/>
              <a:ext cx="23400" cy="218088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95" name="Freeform 2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7960" y="5041800"/>
              <a:ext cx="369360" cy="180144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801440"/>
                <a:gd name="textAreaBottom" fmla="*/ 1801800 h 1801440"/>
              </a:gdLst>
              <a:ahLst/>
              <a:rect l="textAreaLeft" t="textAreaTop" r="textAreaRight" b="textAreaBottom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96" name="Freeform 2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6600" y="4481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97" name="Freeform 2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5627520"/>
              <a:ext cx="85320" cy="1215720"/>
            </a:xfrm>
            <a:custGeom>
              <a:avLst/>
              <a:gdLst>
                <a:gd name="textAreaLeft" fmla="*/ 0 w 85320"/>
                <a:gd name="textAreaRight" fmla="*/ 85680 w 85320"/>
                <a:gd name="textAreaTop" fmla="*/ 0 h 1215720"/>
                <a:gd name="textAreaBottom" fmla="*/ 1216080 h 1215720"/>
              </a:gdLst>
              <a:ahLst/>
              <a:rect l="textAreaLeft" t="textAreaTop" r="textAreaRight" b="textAreaBottom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98" name="Freeform 2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1440" y="48672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399" name="Freeform 2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4000" y="5423040"/>
              <a:ext cx="374400" cy="1425240"/>
            </a:xfrm>
            <a:custGeom>
              <a:avLst/>
              <a:gdLst>
                <a:gd name="textAreaLeft" fmla="*/ 0 w 374400"/>
                <a:gd name="textAreaRight" fmla="*/ 374760 w 374400"/>
                <a:gd name="textAreaTop" fmla="*/ 0 h 1425240"/>
                <a:gd name="textAreaBottom" fmla="*/ 1425600 h 1425240"/>
              </a:gdLst>
              <a:ahLst/>
              <a:rect l="textAreaLeft" t="textAreaTop" r="textAreaRight" b="textAreaBottom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400" name="Freeform 2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84280" y="5945040"/>
              <a:ext cx="151920" cy="9126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12600"/>
                <a:gd name="textAreaBottom" fmla="*/ 912960 h 912600"/>
              </a:gdLst>
              <a:ahLst/>
              <a:rect l="textAreaLeft" t="textAreaTop" r="textAreaRight" b="textAreaBottom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401" name="Freeform 2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27120" y="5246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402" name="Freeform 2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27120" y="57643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403" name="Freeform 3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84360" y="6330960"/>
              <a:ext cx="417240" cy="517320"/>
            </a:xfrm>
            <a:custGeom>
              <a:avLst/>
              <a:gdLst>
                <a:gd name="textAreaLeft" fmla="*/ 0 w 417240"/>
                <a:gd name="textAreaRight" fmla="*/ 417600 w 417240"/>
                <a:gd name="textAreaTop" fmla="*/ 0 h 517320"/>
                <a:gd name="textAreaBottom" fmla="*/ 517680 h 517320"/>
              </a:gdLst>
              <a:ahLst/>
              <a:rect l="textAreaLeft" t="textAreaTop" r="textAreaRight" b="textAreaBottom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404" name="Freeform 3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63800" y="6221520"/>
              <a:ext cx="156960" cy="14724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47240"/>
                <a:gd name="textAreaBottom" fmla="*/ 147600 h 147240"/>
              </a:gdLst>
              <a:ahLst/>
              <a:rect l="textAreaLeft" t="textAreaTop" r="textAreaRight" b="textAreaBottom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</p:grpSp>
      <p:grpSp>
        <p:nvGrpSpPr>
          <p:cNvPr id="1405" name="Group 4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64840" y="0"/>
            <a:ext cx="674280" cy="6848280"/>
            <a:chOff x="11364840" y="0"/>
            <a:chExt cx="674280" cy="6848280"/>
          </a:xfrm>
        </p:grpSpPr>
        <p:sp>
          <p:nvSpPr>
            <p:cNvPr id="1406" name="Freeform 3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484000" y="0"/>
              <a:ext cx="417240" cy="512280"/>
            </a:xfrm>
            <a:custGeom>
              <a:avLst/>
              <a:gdLst>
                <a:gd name="textAreaLeft" fmla="*/ 0 w 417240"/>
                <a:gd name="textAreaRight" fmla="*/ 417600 w 417240"/>
                <a:gd name="textAreaTop" fmla="*/ 0 h 512280"/>
                <a:gd name="textAreaBottom" fmla="*/ 512640 h 512280"/>
              </a:gdLst>
              <a:ahLst/>
              <a:rect l="textAreaLeft" t="textAreaTop" r="textAreaRight" b="textAreaBottom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407" name="Freeform 3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364840" y="474840"/>
              <a:ext cx="156960" cy="15192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51920"/>
                <a:gd name="textAreaBottom" fmla="*/ 152280 h 151920"/>
              </a:gdLst>
              <a:ahLst/>
              <a:rect l="textAreaLeft" t="textAreaTop" r="textAreaRight" b="textAreaBottom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408" name="Freeform 3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1600" y="1539720"/>
              <a:ext cx="188640" cy="1900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409" name="Freeform 3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531520" y="5694480"/>
              <a:ext cx="298080" cy="1153800"/>
            </a:xfrm>
            <a:custGeom>
              <a:avLst/>
              <a:gdLst>
                <a:gd name="textAreaLeft" fmla="*/ 0 w 298080"/>
                <a:gd name="textAreaRight" fmla="*/ 298440 w 298080"/>
                <a:gd name="textAreaTop" fmla="*/ 0 h 1153800"/>
                <a:gd name="textAreaBottom" fmla="*/ 1154160 h 1153800"/>
              </a:gdLst>
              <a:ahLst/>
              <a:rect l="textAreaLeft" t="textAreaTop" r="textAreaRight" b="textAreaBottom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410" name="Freeform 3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773080" y="5551560"/>
              <a:ext cx="156960" cy="15516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55160"/>
                <a:gd name="textAreaBottom" fmla="*/ 155520 h 155160"/>
              </a:gdLst>
              <a:ahLst/>
              <a:rect l="textAreaLeft" t="textAreaTop" r="textAreaRight" b="textAreaBottom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411" name="Freeform 3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711160" y="4680"/>
              <a:ext cx="304560" cy="154440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544400"/>
                <a:gd name="textAreaBottom" fmla="*/ 1544760 h 1544400"/>
              </a:gdLst>
              <a:ahLst/>
              <a:rect l="textAreaLeft" t="textAreaTop" r="textAreaRight" b="textAreaBottom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412" name="Freeform 3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6280" y="4867200"/>
              <a:ext cx="188640" cy="18864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413" name="Freeform 3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441160" y="5046840"/>
              <a:ext cx="307440" cy="1801440"/>
            </a:xfrm>
            <a:custGeom>
              <a:avLst/>
              <a:gdLst>
                <a:gd name="textAreaLeft" fmla="*/ 0 w 307440"/>
                <a:gd name="textAreaRight" fmla="*/ 307800 w 307440"/>
                <a:gd name="textAreaTop" fmla="*/ 0 h 1801440"/>
                <a:gd name="textAreaBottom" fmla="*/ 1801800 h 1801440"/>
              </a:gdLst>
              <a:ahLst/>
              <a:rect l="textAreaLeft" t="textAreaTop" r="textAreaRight" b="textAreaBottom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414" name="Freeform 4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849040" y="641664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415" name="Rectangle 4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939760" y="6595920"/>
              <a:ext cx="23400" cy="25200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</p:grpSp>
      <p:pic>
        <p:nvPicPr>
          <p:cNvPr id="1416" name="" descr=""/>
          <p:cNvPicPr/>
          <p:nvPr/>
        </p:nvPicPr>
        <p:blipFill>
          <a:blip r:embed="rId2"/>
          <a:stretch/>
        </p:blipFill>
        <p:spPr>
          <a:xfrm>
            <a:off x="0" y="360"/>
            <a:ext cx="5581800" cy="6857640"/>
          </a:xfrm>
          <a:prstGeom prst="rect">
            <a:avLst/>
          </a:prstGeom>
          <a:ln w="0">
            <a:noFill/>
          </a:ln>
        </p:spPr>
      </p:pic>
      <p:pic>
        <p:nvPicPr>
          <p:cNvPr id="1417" name="" descr=""/>
          <p:cNvPicPr/>
          <p:nvPr/>
        </p:nvPicPr>
        <p:blipFill>
          <a:blip r:embed="rId3"/>
          <a:stretch/>
        </p:blipFill>
        <p:spPr>
          <a:xfrm>
            <a:off x="5918760" y="360"/>
            <a:ext cx="6273360" cy="6857640"/>
          </a:xfrm>
          <a:prstGeom prst="rect">
            <a:avLst/>
          </a:prstGeom>
          <a:ln w="0">
            <a:noFill/>
          </a:ln>
        </p:spPr>
      </p:pic>
      <p:pic>
        <p:nvPicPr>
          <p:cNvPr id="1418" name="Picture 15" descr="File:Cross red circle.svg"/>
          <p:cNvPicPr/>
          <p:nvPr/>
        </p:nvPicPr>
        <p:blipFill>
          <a:blip r:embed="rId4"/>
          <a:stretch/>
        </p:blipFill>
        <p:spPr>
          <a:xfrm>
            <a:off x="8677800" y="1134000"/>
            <a:ext cx="237600" cy="237600"/>
          </a:xfrm>
          <a:prstGeom prst="rect">
            <a:avLst/>
          </a:prstGeom>
          <a:ln w="0">
            <a:noFill/>
          </a:ln>
        </p:spPr>
      </p:pic>
      <p:pic>
        <p:nvPicPr>
          <p:cNvPr id="1419" name="Picture 16" descr="File:Cross red circle.svg"/>
          <p:cNvPicPr/>
          <p:nvPr/>
        </p:nvPicPr>
        <p:blipFill>
          <a:blip r:embed="rId5"/>
          <a:stretch/>
        </p:blipFill>
        <p:spPr>
          <a:xfrm>
            <a:off x="7077600" y="2734200"/>
            <a:ext cx="237600" cy="237600"/>
          </a:xfrm>
          <a:prstGeom prst="rect">
            <a:avLst/>
          </a:prstGeom>
          <a:ln w="0">
            <a:noFill/>
          </a:ln>
        </p:spPr>
      </p:pic>
      <p:pic>
        <p:nvPicPr>
          <p:cNvPr id="1420" name="Picture 17" descr="File:Cross red circle.svg"/>
          <p:cNvPicPr/>
          <p:nvPr/>
        </p:nvPicPr>
        <p:blipFill>
          <a:blip r:embed="rId6"/>
          <a:stretch/>
        </p:blipFill>
        <p:spPr>
          <a:xfrm>
            <a:off x="10287000" y="2734200"/>
            <a:ext cx="237600" cy="237600"/>
          </a:xfrm>
          <a:prstGeom prst="rect">
            <a:avLst/>
          </a:prstGeom>
          <a:ln w="0">
            <a:noFill/>
          </a:ln>
        </p:spPr>
      </p:pic>
      <p:pic>
        <p:nvPicPr>
          <p:cNvPr id="1421" name="Picture 18" descr="File:Cross red circle.svg"/>
          <p:cNvPicPr/>
          <p:nvPr/>
        </p:nvPicPr>
        <p:blipFill>
          <a:blip r:embed="rId7"/>
          <a:stretch/>
        </p:blipFill>
        <p:spPr>
          <a:xfrm>
            <a:off x="11878200" y="2743200"/>
            <a:ext cx="237600" cy="237600"/>
          </a:xfrm>
          <a:prstGeom prst="rect">
            <a:avLst/>
          </a:prstGeom>
          <a:ln w="0">
            <a:noFill/>
          </a:ln>
        </p:spPr>
      </p:pic>
      <p:pic>
        <p:nvPicPr>
          <p:cNvPr id="1422" name="Picture 19" descr="File:Cross red circle.svg"/>
          <p:cNvPicPr/>
          <p:nvPr/>
        </p:nvPicPr>
        <p:blipFill>
          <a:blip r:embed="rId8"/>
          <a:stretch/>
        </p:blipFill>
        <p:spPr>
          <a:xfrm>
            <a:off x="7086600" y="4334400"/>
            <a:ext cx="237600" cy="237600"/>
          </a:xfrm>
          <a:prstGeom prst="rect">
            <a:avLst/>
          </a:prstGeom>
          <a:ln w="0">
            <a:noFill/>
          </a:ln>
        </p:spPr>
      </p:pic>
      <p:pic>
        <p:nvPicPr>
          <p:cNvPr id="1423" name="Picture 20" descr="File:Cross red circle.svg"/>
          <p:cNvPicPr/>
          <p:nvPr/>
        </p:nvPicPr>
        <p:blipFill>
          <a:blip r:embed="rId9"/>
          <a:stretch/>
        </p:blipFill>
        <p:spPr>
          <a:xfrm>
            <a:off x="8686800" y="4334400"/>
            <a:ext cx="237600" cy="237600"/>
          </a:xfrm>
          <a:prstGeom prst="rect">
            <a:avLst/>
          </a:prstGeom>
          <a:ln w="0">
            <a:noFill/>
          </a:ln>
        </p:spPr>
      </p:pic>
      <p:pic>
        <p:nvPicPr>
          <p:cNvPr id="1424" name="Picture 21" descr="File:Cross red circle.svg"/>
          <p:cNvPicPr/>
          <p:nvPr/>
        </p:nvPicPr>
        <p:blipFill>
          <a:blip r:embed="rId10"/>
          <a:stretch/>
        </p:blipFill>
        <p:spPr>
          <a:xfrm>
            <a:off x="10278000" y="4334400"/>
            <a:ext cx="237600" cy="237600"/>
          </a:xfrm>
          <a:prstGeom prst="rect">
            <a:avLst/>
          </a:prstGeom>
          <a:ln w="0">
            <a:noFill/>
          </a:ln>
        </p:spPr>
      </p:pic>
      <p:pic>
        <p:nvPicPr>
          <p:cNvPr id="1425" name="Picture 22" descr="File:Cross red circle.svg"/>
          <p:cNvPicPr/>
          <p:nvPr/>
        </p:nvPicPr>
        <p:blipFill>
          <a:blip r:embed="rId11"/>
          <a:stretch/>
        </p:blipFill>
        <p:spPr>
          <a:xfrm>
            <a:off x="11878200" y="4343400"/>
            <a:ext cx="237600" cy="237600"/>
          </a:xfrm>
          <a:prstGeom prst="rect">
            <a:avLst/>
          </a:prstGeom>
          <a:ln w="0">
            <a:noFill/>
          </a:ln>
        </p:spPr>
      </p:pic>
      <p:pic>
        <p:nvPicPr>
          <p:cNvPr id="1426" name="Picture 23" descr="File:Cross red circle.svg"/>
          <p:cNvPicPr/>
          <p:nvPr/>
        </p:nvPicPr>
        <p:blipFill>
          <a:blip r:embed="rId12"/>
          <a:stretch/>
        </p:blipFill>
        <p:spPr>
          <a:xfrm>
            <a:off x="7077600" y="5934600"/>
            <a:ext cx="237600" cy="237600"/>
          </a:xfrm>
          <a:prstGeom prst="rect">
            <a:avLst/>
          </a:prstGeom>
          <a:ln w="0">
            <a:noFill/>
          </a:ln>
        </p:spPr>
      </p:pic>
      <p:pic>
        <p:nvPicPr>
          <p:cNvPr id="1427" name="Picture 24" descr="File:Cross red circle.svg"/>
          <p:cNvPicPr/>
          <p:nvPr/>
        </p:nvPicPr>
        <p:blipFill>
          <a:blip r:embed="rId13"/>
          <a:stretch/>
        </p:blipFill>
        <p:spPr>
          <a:xfrm>
            <a:off x="8677800" y="5943600"/>
            <a:ext cx="237600" cy="237600"/>
          </a:xfrm>
          <a:prstGeom prst="rect">
            <a:avLst/>
          </a:prstGeom>
          <a:ln w="0">
            <a:noFill/>
          </a:ln>
        </p:spPr>
      </p:pic>
      <p:pic>
        <p:nvPicPr>
          <p:cNvPr id="1428" name="Picture 25" descr="File:Cross red circle.svg"/>
          <p:cNvPicPr/>
          <p:nvPr/>
        </p:nvPicPr>
        <p:blipFill>
          <a:blip r:embed="rId14"/>
          <a:stretch/>
        </p:blipFill>
        <p:spPr>
          <a:xfrm>
            <a:off x="10278000" y="5934600"/>
            <a:ext cx="237600" cy="237600"/>
          </a:xfrm>
          <a:prstGeom prst="rect">
            <a:avLst/>
          </a:prstGeom>
          <a:ln w="0">
            <a:noFill/>
          </a:ln>
        </p:spPr>
      </p:pic>
      <p:pic>
        <p:nvPicPr>
          <p:cNvPr id="1429" name="Picture 26" descr="File:Cross red circle.svg"/>
          <p:cNvPicPr/>
          <p:nvPr/>
        </p:nvPicPr>
        <p:blipFill>
          <a:blip r:embed="rId15"/>
          <a:stretch/>
        </p:blipFill>
        <p:spPr>
          <a:xfrm>
            <a:off x="11829600" y="5934600"/>
            <a:ext cx="237600" cy="237600"/>
          </a:xfrm>
          <a:prstGeom prst="rect">
            <a:avLst/>
          </a:prstGeom>
          <a:ln w="0">
            <a:noFill/>
          </a:ln>
        </p:spPr>
      </p:pic>
      <p:pic>
        <p:nvPicPr>
          <p:cNvPr id="1430" name="Picture 27" descr="Bestand:Green check.svg"/>
          <p:cNvPicPr/>
          <p:nvPr/>
        </p:nvPicPr>
        <p:blipFill>
          <a:blip r:embed="rId16"/>
          <a:stretch/>
        </p:blipFill>
        <p:spPr>
          <a:xfrm>
            <a:off x="6941160" y="914400"/>
            <a:ext cx="374040" cy="374040"/>
          </a:xfrm>
          <a:prstGeom prst="rect">
            <a:avLst/>
          </a:prstGeom>
          <a:ln w="0">
            <a:noFill/>
          </a:ln>
        </p:spPr>
      </p:pic>
      <p:pic>
        <p:nvPicPr>
          <p:cNvPr id="1431" name="Picture 28" descr="Bestand:Green check.svg"/>
          <p:cNvPicPr/>
          <p:nvPr/>
        </p:nvPicPr>
        <p:blipFill>
          <a:blip r:embed="rId17"/>
          <a:stretch/>
        </p:blipFill>
        <p:spPr>
          <a:xfrm>
            <a:off x="11817720" y="914400"/>
            <a:ext cx="374040" cy="374040"/>
          </a:xfrm>
          <a:prstGeom prst="rect">
            <a:avLst/>
          </a:prstGeom>
          <a:ln w="0">
            <a:noFill/>
          </a:ln>
        </p:spPr>
      </p:pic>
      <p:pic>
        <p:nvPicPr>
          <p:cNvPr id="1432" name="Picture 29" descr="Bestand:Green check.svg"/>
          <p:cNvPicPr/>
          <p:nvPr/>
        </p:nvPicPr>
        <p:blipFill>
          <a:blip r:embed="rId18"/>
          <a:stretch/>
        </p:blipFill>
        <p:spPr>
          <a:xfrm>
            <a:off x="8686800" y="2514600"/>
            <a:ext cx="374040" cy="374040"/>
          </a:xfrm>
          <a:prstGeom prst="rect">
            <a:avLst/>
          </a:prstGeom>
          <a:ln w="0">
            <a:noFill/>
          </a:ln>
        </p:spPr>
      </p:pic>
      <p:pic>
        <p:nvPicPr>
          <p:cNvPr id="1433" name="Picture 30" descr="Bestand:Green check.svg"/>
          <p:cNvPicPr/>
          <p:nvPr/>
        </p:nvPicPr>
        <p:blipFill>
          <a:blip r:embed="rId19"/>
          <a:stretch/>
        </p:blipFill>
        <p:spPr>
          <a:xfrm>
            <a:off x="10287000" y="914400"/>
            <a:ext cx="374040" cy="374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600" spc="-1" strike="noStrike" cap="all">
                <a:solidFill>
                  <a:schemeClr val="dk1"/>
                </a:solidFill>
                <a:latin typeface="Tw Cen MT"/>
              </a:rPr>
              <a:t>CAVEAT</a:t>
            </a:r>
            <a:endParaRPr b="0" lang="en-US" sz="36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1435" name="PlaceHolder 2"/>
          <p:cNvSpPr>
            <a:spLocks noGrp="1"/>
          </p:cNvSpPr>
          <p:nvPr>
            <p:ph type="ftr" idx="55"/>
          </p:nvPr>
        </p:nvSpPr>
        <p:spPr>
          <a:xfrm>
            <a:off x="712800" y="-1584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1" lang="en-US" sz="1050" spc="-1" strike="noStrike" cap="all">
                <a:solidFill>
                  <a:schemeClr val="dk1">
                    <a:lumMod val="65000"/>
                    <a:lumOff val="35000"/>
                  </a:schemeClr>
                </a:solidFill>
                <a:latin typeface="Tw Cen MT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1" lang="en-US" sz="1050" spc="-1" strike="noStrike" cap="all">
                <a:solidFill>
                  <a:schemeClr val="dk1">
                    <a:lumMod val="65000"/>
                    <a:lumOff val="35000"/>
                  </a:schemeClr>
                </a:solidFill>
                <a:latin typeface="Tw Cen MT"/>
              </a:rPr>
              <a:t>https://github.com/Frederic-P/automotive_project</a:t>
            </a:r>
            <a:endParaRPr b="0" lang="en-US" sz="105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a7a7a7"/>
            </a:gs>
          </a:gsLst>
          <a:lin ang="504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36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w Cen MT"/>
            </a:endParaRPr>
          </a:p>
        </p:txBody>
      </p:sp>
      <p:pic>
        <p:nvPicPr>
          <p:cNvPr id="1437" name="Picture 2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1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grpSp>
        <p:nvGrpSpPr>
          <p:cNvPr id="1438" name="Group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20760" cy="6857640"/>
            <a:chOff x="0" y="0"/>
            <a:chExt cx="1220760" cy="6857640"/>
          </a:xfrm>
        </p:grpSpPr>
        <p:sp>
          <p:nvSpPr>
            <p:cNvPr id="1439" name="Rectangle 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28520" y="4680"/>
              <a:ext cx="23400" cy="218088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440" name="Freeform 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7520" y="217656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441" name="Freeform 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2840" y="40212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442" name="Freeform 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4200" y="4680"/>
              <a:ext cx="369360" cy="181080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810800"/>
                <a:gd name="textAreaBottom" fmla="*/ 1811160 h 1810800"/>
              </a:gdLst>
              <a:ahLst/>
              <a:rect l="textAreaLeft" t="textAreaTop" r="textAreaRight" b="textAreaBottom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443" name="Freeform 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17680" y="18018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444" name="Freeform 1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99880" y="4680"/>
              <a:ext cx="369360" cy="142992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429920"/>
                <a:gd name="textAreaBottom" fmla="*/ 1430280 h 1429920"/>
              </a:gdLst>
              <a:ahLst/>
              <a:rect l="textAreaLeft" t="textAreaTop" r="textAreaRight" b="textAreaBottom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445" name="Freeform 1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60520" y="0"/>
              <a:ext cx="151920" cy="9126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12600"/>
                <a:gd name="textAreaBottom" fmla="*/ 912960 h 912600"/>
              </a:gdLst>
              <a:ahLst/>
              <a:rect l="textAreaLeft" t="textAreaTop" r="textAreaRight" b="textAreaBottom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446" name="Freeform 1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3360" y="14209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447" name="Freeform 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3360" y="9032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448" name="Freeform 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5560" y="0"/>
              <a:ext cx="421920" cy="52668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526680"/>
                <a:gd name="textAreaBottom" fmla="*/ 527040 h 526680"/>
              </a:gdLst>
              <a:ahLst/>
              <a:rect l="textAreaLeft" t="textAreaTop" r="textAreaRight" b="textAreaBottom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449" name="Freeform 1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35000" y="488880"/>
              <a:ext cx="161640" cy="147240"/>
            </a:xfrm>
            <a:custGeom>
              <a:avLst/>
              <a:gdLst>
                <a:gd name="textAreaLeft" fmla="*/ 0 w 161640"/>
                <a:gd name="textAreaRight" fmla="*/ 162000 w 161640"/>
                <a:gd name="textAreaTop" fmla="*/ 0 h 147240"/>
                <a:gd name="textAreaBottom" fmla="*/ 147600 h 147240"/>
              </a:gdLst>
              <a:ahLst/>
              <a:rect l="textAreaLeft" t="textAreaTop" r="textAreaRight" b="textAreaBottom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450" name="Line 1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60" y="9360"/>
              <a:ext cx="360" cy="360"/>
            </a:xfrm>
            <a:prstGeom prst="line">
              <a:avLst/>
            </a:prstGeom>
            <a:ln w="15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451" name="Freeform 1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760" y="1801800"/>
              <a:ext cx="123480" cy="126720"/>
            </a:xfrm>
            <a:custGeom>
              <a:avLst/>
              <a:gdLst>
                <a:gd name="textAreaLeft" fmla="*/ 0 w 123480"/>
                <a:gd name="textAreaRight" fmla="*/ 123840 w 123480"/>
                <a:gd name="textAreaTop" fmla="*/ 0 h 126720"/>
                <a:gd name="textAreaBottom" fmla="*/ 127080 h 126720"/>
              </a:gdLst>
              <a:ahLst/>
              <a:rect l="textAreaLeft" t="textAreaTop" r="textAreaRight" b="textAreaBottom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452" name="Freeform 1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680" y="3549600"/>
              <a:ext cx="147240" cy="480600"/>
            </a:xfrm>
            <a:custGeom>
              <a:avLst/>
              <a:gdLst>
                <a:gd name="textAreaLeft" fmla="*/ 0 w 147240"/>
                <a:gd name="textAreaRight" fmla="*/ 147600 w 147240"/>
                <a:gd name="textAreaTop" fmla="*/ 0 h 480600"/>
                <a:gd name="textAreaBottom" fmla="*/ 480960 h 480600"/>
              </a:gdLst>
              <a:ahLst/>
              <a:rect l="textAreaLeft" t="textAreaTop" r="textAreaRight" b="textAreaBottom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453" name="Freeform 1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920" y="1382760"/>
              <a:ext cx="142560" cy="475920"/>
            </a:xfrm>
            <a:custGeom>
              <a:avLst/>
              <a:gdLst>
                <a:gd name="textAreaLeft" fmla="*/ 0 w 142560"/>
                <a:gd name="textAreaRight" fmla="*/ 142920 w 142560"/>
                <a:gd name="textAreaTop" fmla="*/ 0 h 475920"/>
                <a:gd name="textAreaBottom" fmla="*/ 476280 h 475920"/>
              </a:gdLst>
              <a:ahLst/>
              <a:rect l="textAreaLeft" t="textAreaTop" r="textAreaRight" b="textAreaBottom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454" name="Freeform 2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9240" y="1849320"/>
              <a:ext cx="114120" cy="107640"/>
            </a:xfrm>
            <a:custGeom>
              <a:avLst/>
              <a:gdLst>
                <a:gd name="textAreaLeft" fmla="*/ 0 w 114120"/>
                <a:gd name="textAreaRight" fmla="*/ 114480 w 114120"/>
                <a:gd name="textAreaTop" fmla="*/ 0 h 107640"/>
                <a:gd name="textAreaBottom" fmla="*/ 108000 h 107640"/>
              </a:gdLst>
              <a:ahLst/>
              <a:rect l="textAreaLeft" t="textAreaTop" r="textAreaRight" b="textAreaBottom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455" name="Rectangle 2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7600" y="4662360"/>
              <a:ext cx="23400" cy="218088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456" name="Freeform 2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7960" y="5041800"/>
              <a:ext cx="369360" cy="180144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801440"/>
                <a:gd name="textAreaBottom" fmla="*/ 1801800 h 1801440"/>
              </a:gdLst>
              <a:ahLst/>
              <a:rect l="textAreaLeft" t="textAreaTop" r="textAreaRight" b="textAreaBottom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457" name="Freeform 2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6600" y="4481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458" name="Freeform 2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5627520"/>
              <a:ext cx="85320" cy="1215720"/>
            </a:xfrm>
            <a:custGeom>
              <a:avLst/>
              <a:gdLst>
                <a:gd name="textAreaLeft" fmla="*/ 0 w 85320"/>
                <a:gd name="textAreaRight" fmla="*/ 85680 w 85320"/>
                <a:gd name="textAreaTop" fmla="*/ 0 h 1215720"/>
                <a:gd name="textAreaBottom" fmla="*/ 1216080 h 1215720"/>
              </a:gdLst>
              <a:ahLst/>
              <a:rect l="textAreaLeft" t="textAreaTop" r="textAreaRight" b="textAreaBottom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459" name="Freeform 2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1440" y="48672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460" name="Freeform 2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4000" y="5423040"/>
              <a:ext cx="374400" cy="1425240"/>
            </a:xfrm>
            <a:custGeom>
              <a:avLst/>
              <a:gdLst>
                <a:gd name="textAreaLeft" fmla="*/ 0 w 374400"/>
                <a:gd name="textAreaRight" fmla="*/ 374760 w 374400"/>
                <a:gd name="textAreaTop" fmla="*/ 0 h 1425240"/>
                <a:gd name="textAreaBottom" fmla="*/ 1425600 h 1425240"/>
              </a:gdLst>
              <a:ahLst/>
              <a:rect l="textAreaLeft" t="textAreaTop" r="textAreaRight" b="textAreaBottom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461" name="Freeform 2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84280" y="5945040"/>
              <a:ext cx="151920" cy="9126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12600"/>
                <a:gd name="textAreaBottom" fmla="*/ 912960 h 912600"/>
              </a:gdLst>
              <a:ahLst/>
              <a:rect l="textAreaLeft" t="textAreaTop" r="textAreaRight" b="textAreaBottom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462" name="Freeform 2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27120" y="5246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463" name="Freeform 2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27120" y="57643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464" name="Freeform 3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84360" y="6330960"/>
              <a:ext cx="417240" cy="517320"/>
            </a:xfrm>
            <a:custGeom>
              <a:avLst/>
              <a:gdLst>
                <a:gd name="textAreaLeft" fmla="*/ 0 w 417240"/>
                <a:gd name="textAreaRight" fmla="*/ 417600 w 417240"/>
                <a:gd name="textAreaTop" fmla="*/ 0 h 517320"/>
                <a:gd name="textAreaBottom" fmla="*/ 517680 h 517320"/>
              </a:gdLst>
              <a:ahLst/>
              <a:rect l="textAreaLeft" t="textAreaTop" r="textAreaRight" b="textAreaBottom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465" name="Freeform 3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63800" y="6221520"/>
              <a:ext cx="156960" cy="14724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47240"/>
                <a:gd name="textAreaBottom" fmla="*/ 147600 h 147240"/>
              </a:gdLst>
              <a:ahLst/>
              <a:rect l="textAreaLeft" t="textAreaTop" r="textAreaRight" b="textAreaBottom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</p:grpSp>
      <p:grpSp>
        <p:nvGrpSpPr>
          <p:cNvPr id="1466" name="Group 4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64840" y="0"/>
            <a:ext cx="674280" cy="6848280"/>
            <a:chOff x="11364840" y="0"/>
            <a:chExt cx="674280" cy="6848280"/>
          </a:xfrm>
        </p:grpSpPr>
        <p:sp>
          <p:nvSpPr>
            <p:cNvPr id="1467" name="Freeform 3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484000" y="0"/>
              <a:ext cx="417240" cy="512280"/>
            </a:xfrm>
            <a:custGeom>
              <a:avLst/>
              <a:gdLst>
                <a:gd name="textAreaLeft" fmla="*/ 0 w 417240"/>
                <a:gd name="textAreaRight" fmla="*/ 417600 w 417240"/>
                <a:gd name="textAreaTop" fmla="*/ 0 h 512280"/>
                <a:gd name="textAreaBottom" fmla="*/ 512640 h 512280"/>
              </a:gdLst>
              <a:ahLst/>
              <a:rect l="textAreaLeft" t="textAreaTop" r="textAreaRight" b="textAreaBottom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468" name="Freeform 3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364840" y="474840"/>
              <a:ext cx="156960" cy="15192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51920"/>
                <a:gd name="textAreaBottom" fmla="*/ 152280 h 151920"/>
              </a:gdLst>
              <a:ahLst/>
              <a:rect l="textAreaLeft" t="textAreaTop" r="textAreaRight" b="textAreaBottom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469" name="Freeform 3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1600" y="1539720"/>
              <a:ext cx="188640" cy="1900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470" name="Freeform 3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531520" y="5694480"/>
              <a:ext cx="298080" cy="1153800"/>
            </a:xfrm>
            <a:custGeom>
              <a:avLst/>
              <a:gdLst>
                <a:gd name="textAreaLeft" fmla="*/ 0 w 298080"/>
                <a:gd name="textAreaRight" fmla="*/ 298440 w 298080"/>
                <a:gd name="textAreaTop" fmla="*/ 0 h 1153800"/>
                <a:gd name="textAreaBottom" fmla="*/ 1154160 h 1153800"/>
              </a:gdLst>
              <a:ahLst/>
              <a:rect l="textAreaLeft" t="textAreaTop" r="textAreaRight" b="textAreaBottom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471" name="Freeform 3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773080" y="5551560"/>
              <a:ext cx="156960" cy="15516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55160"/>
                <a:gd name="textAreaBottom" fmla="*/ 155520 h 155160"/>
              </a:gdLst>
              <a:ahLst/>
              <a:rect l="textAreaLeft" t="textAreaTop" r="textAreaRight" b="textAreaBottom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472" name="Freeform 3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711160" y="4680"/>
              <a:ext cx="304560" cy="154440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544400"/>
                <a:gd name="textAreaBottom" fmla="*/ 1544760 h 1544400"/>
              </a:gdLst>
              <a:ahLst/>
              <a:rect l="textAreaLeft" t="textAreaTop" r="textAreaRight" b="textAreaBottom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473" name="Freeform 3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6280" y="4867200"/>
              <a:ext cx="188640" cy="18864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474" name="Freeform 3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441160" y="5046840"/>
              <a:ext cx="307440" cy="1801440"/>
            </a:xfrm>
            <a:custGeom>
              <a:avLst/>
              <a:gdLst>
                <a:gd name="textAreaLeft" fmla="*/ 0 w 307440"/>
                <a:gd name="textAreaRight" fmla="*/ 307800 w 307440"/>
                <a:gd name="textAreaTop" fmla="*/ 0 h 1801440"/>
                <a:gd name="textAreaBottom" fmla="*/ 1801800 h 1801440"/>
              </a:gdLst>
              <a:ahLst/>
              <a:rect l="textAreaLeft" t="textAreaTop" r="textAreaRight" b="textAreaBottom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475" name="Freeform 4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849040" y="641664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476" name="Rectangle 4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939760" y="6595920"/>
              <a:ext cx="23400" cy="25200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</p:grpSp>
      <p:sp>
        <p:nvSpPr>
          <p:cNvPr id="1477" name="PlaceHolder 1"/>
          <p:cNvSpPr>
            <a:spLocks noGrp="1"/>
          </p:cNvSpPr>
          <p:nvPr>
            <p:ph type="ftr" idx="56"/>
          </p:nvPr>
        </p:nvSpPr>
        <p:spPr>
          <a:xfrm>
            <a:off x="712800" y="-1584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1" lang="en-US" sz="1050" spc="-1" strike="noStrike" cap="all">
                <a:solidFill>
                  <a:schemeClr val="dk1">
                    <a:lumMod val="65000"/>
                    <a:lumOff val="35000"/>
                  </a:schemeClr>
                </a:solidFill>
                <a:latin typeface="Tw Cen MT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1" lang="en-US" sz="1050" spc="-1" strike="noStrike" cap="all">
                <a:solidFill>
                  <a:schemeClr val="dk1">
                    <a:lumMod val="65000"/>
                    <a:lumOff val="35000"/>
                  </a:schemeClr>
                </a:solidFill>
                <a:latin typeface="Tw Cen MT"/>
              </a:rPr>
              <a:t>https://github.com/Frederic-P/automotive_project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8" name="PlaceHolder 2"/>
          <p:cNvSpPr>
            <a:spLocks noGrp="1"/>
          </p:cNvSpPr>
          <p:nvPr>
            <p:ph/>
          </p:nvPr>
        </p:nvSpPr>
        <p:spPr>
          <a:xfrm>
            <a:off x="1206360" y="2249640"/>
            <a:ext cx="9840600" cy="35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Tw Cen MT"/>
              </a:rPr>
              <a:t>Messy data</a:t>
            </a:r>
            <a:endParaRPr b="0" lang="en-US" sz="2400" spc="-1" strike="noStrike">
              <a:solidFill>
                <a:schemeClr val="dk1"/>
              </a:solidFill>
              <a:latin typeface="Tw Cen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a7a7a7"/>
            </a:gs>
          </a:gsLst>
          <a:lin ang="504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79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w Cen MT"/>
            </a:endParaRPr>
          </a:p>
        </p:txBody>
      </p:sp>
      <p:pic>
        <p:nvPicPr>
          <p:cNvPr id="1480" name="Picture 2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1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grpSp>
        <p:nvGrpSpPr>
          <p:cNvPr id="1481" name="Group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20760" cy="6857640"/>
            <a:chOff x="0" y="0"/>
            <a:chExt cx="1220760" cy="6857640"/>
          </a:xfrm>
        </p:grpSpPr>
        <p:sp>
          <p:nvSpPr>
            <p:cNvPr id="1482" name="Rectangle 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28520" y="4680"/>
              <a:ext cx="23400" cy="218088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483" name="Freeform 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7520" y="217656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484" name="Freeform 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2840" y="40212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485" name="Freeform 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4200" y="4680"/>
              <a:ext cx="369360" cy="181080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810800"/>
                <a:gd name="textAreaBottom" fmla="*/ 1811160 h 1810800"/>
              </a:gdLst>
              <a:ahLst/>
              <a:rect l="textAreaLeft" t="textAreaTop" r="textAreaRight" b="textAreaBottom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486" name="Freeform 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17680" y="18018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487" name="Freeform 1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99880" y="4680"/>
              <a:ext cx="369360" cy="142992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429920"/>
                <a:gd name="textAreaBottom" fmla="*/ 1430280 h 1429920"/>
              </a:gdLst>
              <a:ahLst/>
              <a:rect l="textAreaLeft" t="textAreaTop" r="textAreaRight" b="textAreaBottom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488" name="Freeform 1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60520" y="0"/>
              <a:ext cx="151920" cy="9126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12600"/>
                <a:gd name="textAreaBottom" fmla="*/ 912960 h 912600"/>
              </a:gdLst>
              <a:ahLst/>
              <a:rect l="textAreaLeft" t="textAreaTop" r="textAreaRight" b="textAreaBottom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489" name="Freeform 1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3360" y="14209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490" name="Freeform 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3360" y="9032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491" name="Freeform 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5560" y="0"/>
              <a:ext cx="421920" cy="52668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526680"/>
                <a:gd name="textAreaBottom" fmla="*/ 527040 h 526680"/>
              </a:gdLst>
              <a:ahLst/>
              <a:rect l="textAreaLeft" t="textAreaTop" r="textAreaRight" b="textAreaBottom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492" name="Freeform 1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35000" y="488880"/>
              <a:ext cx="161640" cy="147240"/>
            </a:xfrm>
            <a:custGeom>
              <a:avLst/>
              <a:gdLst>
                <a:gd name="textAreaLeft" fmla="*/ 0 w 161640"/>
                <a:gd name="textAreaRight" fmla="*/ 162000 w 161640"/>
                <a:gd name="textAreaTop" fmla="*/ 0 h 147240"/>
                <a:gd name="textAreaBottom" fmla="*/ 147600 h 147240"/>
              </a:gdLst>
              <a:ahLst/>
              <a:rect l="textAreaLeft" t="textAreaTop" r="textAreaRight" b="textAreaBottom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493" name="Line 1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60" y="9360"/>
              <a:ext cx="360" cy="360"/>
            </a:xfrm>
            <a:prstGeom prst="line">
              <a:avLst/>
            </a:prstGeom>
            <a:ln w="15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494" name="Freeform 1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760" y="1801800"/>
              <a:ext cx="123480" cy="126720"/>
            </a:xfrm>
            <a:custGeom>
              <a:avLst/>
              <a:gdLst>
                <a:gd name="textAreaLeft" fmla="*/ 0 w 123480"/>
                <a:gd name="textAreaRight" fmla="*/ 123840 w 123480"/>
                <a:gd name="textAreaTop" fmla="*/ 0 h 126720"/>
                <a:gd name="textAreaBottom" fmla="*/ 127080 h 126720"/>
              </a:gdLst>
              <a:ahLst/>
              <a:rect l="textAreaLeft" t="textAreaTop" r="textAreaRight" b="textAreaBottom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495" name="Freeform 1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680" y="3549600"/>
              <a:ext cx="147240" cy="480600"/>
            </a:xfrm>
            <a:custGeom>
              <a:avLst/>
              <a:gdLst>
                <a:gd name="textAreaLeft" fmla="*/ 0 w 147240"/>
                <a:gd name="textAreaRight" fmla="*/ 147600 w 147240"/>
                <a:gd name="textAreaTop" fmla="*/ 0 h 480600"/>
                <a:gd name="textAreaBottom" fmla="*/ 480960 h 480600"/>
              </a:gdLst>
              <a:ahLst/>
              <a:rect l="textAreaLeft" t="textAreaTop" r="textAreaRight" b="textAreaBottom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496" name="Freeform 1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920" y="1382760"/>
              <a:ext cx="142560" cy="475920"/>
            </a:xfrm>
            <a:custGeom>
              <a:avLst/>
              <a:gdLst>
                <a:gd name="textAreaLeft" fmla="*/ 0 w 142560"/>
                <a:gd name="textAreaRight" fmla="*/ 142920 w 142560"/>
                <a:gd name="textAreaTop" fmla="*/ 0 h 475920"/>
                <a:gd name="textAreaBottom" fmla="*/ 476280 h 475920"/>
              </a:gdLst>
              <a:ahLst/>
              <a:rect l="textAreaLeft" t="textAreaTop" r="textAreaRight" b="textAreaBottom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497" name="Freeform 2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9240" y="1849320"/>
              <a:ext cx="114120" cy="107640"/>
            </a:xfrm>
            <a:custGeom>
              <a:avLst/>
              <a:gdLst>
                <a:gd name="textAreaLeft" fmla="*/ 0 w 114120"/>
                <a:gd name="textAreaRight" fmla="*/ 114480 w 114120"/>
                <a:gd name="textAreaTop" fmla="*/ 0 h 107640"/>
                <a:gd name="textAreaBottom" fmla="*/ 108000 h 107640"/>
              </a:gdLst>
              <a:ahLst/>
              <a:rect l="textAreaLeft" t="textAreaTop" r="textAreaRight" b="textAreaBottom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498" name="Rectangle 2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7600" y="4662360"/>
              <a:ext cx="23400" cy="218088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499" name="Freeform 2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7960" y="5041800"/>
              <a:ext cx="369360" cy="180144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801440"/>
                <a:gd name="textAreaBottom" fmla="*/ 1801800 h 1801440"/>
              </a:gdLst>
              <a:ahLst/>
              <a:rect l="textAreaLeft" t="textAreaTop" r="textAreaRight" b="textAreaBottom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500" name="Freeform 2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6600" y="4481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501" name="Freeform 2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5627520"/>
              <a:ext cx="85320" cy="1215720"/>
            </a:xfrm>
            <a:custGeom>
              <a:avLst/>
              <a:gdLst>
                <a:gd name="textAreaLeft" fmla="*/ 0 w 85320"/>
                <a:gd name="textAreaRight" fmla="*/ 85680 w 85320"/>
                <a:gd name="textAreaTop" fmla="*/ 0 h 1215720"/>
                <a:gd name="textAreaBottom" fmla="*/ 1216080 h 1215720"/>
              </a:gdLst>
              <a:ahLst/>
              <a:rect l="textAreaLeft" t="textAreaTop" r="textAreaRight" b="textAreaBottom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502" name="Freeform 2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1440" y="48672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503" name="Freeform 2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4000" y="5423040"/>
              <a:ext cx="374400" cy="1425240"/>
            </a:xfrm>
            <a:custGeom>
              <a:avLst/>
              <a:gdLst>
                <a:gd name="textAreaLeft" fmla="*/ 0 w 374400"/>
                <a:gd name="textAreaRight" fmla="*/ 374760 w 374400"/>
                <a:gd name="textAreaTop" fmla="*/ 0 h 1425240"/>
                <a:gd name="textAreaBottom" fmla="*/ 1425600 h 1425240"/>
              </a:gdLst>
              <a:ahLst/>
              <a:rect l="textAreaLeft" t="textAreaTop" r="textAreaRight" b="textAreaBottom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504" name="Freeform 2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84280" y="5945040"/>
              <a:ext cx="151920" cy="9126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12600"/>
                <a:gd name="textAreaBottom" fmla="*/ 912960 h 912600"/>
              </a:gdLst>
              <a:ahLst/>
              <a:rect l="textAreaLeft" t="textAreaTop" r="textAreaRight" b="textAreaBottom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505" name="Freeform 2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27120" y="5246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506" name="Freeform 2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27120" y="57643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507" name="Freeform 3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84360" y="6330960"/>
              <a:ext cx="417240" cy="517320"/>
            </a:xfrm>
            <a:custGeom>
              <a:avLst/>
              <a:gdLst>
                <a:gd name="textAreaLeft" fmla="*/ 0 w 417240"/>
                <a:gd name="textAreaRight" fmla="*/ 417600 w 417240"/>
                <a:gd name="textAreaTop" fmla="*/ 0 h 517320"/>
                <a:gd name="textAreaBottom" fmla="*/ 517680 h 517320"/>
              </a:gdLst>
              <a:ahLst/>
              <a:rect l="textAreaLeft" t="textAreaTop" r="textAreaRight" b="textAreaBottom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508" name="Freeform 3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63800" y="6221520"/>
              <a:ext cx="156960" cy="14724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47240"/>
                <a:gd name="textAreaBottom" fmla="*/ 147600 h 147240"/>
              </a:gdLst>
              <a:ahLst/>
              <a:rect l="textAreaLeft" t="textAreaTop" r="textAreaRight" b="textAreaBottom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</p:grpSp>
      <p:grpSp>
        <p:nvGrpSpPr>
          <p:cNvPr id="1509" name="Group 4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64840" y="0"/>
            <a:ext cx="674280" cy="6848280"/>
            <a:chOff x="11364840" y="0"/>
            <a:chExt cx="674280" cy="6848280"/>
          </a:xfrm>
        </p:grpSpPr>
        <p:sp>
          <p:nvSpPr>
            <p:cNvPr id="1510" name="Freeform 3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484000" y="0"/>
              <a:ext cx="417240" cy="512280"/>
            </a:xfrm>
            <a:custGeom>
              <a:avLst/>
              <a:gdLst>
                <a:gd name="textAreaLeft" fmla="*/ 0 w 417240"/>
                <a:gd name="textAreaRight" fmla="*/ 417600 w 417240"/>
                <a:gd name="textAreaTop" fmla="*/ 0 h 512280"/>
                <a:gd name="textAreaBottom" fmla="*/ 512640 h 512280"/>
              </a:gdLst>
              <a:ahLst/>
              <a:rect l="textAreaLeft" t="textAreaTop" r="textAreaRight" b="textAreaBottom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511" name="Freeform 3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364840" y="474840"/>
              <a:ext cx="156960" cy="15192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51920"/>
                <a:gd name="textAreaBottom" fmla="*/ 152280 h 151920"/>
              </a:gdLst>
              <a:ahLst/>
              <a:rect l="textAreaLeft" t="textAreaTop" r="textAreaRight" b="textAreaBottom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512" name="Freeform 3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1600" y="1539720"/>
              <a:ext cx="188640" cy="1900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513" name="Freeform 3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531520" y="5694480"/>
              <a:ext cx="298080" cy="1153800"/>
            </a:xfrm>
            <a:custGeom>
              <a:avLst/>
              <a:gdLst>
                <a:gd name="textAreaLeft" fmla="*/ 0 w 298080"/>
                <a:gd name="textAreaRight" fmla="*/ 298440 w 298080"/>
                <a:gd name="textAreaTop" fmla="*/ 0 h 1153800"/>
                <a:gd name="textAreaBottom" fmla="*/ 1154160 h 1153800"/>
              </a:gdLst>
              <a:ahLst/>
              <a:rect l="textAreaLeft" t="textAreaTop" r="textAreaRight" b="textAreaBottom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514" name="Freeform 3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773080" y="5551560"/>
              <a:ext cx="156960" cy="15516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55160"/>
                <a:gd name="textAreaBottom" fmla="*/ 155520 h 155160"/>
              </a:gdLst>
              <a:ahLst/>
              <a:rect l="textAreaLeft" t="textAreaTop" r="textAreaRight" b="textAreaBottom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515" name="Freeform 3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711160" y="4680"/>
              <a:ext cx="304560" cy="154440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544400"/>
                <a:gd name="textAreaBottom" fmla="*/ 1544760 h 1544400"/>
              </a:gdLst>
              <a:ahLst/>
              <a:rect l="textAreaLeft" t="textAreaTop" r="textAreaRight" b="textAreaBottom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516" name="Freeform 3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6280" y="4867200"/>
              <a:ext cx="188640" cy="18864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517" name="Freeform 3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441160" y="5046840"/>
              <a:ext cx="307440" cy="1801440"/>
            </a:xfrm>
            <a:custGeom>
              <a:avLst/>
              <a:gdLst>
                <a:gd name="textAreaLeft" fmla="*/ 0 w 307440"/>
                <a:gd name="textAreaRight" fmla="*/ 307800 w 307440"/>
                <a:gd name="textAreaTop" fmla="*/ 0 h 1801440"/>
                <a:gd name="textAreaBottom" fmla="*/ 1801800 h 1801440"/>
              </a:gdLst>
              <a:ahLst/>
              <a:rect l="textAreaLeft" t="textAreaTop" r="textAreaRight" b="textAreaBottom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518" name="Freeform 4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849040" y="641664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519" name="Rectangle 4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939760" y="6595920"/>
              <a:ext cx="23400" cy="25200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</p:grpSp>
      <p:sp>
        <p:nvSpPr>
          <p:cNvPr id="1520" name="PlaceHolder 1"/>
          <p:cNvSpPr>
            <a:spLocks noGrp="1"/>
          </p:cNvSpPr>
          <p:nvPr>
            <p:ph type="ftr" idx="57"/>
          </p:nvPr>
        </p:nvSpPr>
        <p:spPr>
          <a:xfrm>
            <a:off x="712800" y="-1584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1" lang="en-US" sz="1050" spc="-1" strike="noStrike" cap="all">
                <a:solidFill>
                  <a:schemeClr val="dk1">
                    <a:lumMod val="65000"/>
                    <a:lumOff val="35000"/>
                  </a:schemeClr>
                </a:solidFill>
                <a:latin typeface="Tw Cen MT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1" lang="en-US" sz="1050" spc="-1" strike="noStrike" cap="all">
                <a:solidFill>
                  <a:schemeClr val="dk1">
                    <a:lumMod val="65000"/>
                    <a:lumOff val="35000"/>
                  </a:schemeClr>
                </a:solidFill>
                <a:latin typeface="Tw Cen MT"/>
              </a:rPr>
              <a:t>https://github.com/Frederic-P/automotive_project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21" name="PlaceHolder 2"/>
          <p:cNvSpPr>
            <a:spLocks noGrp="1"/>
          </p:cNvSpPr>
          <p:nvPr>
            <p:ph/>
          </p:nvPr>
        </p:nvSpPr>
        <p:spPr>
          <a:xfrm>
            <a:off x="1206360" y="777240"/>
            <a:ext cx="9840600" cy="35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Tw Cen MT"/>
              </a:rPr>
              <a:t>Incomplete data</a:t>
            </a:r>
            <a:endParaRPr b="0" lang="en-US" sz="2400" spc="-1" strike="noStrike">
              <a:solidFill>
                <a:schemeClr val="dk1"/>
              </a:solidFill>
              <a:latin typeface="Tw Cen MT"/>
            </a:endParaRPr>
          </a:p>
        </p:txBody>
      </p:sp>
      <p:pic>
        <p:nvPicPr>
          <p:cNvPr id="1522" name="Picture 2" descr="CLEAN CAR CLUBστο X: &quot;&quot;What's your favorite BMW 3 series model?  https://t.co/ny0ZC64axL / X"/>
          <p:cNvPicPr/>
          <p:nvPr/>
        </p:nvPicPr>
        <p:blipFill>
          <a:blip r:embed="rId2"/>
          <a:stretch/>
        </p:blipFill>
        <p:spPr>
          <a:xfrm>
            <a:off x="5466240" y="0"/>
            <a:ext cx="5652360" cy="6886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a7a7a7"/>
            </a:gs>
          </a:gsLst>
          <a:lin ang="504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23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w Cen MT"/>
            </a:endParaRPr>
          </a:p>
        </p:txBody>
      </p:sp>
      <p:pic>
        <p:nvPicPr>
          <p:cNvPr id="1524" name="Picture 2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1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grpSp>
        <p:nvGrpSpPr>
          <p:cNvPr id="1525" name="Group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20760" cy="6857640"/>
            <a:chOff x="0" y="0"/>
            <a:chExt cx="1220760" cy="6857640"/>
          </a:xfrm>
        </p:grpSpPr>
        <p:sp>
          <p:nvSpPr>
            <p:cNvPr id="1526" name="Rectangle 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28520" y="4680"/>
              <a:ext cx="23400" cy="218088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527" name="Freeform 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7520" y="217656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528" name="Freeform 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2840" y="40212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529" name="Freeform 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4200" y="4680"/>
              <a:ext cx="369360" cy="181080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810800"/>
                <a:gd name="textAreaBottom" fmla="*/ 1811160 h 1810800"/>
              </a:gdLst>
              <a:ahLst/>
              <a:rect l="textAreaLeft" t="textAreaTop" r="textAreaRight" b="textAreaBottom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530" name="Freeform 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17680" y="18018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531" name="Freeform 1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99880" y="4680"/>
              <a:ext cx="369360" cy="142992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429920"/>
                <a:gd name="textAreaBottom" fmla="*/ 1430280 h 1429920"/>
              </a:gdLst>
              <a:ahLst/>
              <a:rect l="textAreaLeft" t="textAreaTop" r="textAreaRight" b="textAreaBottom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532" name="Freeform 1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60520" y="0"/>
              <a:ext cx="151920" cy="9126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12600"/>
                <a:gd name="textAreaBottom" fmla="*/ 912960 h 912600"/>
              </a:gdLst>
              <a:ahLst/>
              <a:rect l="textAreaLeft" t="textAreaTop" r="textAreaRight" b="textAreaBottom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533" name="Freeform 1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3360" y="14209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534" name="Freeform 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3360" y="9032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535" name="Freeform 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5560" y="0"/>
              <a:ext cx="421920" cy="52668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526680"/>
                <a:gd name="textAreaBottom" fmla="*/ 527040 h 526680"/>
              </a:gdLst>
              <a:ahLst/>
              <a:rect l="textAreaLeft" t="textAreaTop" r="textAreaRight" b="textAreaBottom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536" name="Freeform 1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35000" y="488880"/>
              <a:ext cx="161640" cy="147240"/>
            </a:xfrm>
            <a:custGeom>
              <a:avLst/>
              <a:gdLst>
                <a:gd name="textAreaLeft" fmla="*/ 0 w 161640"/>
                <a:gd name="textAreaRight" fmla="*/ 162000 w 161640"/>
                <a:gd name="textAreaTop" fmla="*/ 0 h 147240"/>
                <a:gd name="textAreaBottom" fmla="*/ 147600 h 147240"/>
              </a:gdLst>
              <a:ahLst/>
              <a:rect l="textAreaLeft" t="textAreaTop" r="textAreaRight" b="textAreaBottom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537" name="Line 1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60" y="9360"/>
              <a:ext cx="360" cy="360"/>
            </a:xfrm>
            <a:prstGeom prst="line">
              <a:avLst/>
            </a:prstGeom>
            <a:ln w="15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538" name="Freeform 1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760" y="1801800"/>
              <a:ext cx="123480" cy="126720"/>
            </a:xfrm>
            <a:custGeom>
              <a:avLst/>
              <a:gdLst>
                <a:gd name="textAreaLeft" fmla="*/ 0 w 123480"/>
                <a:gd name="textAreaRight" fmla="*/ 123840 w 123480"/>
                <a:gd name="textAreaTop" fmla="*/ 0 h 126720"/>
                <a:gd name="textAreaBottom" fmla="*/ 127080 h 126720"/>
              </a:gdLst>
              <a:ahLst/>
              <a:rect l="textAreaLeft" t="textAreaTop" r="textAreaRight" b="textAreaBottom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539" name="Freeform 1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680" y="3549600"/>
              <a:ext cx="147240" cy="480600"/>
            </a:xfrm>
            <a:custGeom>
              <a:avLst/>
              <a:gdLst>
                <a:gd name="textAreaLeft" fmla="*/ 0 w 147240"/>
                <a:gd name="textAreaRight" fmla="*/ 147600 w 147240"/>
                <a:gd name="textAreaTop" fmla="*/ 0 h 480600"/>
                <a:gd name="textAreaBottom" fmla="*/ 480960 h 480600"/>
              </a:gdLst>
              <a:ahLst/>
              <a:rect l="textAreaLeft" t="textAreaTop" r="textAreaRight" b="textAreaBottom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540" name="Freeform 1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920" y="1382760"/>
              <a:ext cx="142560" cy="475920"/>
            </a:xfrm>
            <a:custGeom>
              <a:avLst/>
              <a:gdLst>
                <a:gd name="textAreaLeft" fmla="*/ 0 w 142560"/>
                <a:gd name="textAreaRight" fmla="*/ 142920 w 142560"/>
                <a:gd name="textAreaTop" fmla="*/ 0 h 475920"/>
                <a:gd name="textAreaBottom" fmla="*/ 476280 h 475920"/>
              </a:gdLst>
              <a:ahLst/>
              <a:rect l="textAreaLeft" t="textAreaTop" r="textAreaRight" b="textAreaBottom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541" name="Freeform 2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9240" y="1849320"/>
              <a:ext cx="114120" cy="107640"/>
            </a:xfrm>
            <a:custGeom>
              <a:avLst/>
              <a:gdLst>
                <a:gd name="textAreaLeft" fmla="*/ 0 w 114120"/>
                <a:gd name="textAreaRight" fmla="*/ 114480 w 114120"/>
                <a:gd name="textAreaTop" fmla="*/ 0 h 107640"/>
                <a:gd name="textAreaBottom" fmla="*/ 108000 h 107640"/>
              </a:gdLst>
              <a:ahLst/>
              <a:rect l="textAreaLeft" t="textAreaTop" r="textAreaRight" b="textAreaBottom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542" name="Rectangle 2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7600" y="4662360"/>
              <a:ext cx="23400" cy="218088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543" name="Freeform 2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7960" y="5041800"/>
              <a:ext cx="369360" cy="180144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801440"/>
                <a:gd name="textAreaBottom" fmla="*/ 1801800 h 1801440"/>
              </a:gdLst>
              <a:ahLst/>
              <a:rect l="textAreaLeft" t="textAreaTop" r="textAreaRight" b="textAreaBottom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544" name="Freeform 2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6600" y="4481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545" name="Freeform 2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5627520"/>
              <a:ext cx="85320" cy="1215720"/>
            </a:xfrm>
            <a:custGeom>
              <a:avLst/>
              <a:gdLst>
                <a:gd name="textAreaLeft" fmla="*/ 0 w 85320"/>
                <a:gd name="textAreaRight" fmla="*/ 85680 w 85320"/>
                <a:gd name="textAreaTop" fmla="*/ 0 h 1215720"/>
                <a:gd name="textAreaBottom" fmla="*/ 1216080 h 1215720"/>
              </a:gdLst>
              <a:ahLst/>
              <a:rect l="textAreaLeft" t="textAreaTop" r="textAreaRight" b="textAreaBottom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546" name="Freeform 2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1440" y="48672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547" name="Freeform 2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4000" y="5423040"/>
              <a:ext cx="374400" cy="1425240"/>
            </a:xfrm>
            <a:custGeom>
              <a:avLst/>
              <a:gdLst>
                <a:gd name="textAreaLeft" fmla="*/ 0 w 374400"/>
                <a:gd name="textAreaRight" fmla="*/ 374760 w 374400"/>
                <a:gd name="textAreaTop" fmla="*/ 0 h 1425240"/>
                <a:gd name="textAreaBottom" fmla="*/ 1425600 h 1425240"/>
              </a:gdLst>
              <a:ahLst/>
              <a:rect l="textAreaLeft" t="textAreaTop" r="textAreaRight" b="textAreaBottom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548" name="Freeform 2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84280" y="5945040"/>
              <a:ext cx="151920" cy="9126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12600"/>
                <a:gd name="textAreaBottom" fmla="*/ 912960 h 912600"/>
              </a:gdLst>
              <a:ahLst/>
              <a:rect l="textAreaLeft" t="textAreaTop" r="textAreaRight" b="textAreaBottom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549" name="Freeform 2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27120" y="5246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550" name="Freeform 2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27120" y="57643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551" name="Freeform 3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84360" y="6330960"/>
              <a:ext cx="417240" cy="517320"/>
            </a:xfrm>
            <a:custGeom>
              <a:avLst/>
              <a:gdLst>
                <a:gd name="textAreaLeft" fmla="*/ 0 w 417240"/>
                <a:gd name="textAreaRight" fmla="*/ 417600 w 417240"/>
                <a:gd name="textAreaTop" fmla="*/ 0 h 517320"/>
                <a:gd name="textAreaBottom" fmla="*/ 517680 h 517320"/>
              </a:gdLst>
              <a:ahLst/>
              <a:rect l="textAreaLeft" t="textAreaTop" r="textAreaRight" b="textAreaBottom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552" name="Freeform 3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63800" y="6221520"/>
              <a:ext cx="156960" cy="14724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47240"/>
                <a:gd name="textAreaBottom" fmla="*/ 147600 h 147240"/>
              </a:gdLst>
              <a:ahLst/>
              <a:rect l="textAreaLeft" t="textAreaTop" r="textAreaRight" b="textAreaBottom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</p:grpSp>
      <p:grpSp>
        <p:nvGrpSpPr>
          <p:cNvPr id="1553" name="Group 4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64840" y="0"/>
            <a:ext cx="674280" cy="6848280"/>
            <a:chOff x="11364840" y="0"/>
            <a:chExt cx="674280" cy="6848280"/>
          </a:xfrm>
        </p:grpSpPr>
        <p:sp>
          <p:nvSpPr>
            <p:cNvPr id="1554" name="Freeform 3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484000" y="0"/>
              <a:ext cx="417240" cy="512280"/>
            </a:xfrm>
            <a:custGeom>
              <a:avLst/>
              <a:gdLst>
                <a:gd name="textAreaLeft" fmla="*/ 0 w 417240"/>
                <a:gd name="textAreaRight" fmla="*/ 417600 w 417240"/>
                <a:gd name="textAreaTop" fmla="*/ 0 h 512280"/>
                <a:gd name="textAreaBottom" fmla="*/ 512640 h 512280"/>
              </a:gdLst>
              <a:ahLst/>
              <a:rect l="textAreaLeft" t="textAreaTop" r="textAreaRight" b="textAreaBottom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555" name="Freeform 3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364840" y="474840"/>
              <a:ext cx="156960" cy="15192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51920"/>
                <a:gd name="textAreaBottom" fmla="*/ 152280 h 151920"/>
              </a:gdLst>
              <a:ahLst/>
              <a:rect l="textAreaLeft" t="textAreaTop" r="textAreaRight" b="textAreaBottom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556" name="Freeform 3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1600" y="1539720"/>
              <a:ext cx="188640" cy="1900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557" name="Freeform 3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531520" y="5694480"/>
              <a:ext cx="298080" cy="1153800"/>
            </a:xfrm>
            <a:custGeom>
              <a:avLst/>
              <a:gdLst>
                <a:gd name="textAreaLeft" fmla="*/ 0 w 298080"/>
                <a:gd name="textAreaRight" fmla="*/ 298440 w 298080"/>
                <a:gd name="textAreaTop" fmla="*/ 0 h 1153800"/>
                <a:gd name="textAreaBottom" fmla="*/ 1154160 h 1153800"/>
              </a:gdLst>
              <a:ahLst/>
              <a:rect l="textAreaLeft" t="textAreaTop" r="textAreaRight" b="textAreaBottom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558" name="Freeform 3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773080" y="5551560"/>
              <a:ext cx="156960" cy="15516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55160"/>
                <a:gd name="textAreaBottom" fmla="*/ 155520 h 155160"/>
              </a:gdLst>
              <a:ahLst/>
              <a:rect l="textAreaLeft" t="textAreaTop" r="textAreaRight" b="textAreaBottom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559" name="Freeform 3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711160" y="4680"/>
              <a:ext cx="304560" cy="154440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544400"/>
                <a:gd name="textAreaBottom" fmla="*/ 1544760 h 1544400"/>
              </a:gdLst>
              <a:ahLst/>
              <a:rect l="textAreaLeft" t="textAreaTop" r="textAreaRight" b="textAreaBottom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560" name="Freeform 3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6280" y="4867200"/>
              <a:ext cx="188640" cy="18864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561" name="Freeform 3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441160" y="5046840"/>
              <a:ext cx="307440" cy="1801440"/>
            </a:xfrm>
            <a:custGeom>
              <a:avLst/>
              <a:gdLst>
                <a:gd name="textAreaLeft" fmla="*/ 0 w 307440"/>
                <a:gd name="textAreaRight" fmla="*/ 307800 w 307440"/>
                <a:gd name="textAreaTop" fmla="*/ 0 h 1801440"/>
                <a:gd name="textAreaBottom" fmla="*/ 1801800 h 1801440"/>
              </a:gdLst>
              <a:ahLst/>
              <a:rect l="textAreaLeft" t="textAreaTop" r="textAreaRight" b="textAreaBottom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562" name="Freeform 4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849040" y="641664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563" name="Rectangle 4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939760" y="6595920"/>
              <a:ext cx="23400" cy="25200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</p:grpSp>
      <p:sp>
        <p:nvSpPr>
          <p:cNvPr id="1564" name="PlaceHolder 1"/>
          <p:cNvSpPr>
            <a:spLocks noGrp="1"/>
          </p:cNvSpPr>
          <p:nvPr>
            <p:ph type="ftr" idx="58"/>
          </p:nvPr>
        </p:nvSpPr>
        <p:spPr>
          <a:xfrm>
            <a:off x="712800" y="-1584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1" lang="en-US" sz="1050" spc="-1" strike="noStrike" cap="all">
                <a:solidFill>
                  <a:schemeClr val="dk1">
                    <a:lumMod val="65000"/>
                    <a:lumOff val="35000"/>
                  </a:schemeClr>
                </a:solidFill>
                <a:latin typeface="Tw Cen MT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1" lang="en-US" sz="1050" spc="-1" strike="noStrike" cap="all">
                <a:solidFill>
                  <a:schemeClr val="dk1">
                    <a:lumMod val="65000"/>
                    <a:lumOff val="35000"/>
                  </a:schemeClr>
                </a:solidFill>
                <a:latin typeface="Tw Cen MT"/>
              </a:rPr>
              <a:t>https://github.com/Frederic-P/automotive_project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5" name="PlaceHolder 2"/>
          <p:cNvSpPr>
            <a:spLocks noGrp="1"/>
          </p:cNvSpPr>
          <p:nvPr>
            <p:ph/>
          </p:nvPr>
        </p:nvSpPr>
        <p:spPr>
          <a:xfrm>
            <a:off x="1206360" y="777240"/>
            <a:ext cx="9840600" cy="35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Tw Cen MT"/>
              </a:rPr>
              <a:t>Incomplete data</a:t>
            </a:r>
            <a:endParaRPr b="0" lang="en-US" sz="2400" spc="-1" strike="noStrike">
              <a:solidFill>
                <a:schemeClr val="dk1"/>
              </a:solidFill>
              <a:latin typeface="Tw Cen MT"/>
            </a:endParaRPr>
          </a:p>
        </p:txBody>
      </p:sp>
      <p:pic>
        <p:nvPicPr>
          <p:cNvPr id="1566" name="Picture 2" descr="Ford Genk - Wikipedia"/>
          <p:cNvPicPr/>
          <p:nvPr/>
        </p:nvPicPr>
        <p:blipFill>
          <a:blip r:embed="rId2"/>
          <a:stretch/>
        </p:blipFill>
        <p:spPr>
          <a:xfrm>
            <a:off x="4507200" y="200160"/>
            <a:ext cx="1949760" cy="747360"/>
          </a:xfrm>
          <a:prstGeom prst="rect">
            <a:avLst/>
          </a:prstGeom>
          <a:ln w="0">
            <a:noFill/>
          </a:ln>
        </p:spPr>
      </p:pic>
      <p:pic>
        <p:nvPicPr>
          <p:cNvPr id="1567" name="Picture 7" descr="D:\Downloads\pngwing.com.png"/>
          <p:cNvPicPr/>
          <p:nvPr/>
        </p:nvPicPr>
        <p:blipFill>
          <a:blip r:embed="rId3"/>
          <a:stretch/>
        </p:blipFill>
        <p:spPr>
          <a:xfrm>
            <a:off x="6597000" y="48240"/>
            <a:ext cx="2649960" cy="945000"/>
          </a:xfrm>
          <a:prstGeom prst="rect">
            <a:avLst/>
          </a:prstGeom>
          <a:ln w="0">
            <a:noFill/>
          </a:ln>
        </p:spPr>
      </p:pic>
      <p:sp>
        <p:nvSpPr>
          <p:cNvPr id="1568" name="TextBox 55"/>
          <p:cNvSpPr/>
          <p:nvPr/>
        </p:nvSpPr>
        <p:spPr>
          <a:xfrm>
            <a:off x="9321840" y="200160"/>
            <a:ext cx="192996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400" spc="-1" strike="noStrike">
                <a:solidFill>
                  <a:schemeClr val="dk1"/>
                </a:solidFill>
                <a:latin typeface="Tw Cen MT"/>
              </a:rPr>
              <a:t>MK IV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69" name="Picture 8" descr="D:\Downloads\53862060439_cb994eda33_k.jpg"/>
          <p:cNvPicPr/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5000" contrast="-5000"/>
                    </a14:imgEffect>
                  </a14:imgLayer>
                </a14:imgProps>
              </a:ext>
            </a:extLst>
          </a:blip>
          <a:stretch/>
        </p:blipFill>
        <p:spPr>
          <a:xfrm>
            <a:off x="78480" y="1659600"/>
            <a:ext cx="3464280" cy="2598120"/>
          </a:xfrm>
          <a:prstGeom prst="rect">
            <a:avLst/>
          </a:prstGeom>
          <a:ln w="0">
            <a:noFill/>
          </a:ln>
        </p:spPr>
      </p:pic>
      <p:sp>
        <p:nvSpPr>
          <p:cNvPr id="1570" name="TextBox 57"/>
          <p:cNvSpPr/>
          <p:nvPr/>
        </p:nvSpPr>
        <p:spPr>
          <a:xfrm>
            <a:off x="660240" y="4292280"/>
            <a:ext cx="22284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Cabriolet: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Escort MK IV (ALF)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71" name="Picture 10" descr="Ford Escort"/>
          <p:cNvPicPr/>
          <p:nvPr/>
        </p:nvPicPr>
        <p:blipFill>
          <a:blip r:embed="rId6"/>
          <a:stretch/>
        </p:blipFill>
        <p:spPr>
          <a:xfrm>
            <a:off x="3543480" y="1659600"/>
            <a:ext cx="3899880" cy="2598120"/>
          </a:xfrm>
          <a:prstGeom prst="rect">
            <a:avLst/>
          </a:prstGeom>
          <a:ln w="0">
            <a:noFill/>
          </a:ln>
        </p:spPr>
      </p:pic>
      <p:sp>
        <p:nvSpPr>
          <p:cNvPr id="1572" name="TextBox 59"/>
          <p:cNvSpPr/>
          <p:nvPr/>
        </p:nvSpPr>
        <p:spPr>
          <a:xfrm>
            <a:off x="4379040" y="4444920"/>
            <a:ext cx="26755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5door hatch: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Escort MK IV (AWF)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3" name="TextBox 60"/>
          <p:cNvSpPr/>
          <p:nvPr/>
        </p:nvSpPr>
        <p:spPr>
          <a:xfrm>
            <a:off x="4531320" y="5308560"/>
            <a:ext cx="26755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3door hatch: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Escort MK IV (GAF)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74" name="Picture 12" descr="zdjęcie Escort"/>
          <p:cNvPicPr/>
          <p:nvPr/>
        </p:nvPicPr>
        <p:blipFill>
          <a:blip r:embed="rId7"/>
          <a:stretch/>
        </p:blipFill>
        <p:spPr>
          <a:xfrm>
            <a:off x="7443720" y="1659600"/>
            <a:ext cx="3484440" cy="2600280"/>
          </a:xfrm>
          <a:prstGeom prst="rect">
            <a:avLst/>
          </a:prstGeom>
          <a:ln w="0">
            <a:noFill/>
          </a:ln>
        </p:spPr>
      </p:pic>
      <p:sp>
        <p:nvSpPr>
          <p:cNvPr id="1575" name="TextBox 63"/>
          <p:cNvSpPr/>
          <p:nvPr/>
        </p:nvSpPr>
        <p:spPr>
          <a:xfrm>
            <a:off x="7499880" y="4348800"/>
            <a:ext cx="33714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Turnier (station wagon):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Escort MK IV (AVF)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a7a7a7"/>
            </a:gs>
          </a:gsLst>
          <a:lin ang="504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76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w Cen MT"/>
            </a:endParaRPr>
          </a:p>
        </p:txBody>
      </p:sp>
      <p:pic>
        <p:nvPicPr>
          <p:cNvPr id="1577" name="Picture 2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1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grpSp>
        <p:nvGrpSpPr>
          <p:cNvPr id="1578" name="Group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20760" cy="6857640"/>
            <a:chOff x="0" y="0"/>
            <a:chExt cx="1220760" cy="6857640"/>
          </a:xfrm>
        </p:grpSpPr>
        <p:sp>
          <p:nvSpPr>
            <p:cNvPr id="1579" name="Rectangle 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28520" y="4680"/>
              <a:ext cx="23400" cy="218088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580" name="Freeform 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7520" y="217656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581" name="Freeform 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2840" y="40212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582" name="Freeform 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4200" y="4680"/>
              <a:ext cx="369360" cy="181080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810800"/>
                <a:gd name="textAreaBottom" fmla="*/ 1811160 h 1810800"/>
              </a:gdLst>
              <a:ahLst/>
              <a:rect l="textAreaLeft" t="textAreaTop" r="textAreaRight" b="textAreaBottom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583" name="Freeform 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17680" y="18018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584" name="Freeform 1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99880" y="4680"/>
              <a:ext cx="369360" cy="142992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429920"/>
                <a:gd name="textAreaBottom" fmla="*/ 1430280 h 1429920"/>
              </a:gdLst>
              <a:ahLst/>
              <a:rect l="textAreaLeft" t="textAreaTop" r="textAreaRight" b="textAreaBottom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585" name="Freeform 1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60520" y="0"/>
              <a:ext cx="151920" cy="9126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12600"/>
                <a:gd name="textAreaBottom" fmla="*/ 912960 h 912600"/>
              </a:gdLst>
              <a:ahLst/>
              <a:rect l="textAreaLeft" t="textAreaTop" r="textAreaRight" b="textAreaBottom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586" name="Freeform 1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3360" y="14209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587" name="Freeform 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3360" y="9032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588" name="Freeform 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5560" y="0"/>
              <a:ext cx="421920" cy="52668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526680"/>
                <a:gd name="textAreaBottom" fmla="*/ 527040 h 526680"/>
              </a:gdLst>
              <a:ahLst/>
              <a:rect l="textAreaLeft" t="textAreaTop" r="textAreaRight" b="textAreaBottom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589" name="Freeform 1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35000" y="488880"/>
              <a:ext cx="161640" cy="147240"/>
            </a:xfrm>
            <a:custGeom>
              <a:avLst/>
              <a:gdLst>
                <a:gd name="textAreaLeft" fmla="*/ 0 w 161640"/>
                <a:gd name="textAreaRight" fmla="*/ 162000 w 161640"/>
                <a:gd name="textAreaTop" fmla="*/ 0 h 147240"/>
                <a:gd name="textAreaBottom" fmla="*/ 147600 h 147240"/>
              </a:gdLst>
              <a:ahLst/>
              <a:rect l="textAreaLeft" t="textAreaTop" r="textAreaRight" b="textAreaBottom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590" name="Line 1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60" y="9360"/>
              <a:ext cx="360" cy="360"/>
            </a:xfrm>
            <a:prstGeom prst="line">
              <a:avLst/>
            </a:prstGeom>
            <a:ln w="15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591" name="Freeform 1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760" y="1801800"/>
              <a:ext cx="123480" cy="126720"/>
            </a:xfrm>
            <a:custGeom>
              <a:avLst/>
              <a:gdLst>
                <a:gd name="textAreaLeft" fmla="*/ 0 w 123480"/>
                <a:gd name="textAreaRight" fmla="*/ 123840 w 123480"/>
                <a:gd name="textAreaTop" fmla="*/ 0 h 126720"/>
                <a:gd name="textAreaBottom" fmla="*/ 127080 h 126720"/>
              </a:gdLst>
              <a:ahLst/>
              <a:rect l="textAreaLeft" t="textAreaTop" r="textAreaRight" b="textAreaBottom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592" name="Freeform 1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680" y="3549600"/>
              <a:ext cx="147240" cy="480600"/>
            </a:xfrm>
            <a:custGeom>
              <a:avLst/>
              <a:gdLst>
                <a:gd name="textAreaLeft" fmla="*/ 0 w 147240"/>
                <a:gd name="textAreaRight" fmla="*/ 147600 w 147240"/>
                <a:gd name="textAreaTop" fmla="*/ 0 h 480600"/>
                <a:gd name="textAreaBottom" fmla="*/ 480960 h 480600"/>
              </a:gdLst>
              <a:ahLst/>
              <a:rect l="textAreaLeft" t="textAreaTop" r="textAreaRight" b="textAreaBottom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593" name="Freeform 1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920" y="1382760"/>
              <a:ext cx="142560" cy="475920"/>
            </a:xfrm>
            <a:custGeom>
              <a:avLst/>
              <a:gdLst>
                <a:gd name="textAreaLeft" fmla="*/ 0 w 142560"/>
                <a:gd name="textAreaRight" fmla="*/ 142920 w 142560"/>
                <a:gd name="textAreaTop" fmla="*/ 0 h 475920"/>
                <a:gd name="textAreaBottom" fmla="*/ 476280 h 475920"/>
              </a:gdLst>
              <a:ahLst/>
              <a:rect l="textAreaLeft" t="textAreaTop" r="textAreaRight" b="textAreaBottom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594" name="Freeform 2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9240" y="1849320"/>
              <a:ext cx="114120" cy="107640"/>
            </a:xfrm>
            <a:custGeom>
              <a:avLst/>
              <a:gdLst>
                <a:gd name="textAreaLeft" fmla="*/ 0 w 114120"/>
                <a:gd name="textAreaRight" fmla="*/ 114480 w 114120"/>
                <a:gd name="textAreaTop" fmla="*/ 0 h 107640"/>
                <a:gd name="textAreaBottom" fmla="*/ 108000 h 107640"/>
              </a:gdLst>
              <a:ahLst/>
              <a:rect l="textAreaLeft" t="textAreaTop" r="textAreaRight" b="textAreaBottom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595" name="Rectangle 2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7600" y="4662360"/>
              <a:ext cx="23400" cy="218088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596" name="Freeform 2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7960" y="5041800"/>
              <a:ext cx="369360" cy="180144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801440"/>
                <a:gd name="textAreaBottom" fmla="*/ 1801800 h 1801440"/>
              </a:gdLst>
              <a:ahLst/>
              <a:rect l="textAreaLeft" t="textAreaTop" r="textAreaRight" b="textAreaBottom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597" name="Freeform 2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6600" y="4481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598" name="Freeform 2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5627520"/>
              <a:ext cx="85320" cy="1215720"/>
            </a:xfrm>
            <a:custGeom>
              <a:avLst/>
              <a:gdLst>
                <a:gd name="textAreaLeft" fmla="*/ 0 w 85320"/>
                <a:gd name="textAreaRight" fmla="*/ 85680 w 85320"/>
                <a:gd name="textAreaTop" fmla="*/ 0 h 1215720"/>
                <a:gd name="textAreaBottom" fmla="*/ 1216080 h 1215720"/>
              </a:gdLst>
              <a:ahLst/>
              <a:rect l="textAreaLeft" t="textAreaTop" r="textAreaRight" b="textAreaBottom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599" name="Freeform 2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1440" y="48672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600" name="Freeform 2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4000" y="5423040"/>
              <a:ext cx="374400" cy="1425240"/>
            </a:xfrm>
            <a:custGeom>
              <a:avLst/>
              <a:gdLst>
                <a:gd name="textAreaLeft" fmla="*/ 0 w 374400"/>
                <a:gd name="textAreaRight" fmla="*/ 374760 w 374400"/>
                <a:gd name="textAreaTop" fmla="*/ 0 h 1425240"/>
                <a:gd name="textAreaBottom" fmla="*/ 1425600 h 1425240"/>
              </a:gdLst>
              <a:ahLst/>
              <a:rect l="textAreaLeft" t="textAreaTop" r="textAreaRight" b="textAreaBottom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601" name="Freeform 2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84280" y="5945040"/>
              <a:ext cx="151920" cy="9126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12600"/>
                <a:gd name="textAreaBottom" fmla="*/ 912960 h 912600"/>
              </a:gdLst>
              <a:ahLst/>
              <a:rect l="textAreaLeft" t="textAreaTop" r="textAreaRight" b="textAreaBottom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602" name="Freeform 2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27120" y="5246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603" name="Freeform 2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27120" y="57643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604" name="Freeform 3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84360" y="6330960"/>
              <a:ext cx="417240" cy="517320"/>
            </a:xfrm>
            <a:custGeom>
              <a:avLst/>
              <a:gdLst>
                <a:gd name="textAreaLeft" fmla="*/ 0 w 417240"/>
                <a:gd name="textAreaRight" fmla="*/ 417600 w 417240"/>
                <a:gd name="textAreaTop" fmla="*/ 0 h 517320"/>
                <a:gd name="textAreaBottom" fmla="*/ 517680 h 517320"/>
              </a:gdLst>
              <a:ahLst/>
              <a:rect l="textAreaLeft" t="textAreaTop" r="textAreaRight" b="textAreaBottom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605" name="Freeform 3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63800" y="6221520"/>
              <a:ext cx="156960" cy="14724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47240"/>
                <a:gd name="textAreaBottom" fmla="*/ 147600 h 147240"/>
              </a:gdLst>
              <a:ahLst/>
              <a:rect l="textAreaLeft" t="textAreaTop" r="textAreaRight" b="textAreaBottom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</p:grpSp>
      <p:grpSp>
        <p:nvGrpSpPr>
          <p:cNvPr id="1606" name="Group 4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64840" y="0"/>
            <a:ext cx="674280" cy="6848280"/>
            <a:chOff x="11364840" y="0"/>
            <a:chExt cx="674280" cy="6848280"/>
          </a:xfrm>
        </p:grpSpPr>
        <p:sp>
          <p:nvSpPr>
            <p:cNvPr id="1607" name="Freeform 3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484000" y="0"/>
              <a:ext cx="417240" cy="512280"/>
            </a:xfrm>
            <a:custGeom>
              <a:avLst/>
              <a:gdLst>
                <a:gd name="textAreaLeft" fmla="*/ 0 w 417240"/>
                <a:gd name="textAreaRight" fmla="*/ 417600 w 417240"/>
                <a:gd name="textAreaTop" fmla="*/ 0 h 512280"/>
                <a:gd name="textAreaBottom" fmla="*/ 512640 h 512280"/>
              </a:gdLst>
              <a:ahLst/>
              <a:rect l="textAreaLeft" t="textAreaTop" r="textAreaRight" b="textAreaBottom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608" name="Freeform 3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364840" y="474840"/>
              <a:ext cx="156960" cy="15192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51920"/>
                <a:gd name="textAreaBottom" fmla="*/ 152280 h 151920"/>
              </a:gdLst>
              <a:ahLst/>
              <a:rect l="textAreaLeft" t="textAreaTop" r="textAreaRight" b="textAreaBottom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609" name="Freeform 3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1600" y="1539720"/>
              <a:ext cx="188640" cy="1900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610" name="Freeform 3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531520" y="5694480"/>
              <a:ext cx="298080" cy="1153800"/>
            </a:xfrm>
            <a:custGeom>
              <a:avLst/>
              <a:gdLst>
                <a:gd name="textAreaLeft" fmla="*/ 0 w 298080"/>
                <a:gd name="textAreaRight" fmla="*/ 298440 w 298080"/>
                <a:gd name="textAreaTop" fmla="*/ 0 h 1153800"/>
                <a:gd name="textAreaBottom" fmla="*/ 1154160 h 1153800"/>
              </a:gdLst>
              <a:ahLst/>
              <a:rect l="textAreaLeft" t="textAreaTop" r="textAreaRight" b="textAreaBottom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611" name="Freeform 3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773080" y="5551560"/>
              <a:ext cx="156960" cy="15516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55160"/>
                <a:gd name="textAreaBottom" fmla="*/ 155520 h 155160"/>
              </a:gdLst>
              <a:ahLst/>
              <a:rect l="textAreaLeft" t="textAreaTop" r="textAreaRight" b="textAreaBottom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612" name="Freeform 3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711160" y="4680"/>
              <a:ext cx="304560" cy="154440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544400"/>
                <a:gd name="textAreaBottom" fmla="*/ 1544760 h 1544400"/>
              </a:gdLst>
              <a:ahLst/>
              <a:rect l="textAreaLeft" t="textAreaTop" r="textAreaRight" b="textAreaBottom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613" name="Freeform 3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6280" y="4867200"/>
              <a:ext cx="188640" cy="18864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614" name="Freeform 3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441160" y="5046840"/>
              <a:ext cx="307440" cy="1801440"/>
            </a:xfrm>
            <a:custGeom>
              <a:avLst/>
              <a:gdLst>
                <a:gd name="textAreaLeft" fmla="*/ 0 w 307440"/>
                <a:gd name="textAreaRight" fmla="*/ 307800 w 307440"/>
                <a:gd name="textAreaTop" fmla="*/ 0 h 1801440"/>
                <a:gd name="textAreaBottom" fmla="*/ 1801800 h 1801440"/>
              </a:gdLst>
              <a:ahLst/>
              <a:rect l="textAreaLeft" t="textAreaTop" r="textAreaRight" b="textAreaBottom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615" name="Freeform 4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849040" y="641664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616" name="Rectangle 4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939760" y="6595920"/>
              <a:ext cx="23400" cy="25200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</p:grpSp>
      <p:sp>
        <p:nvSpPr>
          <p:cNvPr id="1617" name="PlaceHolder 1"/>
          <p:cNvSpPr>
            <a:spLocks noGrp="1"/>
          </p:cNvSpPr>
          <p:nvPr>
            <p:ph type="ftr" idx="59"/>
          </p:nvPr>
        </p:nvSpPr>
        <p:spPr>
          <a:xfrm>
            <a:off x="712800" y="-1584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1" lang="en-US" sz="1050" spc="-1" strike="noStrike" cap="all">
                <a:solidFill>
                  <a:schemeClr val="dk1">
                    <a:lumMod val="65000"/>
                    <a:lumOff val="35000"/>
                  </a:schemeClr>
                </a:solidFill>
                <a:latin typeface="Tw Cen MT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1" lang="en-US" sz="1050" spc="-1" strike="noStrike" cap="all">
                <a:solidFill>
                  <a:schemeClr val="dk1">
                    <a:lumMod val="65000"/>
                    <a:lumOff val="35000"/>
                  </a:schemeClr>
                </a:solidFill>
                <a:latin typeface="Tw Cen MT"/>
              </a:rPr>
              <a:t>https://github.com/Frederic-P/automotive_project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8" name="PlaceHolder 2"/>
          <p:cNvSpPr>
            <a:spLocks noGrp="1"/>
          </p:cNvSpPr>
          <p:nvPr>
            <p:ph/>
          </p:nvPr>
        </p:nvSpPr>
        <p:spPr>
          <a:xfrm>
            <a:off x="1206360" y="2249640"/>
            <a:ext cx="9840600" cy="35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Tw Cen MT"/>
              </a:rPr>
              <a:t>Rebadging: inter-brand confusion!</a:t>
            </a:r>
            <a:endParaRPr b="0" lang="en-US" sz="2400" spc="-1" strike="noStrike">
              <a:solidFill>
                <a:schemeClr val="dk1"/>
              </a:solidFill>
              <a:latin typeface="Tw Cen MT"/>
            </a:endParaRPr>
          </a:p>
        </p:txBody>
      </p:sp>
      <p:pic>
        <p:nvPicPr>
          <p:cNvPr id="1619" name="Picture 2" descr="Mazda2 Hybrid in Formal Red"/>
          <p:cNvPicPr/>
          <p:nvPr/>
        </p:nvPicPr>
        <p:blipFill>
          <a:blip r:embed="rId2"/>
          <a:stretch/>
        </p:blipFill>
        <p:spPr>
          <a:xfrm>
            <a:off x="679680" y="3558960"/>
            <a:ext cx="5268600" cy="2751480"/>
          </a:xfrm>
          <a:prstGeom prst="rect">
            <a:avLst/>
          </a:prstGeom>
          <a:ln w="0">
            <a:noFill/>
          </a:ln>
        </p:spPr>
      </p:pic>
      <p:pic>
        <p:nvPicPr>
          <p:cNvPr id="1620" name="Picture 8" descr=""/>
          <p:cNvPicPr/>
          <p:nvPr/>
        </p:nvPicPr>
        <p:blipFill>
          <a:blip r:embed="rId3"/>
          <a:stretch/>
        </p:blipFill>
        <p:spPr>
          <a:xfrm>
            <a:off x="6078600" y="3555720"/>
            <a:ext cx="5495400" cy="2781360"/>
          </a:xfrm>
          <a:prstGeom prst="rect">
            <a:avLst/>
          </a:prstGeom>
          <a:ln w="0">
            <a:noFill/>
          </a:ln>
        </p:spPr>
      </p:pic>
      <p:sp>
        <p:nvSpPr>
          <p:cNvPr id="1621" name="TextBox 4"/>
          <p:cNvSpPr/>
          <p:nvPr/>
        </p:nvSpPr>
        <p:spPr>
          <a:xfrm>
            <a:off x="1693800" y="6337440"/>
            <a:ext cx="22539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Mazda 2 (XP210)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2" name="TextBox 5"/>
          <p:cNvSpPr/>
          <p:nvPr/>
        </p:nvSpPr>
        <p:spPr>
          <a:xfrm>
            <a:off x="7562160" y="6418800"/>
            <a:ext cx="2528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Toyota Yaris (XP210)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23" name="Picture 8" descr=""/>
          <p:cNvPicPr/>
          <p:nvPr/>
        </p:nvPicPr>
        <p:blipFill>
          <a:blip r:embed="rId4"/>
          <a:stretch/>
        </p:blipFill>
        <p:spPr>
          <a:xfrm>
            <a:off x="731880" y="-54000"/>
            <a:ext cx="6364080" cy="3579480"/>
          </a:xfrm>
          <a:prstGeom prst="rect">
            <a:avLst/>
          </a:prstGeom>
          <a:ln w="0">
            <a:noFill/>
          </a:ln>
        </p:spPr>
      </p:pic>
      <p:sp>
        <p:nvSpPr>
          <p:cNvPr id="1624" name="TextBox 10"/>
          <p:cNvSpPr/>
          <p:nvPr/>
        </p:nvSpPr>
        <p:spPr>
          <a:xfrm>
            <a:off x="7257240" y="636480"/>
            <a:ext cx="25286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Toyota GT-86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Subaru BRZ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5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600" spc="-1" strike="noStrike" cap="all">
                <a:solidFill>
                  <a:schemeClr val="dk1"/>
                </a:solidFill>
                <a:latin typeface="Tw Cen MT"/>
              </a:rPr>
              <a:t>Project intended implementation</a:t>
            </a:r>
            <a:endParaRPr b="0" lang="en-US" sz="36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1626" name="PlaceHolder 2"/>
          <p:cNvSpPr>
            <a:spLocks noGrp="1"/>
          </p:cNvSpPr>
          <p:nvPr>
            <p:ph type="ftr" idx="60"/>
          </p:nvPr>
        </p:nvSpPr>
        <p:spPr>
          <a:xfrm>
            <a:off x="712800" y="-1584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1" lang="en-US" sz="1050" spc="-1" strike="noStrike" cap="all">
                <a:solidFill>
                  <a:schemeClr val="dk1">
                    <a:lumMod val="65000"/>
                    <a:lumOff val="35000"/>
                  </a:schemeClr>
                </a:solidFill>
                <a:latin typeface="Tw Cen MT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1" lang="en-US" sz="1050" spc="-1" strike="noStrike" cap="all">
                <a:solidFill>
                  <a:schemeClr val="dk1">
                    <a:lumMod val="65000"/>
                    <a:lumOff val="35000"/>
                  </a:schemeClr>
                </a:solidFill>
                <a:latin typeface="Tw Cen MT"/>
              </a:rPr>
              <a:t>https://github.com/Frederic-P/automotive_project</a:t>
            </a:r>
            <a:endParaRPr b="0" lang="en-US" sz="105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a7a7a7"/>
            </a:gs>
          </a:gsLst>
          <a:lin ang="504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27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w Cen MT"/>
            </a:endParaRPr>
          </a:p>
        </p:txBody>
      </p:sp>
      <p:pic>
        <p:nvPicPr>
          <p:cNvPr id="1628" name="Picture 2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1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grpSp>
        <p:nvGrpSpPr>
          <p:cNvPr id="1629" name="Group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20760" cy="6857640"/>
            <a:chOff x="0" y="0"/>
            <a:chExt cx="1220760" cy="6857640"/>
          </a:xfrm>
        </p:grpSpPr>
        <p:sp>
          <p:nvSpPr>
            <p:cNvPr id="1630" name="Rectangle 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28520" y="4680"/>
              <a:ext cx="23400" cy="218088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631" name="Freeform 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7520" y="217656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632" name="Freeform 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2840" y="40212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633" name="Freeform 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4200" y="4680"/>
              <a:ext cx="369360" cy="181080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810800"/>
                <a:gd name="textAreaBottom" fmla="*/ 1811160 h 1810800"/>
              </a:gdLst>
              <a:ahLst/>
              <a:rect l="textAreaLeft" t="textAreaTop" r="textAreaRight" b="textAreaBottom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634" name="Freeform 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17680" y="18018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635" name="Freeform 1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99880" y="4680"/>
              <a:ext cx="369360" cy="142992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429920"/>
                <a:gd name="textAreaBottom" fmla="*/ 1430280 h 1429920"/>
              </a:gdLst>
              <a:ahLst/>
              <a:rect l="textAreaLeft" t="textAreaTop" r="textAreaRight" b="textAreaBottom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636" name="Freeform 1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60520" y="0"/>
              <a:ext cx="151920" cy="9126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12600"/>
                <a:gd name="textAreaBottom" fmla="*/ 912960 h 912600"/>
              </a:gdLst>
              <a:ahLst/>
              <a:rect l="textAreaLeft" t="textAreaTop" r="textAreaRight" b="textAreaBottom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637" name="Freeform 1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3360" y="14209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638" name="Freeform 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3360" y="9032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639" name="Freeform 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5560" y="0"/>
              <a:ext cx="421920" cy="52668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526680"/>
                <a:gd name="textAreaBottom" fmla="*/ 527040 h 526680"/>
              </a:gdLst>
              <a:ahLst/>
              <a:rect l="textAreaLeft" t="textAreaTop" r="textAreaRight" b="textAreaBottom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640" name="Freeform 1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35000" y="488880"/>
              <a:ext cx="161640" cy="147240"/>
            </a:xfrm>
            <a:custGeom>
              <a:avLst/>
              <a:gdLst>
                <a:gd name="textAreaLeft" fmla="*/ 0 w 161640"/>
                <a:gd name="textAreaRight" fmla="*/ 162000 w 161640"/>
                <a:gd name="textAreaTop" fmla="*/ 0 h 147240"/>
                <a:gd name="textAreaBottom" fmla="*/ 147600 h 147240"/>
              </a:gdLst>
              <a:ahLst/>
              <a:rect l="textAreaLeft" t="textAreaTop" r="textAreaRight" b="textAreaBottom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641" name="Line 1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60" y="9360"/>
              <a:ext cx="360" cy="360"/>
            </a:xfrm>
            <a:prstGeom prst="line">
              <a:avLst/>
            </a:prstGeom>
            <a:ln w="15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642" name="Freeform 1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760" y="1801800"/>
              <a:ext cx="123480" cy="126720"/>
            </a:xfrm>
            <a:custGeom>
              <a:avLst/>
              <a:gdLst>
                <a:gd name="textAreaLeft" fmla="*/ 0 w 123480"/>
                <a:gd name="textAreaRight" fmla="*/ 123840 w 123480"/>
                <a:gd name="textAreaTop" fmla="*/ 0 h 126720"/>
                <a:gd name="textAreaBottom" fmla="*/ 127080 h 126720"/>
              </a:gdLst>
              <a:ahLst/>
              <a:rect l="textAreaLeft" t="textAreaTop" r="textAreaRight" b="textAreaBottom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643" name="Freeform 1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680" y="3549600"/>
              <a:ext cx="147240" cy="480600"/>
            </a:xfrm>
            <a:custGeom>
              <a:avLst/>
              <a:gdLst>
                <a:gd name="textAreaLeft" fmla="*/ 0 w 147240"/>
                <a:gd name="textAreaRight" fmla="*/ 147600 w 147240"/>
                <a:gd name="textAreaTop" fmla="*/ 0 h 480600"/>
                <a:gd name="textAreaBottom" fmla="*/ 480960 h 480600"/>
              </a:gdLst>
              <a:ahLst/>
              <a:rect l="textAreaLeft" t="textAreaTop" r="textAreaRight" b="textAreaBottom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644" name="Freeform 1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920" y="1382760"/>
              <a:ext cx="142560" cy="475920"/>
            </a:xfrm>
            <a:custGeom>
              <a:avLst/>
              <a:gdLst>
                <a:gd name="textAreaLeft" fmla="*/ 0 w 142560"/>
                <a:gd name="textAreaRight" fmla="*/ 142920 w 142560"/>
                <a:gd name="textAreaTop" fmla="*/ 0 h 475920"/>
                <a:gd name="textAreaBottom" fmla="*/ 476280 h 475920"/>
              </a:gdLst>
              <a:ahLst/>
              <a:rect l="textAreaLeft" t="textAreaTop" r="textAreaRight" b="textAreaBottom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645" name="Freeform 2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9240" y="1849320"/>
              <a:ext cx="114120" cy="107640"/>
            </a:xfrm>
            <a:custGeom>
              <a:avLst/>
              <a:gdLst>
                <a:gd name="textAreaLeft" fmla="*/ 0 w 114120"/>
                <a:gd name="textAreaRight" fmla="*/ 114480 w 114120"/>
                <a:gd name="textAreaTop" fmla="*/ 0 h 107640"/>
                <a:gd name="textAreaBottom" fmla="*/ 108000 h 107640"/>
              </a:gdLst>
              <a:ahLst/>
              <a:rect l="textAreaLeft" t="textAreaTop" r="textAreaRight" b="textAreaBottom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646" name="Rectangle 2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7600" y="4662360"/>
              <a:ext cx="23400" cy="218088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647" name="Freeform 2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7960" y="5041800"/>
              <a:ext cx="369360" cy="180144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801440"/>
                <a:gd name="textAreaBottom" fmla="*/ 1801800 h 1801440"/>
              </a:gdLst>
              <a:ahLst/>
              <a:rect l="textAreaLeft" t="textAreaTop" r="textAreaRight" b="textAreaBottom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648" name="Freeform 2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6600" y="4481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649" name="Freeform 2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5627520"/>
              <a:ext cx="85320" cy="1215720"/>
            </a:xfrm>
            <a:custGeom>
              <a:avLst/>
              <a:gdLst>
                <a:gd name="textAreaLeft" fmla="*/ 0 w 85320"/>
                <a:gd name="textAreaRight" fmla="*/ 85680 w 85320"/>
                <a:gd name="textAreaTop" fmla="*/ 0 h 1215720"/>
                <a:gd name="textAreaBottom" fmla="*/ 1216080 h 1215720"/>
              </a:gdLst>
              <a:ahLst/>
              <a:rect l="textAreaLeft" t="textAreaTop" r="textAreaRight" b="textAreaBottom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650" name="Freeform 2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1440" y="48672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651" name="Freeform 2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4000" y="5423040"/>
              <a:ext cx="374400" cy="1425240"/>
            </a:xfrm>
            <a:custGeom>
              <a:avLst/>
              <a:gdLst>
                <a:gd name="textAreaLeft" fmla="*/ 0 w 374400"/>
                <a:gd name="textAreaRight" fmla="*/ 374760 w 374400"/>
                <a:gd name="textAreaTop" fmla="*/ 0 h 1425240"/>
                <a:gd name="textAreaBottom" fmla="*/ 1425600 h 1425240"/>
              </a:gdLst>
              <a:ahLst/>
              <a:rect l="textAreaLeft" t="textAreaTop" r="textAreaRight" b="textAreaBottom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652" name="Freeform 2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84280" y="5945040"/>
              <a:ext cx="151920" cy="9126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12600"/>
                <a:gd name="textAreaBottom" fmla="*/ 912960 h 912600"/>
              </a:gdLst>
              <a:ahLst/>
              <a:rect l="textAreaLeft" t="textAreaTop" r="textAreaRight" b="textAreaBottom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653" name="Freeform 2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27120" y="5246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654" name="Freeform 2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27120" y="57643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655" name="Freeform 3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84360" y="6330960"/>
              <a:ext cx="417240" cy="517320"/>
            </a:xfrm>
            <a:custGeom>
              <a:avLst/>
              <a:gdLst>
                <a:gd name="textAreaLeft" fmla="*/ 0 w 417240"/>
                <a:gd name="textAreaRight" fmla="*/ 417600 w 417240"/>
                <a:gd name="textAreaTop" fmla="*/ 0 h 517320"/>
                <a:gd name="textAreaBottom" fmla="*/ 517680 h 517320"/>
              </a:gdLst>
              <a:ahLst/>
              <a:rect l="textAreaLeft" t="textAreaTop" r="textAreaRight" b="textAreaBottom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656" name="Freeform 3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63800" y="6221520"/>
              <a:ext cx="156960" cy="14724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47240"/>
                <a:gd name="textAreaBottom" fmla="*/ 147600 h 147240"/>
              </a:gdLst>
              <a:ahLst/>
              <a:rect l="textAreaLeft" t="textAreaTop" r="textAreaRight" b="textAreaBottom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</p:grpSp>
      <p:sp>
        <p:nvSpPr>
          <p:cNvPr id="1657" name="PlaceHolder 1"/>
          <p:cNvSpPr>
            <a:spLocks noGrp="1"/>
          </p:cNvSpPr>
          <p:nvPr>
            <p:ph type="title"/>
          </p:nvPr>
        </p:nvSpPr>
        <p:spPr>
          <a:xfrm>
            <a:off x="-1325520" y="4191120"/>
            <a:ext cx="9905760" cy="1116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800" spc="-1" strike="noStrike" cap="all">
                <a:solidFill>
                  <a:srgbClr val="505050"/>
                </a:solidFill>
                <a:latin typeface="Calibri Light"/>
              </a:rPr>
              <a:t>Deliverable pipeline</a:t>
            </a:r>
            <a:endParaRPr b="0" lang="en-US" sz="4800" spc="-1" strike="noStrike">
              <a:solidFill>
                <a:schemeClr val="dk1"/>
              </a:solidFill>
              <a:latin typeface="Tw Cen MT"/>
            </a:endParaRPr>
          </a:p>
        </p:txBody>
      </p:sp>
      <p:grpSp>
        <p:nvGrpSpPr>
          <p:cNvPr id="1658" name="Group 4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64840" y="0"/>
            <a:ext cx="674280" cy="6848280"/>
            <a:chOff x="11364840" y="0"/>
            <a:chExt cx="674280" cy="6848280"/>
          </a:xfrm>
        </p:grpSpPr>
        <p:sp>
          <p:nvSpPr>
            <p:cNvPr id="1659" name="Freeform 3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484000" y="0"/>
              <a:ext cx="417240" cy="512280"/>
            </a:xfrm>
            <a:custGeom>
              <a:avLst/>
              <a:gdLst>
                <a:gd name="textAreaLeft" fmla="*/ 0 w 417240"/>
                <a:gd name="textAreaRight" fmla="*/ 417600 w 417240"/>
                <a:gd name="textAreaTop" fmla="*/ 0 h 512280"/>
                <a:gd name="textAreaBottom" fmla="*/ 512640 h 512280"/>
              </a:gdLst>
              <a:ahLst/>
              <a:rect l="textAreaLeft" t="textAreaTop" r="textAreaRight" b="textAreaBottom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660" name="Freeform 3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364840" y="474840"/>
              <a:ext cx="156960" cy="15192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51920"/>
                <a:gd name="textAreaBottom" fmla="*/ 152280 h 151920"/>
              </a:gdLst>
              <a:ahLst/>
              <a:rect l="textAreaLeft" t="textAreaTop" r="textAreaRight" b="textAreaBottom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661" name="Freeform 3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1600" y="1539720"/>
              <a:ext cx="188640" cy="1900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662" name="Freeform 3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531520" y="5694480"/>
              <a:ext cx="298080" cy="1153800"/>
            </a:xfrm>
            <a:custGeom>
              <a:avLst/>
              <a:gdLst>
                <a:gd name="textAreaLeft" fmla="*/ 0 w 298080"/>
                <a:gd name="textAreaRight" fmla="*/ 298440 w 298080"/>
                <a:gd name="textAreaTop" fmla="*/ 0 h 1153800"/>
                <a:gd name="textAreaBottom" fmla="*/ 1154160 h 1153800"/>
              </a:gdLst>
              <a:ahLst/>
              <a:rect l="textAreaLeft" t="textAreaTop" r="textAreaRight" b="textAreaBottom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663" name="Freeform 3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773080" y="5551560"/>
              <a:ext cx="156960" cy="15516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55160"/>
                <a:gd name="textAreaBottom" fmla="*/ 155520 h 155160"/>
              </a:gdLst>
              <a:ahLst/>
              <a:rect l="textAreaLeft" t="textAreaTop" r="textAreaRight" b="textAreaBottom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664" name="Freeform 3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711160" y="4680"/>
              <a:ext cx="304560" cy="154440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544400"/>
                <a:gd name="textAreaBottom" fmla="*/ 1544760 h 1544400"/>
              </a:gdLst>
              <a:ahLst/>
              <a:rect l="textAreaLeft" t="textAreaTop" r="textAreaRight" b="textAreaBottom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665" name="Freeform 3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6280" y="4867200"/>
              <a:ext cx="188640" cy="18864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666" name="Freeform 3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441160" y="5046840"/>
              <a:ext cx="307440" cy="1801440"/>
            </a:xfrm>
            <a:custGeom>
              <a:avLst/>
              <a:gdLst>
                <a:gd name="textAreaLeft" fmla="*/ 0 w 307440"/>
                <a:gd name="textAreaRight" fmla="*/ 307800 w 307440"/>
                <a:gd name="textAreaTop" fmla="*/ 0 h 1801440"/>
                <a:gd name="textAreaBottom" fmla="*/ 1801800 h 1801440"/>
              </a:gdLst>
              <a:ahLst/>
              <a:rect l="textAreaLeft" t="textAreaTop" r="textAreaRight" b="textAreaBottom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667" name="Freeform 4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849040" y="641664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668" name="Rectangle 4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939760" y="6595920"/>
              <a:ext cx="23400" cy="25200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</p:grpSp>
      <p:sp>
        <p:nvSpPr>
          <p:cNvPr id="1669" name="Title 1"/>
          <p:cNvSpPr/>
          <p:nvPr/>
        </p:nvSpPr>
        <p:spPr>
          <a:xfrm>
            <a:off x="299880" y="73800"/>
            <a:ext cx="105152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</a:pPr>
            <a:endParaRPr b="0" lang="nl-BE" sz="3600" spc="-1" strike="noStrike" cap="all">
              <a:solidFill>
                <a:schemeClr val="dk1"/>
              </a:solidFill>
              <a:latin typeface="Tw Cen MT"/>
            </a:endParaRPr>
          </a:p>
        </p:txBody>
      </p:sp>
      <p:pic>
        <p:nvPicPr>
          <p:cNvPr id="1670" name="Picture 3" descr="A black background with a black square&#10;&#10;Description automatically generated with medium confidence"/>
          <p:cNvPicPr/>
          <p:nvPr/>
        </p:nvPicPr>
        <p:blipFill>
          <a:blip r:embed="rId2"/>
          <a:stretch/>
        </p:blipFill>
        <p:spPr>
          <a:xfrm>
            <a:off x="225000" y="1384560"/>
            <a:ext cx="1225800" cy="998280"/>
          </a:xfrm>
          <a:prstGeom prst="rect">
            <a:avLst/>
          </a:prstGeom>
          <a:ln w="0">
            <a:noFill/>
          </a:ln>
        </p:spPr>
      </p:pic>
      <p:pic>
        <p:nvPicPr>
          <p:cNvPr id="1671" name="Picture 5" descr="A blue and white sign&#10;&#10;Description automatically generated"/>
          <p:cNvPicPr/>
          <p:nvPr/>
        </p:nvPicPr>
        <p:blipFill>
          <a:blip r:embed="rId3"/>
          <a:stretch/>
        </p:blipFill>
        <p:spPr>
          <a:xfrm>
            <a:off x="2277000" y="1402200"/>
            <a:ext cx="3143160" cy="981000"/>
          </a:xfrm>
          <a:prstGeom prst="rect">
            <a:avLst/>
          </a:prstGeom>
          <a:ln w="0">
            <a:noFill/>
          </a:ln>
        </p:spPr>
      </p:pic>
      <p:sp>
        <p:nvSpPr>
          <p:cNvPr id="1672" name="Arrow: Right 6"/>
          <p:cNvSpPr/>
          <p:nvPr/>
        </p:nvSpPr>
        <p:spPr>
          <a:xfrm>
            <a:off x="1546560" y="1789920"/>
            <a:ext cx="670680" cy="3596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acd4c"/>
          </a:solidFill>
          <a:ln>
            <a:solidFill>
              <a:srgbClr val="43592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nl-BE" sz="1800" spc="-1" strike="noStrike">
              <a:solidFill>
                <a:schemeClr val="lt1"/>
              </a:solidFill>
              <a:latin typeface="Tw Cen MT"/>
            </a:endParaRPr>
          </a:p>
        </p:txBody>
      </p:sp>
      <p:sp>
        <p:nvSpPr>
          <p:cNvPr id="1673" name="TextBox 8"/>
          <p:cNvSpPr/>
          <p:nvPr/>
        </p:nvSpPr>
        <p:spPr>
          <a:xfrm>
            <a:off x="2352960" y="2393640"/>
            <a:ext cx="300564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Bounding box: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x1,y1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x2,y2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4" name="AutoShape 8"/>
          <p:cNvSpPr/>
          <p:nvPr/>
        </p:nvSpPr>
        <p:spPr>
          <a:xfrm>
            <a:off x="2881440" y="1285920"/>
            <a:ext cx="6428880" cy="42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nl-BE" sz="18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1675" name="AutoShape 14"/>
          <p:cNvSpPr/>
          <p:nvPr/>
        </p:nvSpPr>
        <p:spPr>
          <a:xfrm>
            <a:off x="4905360" y="1995480"/>
            <a:ext cx="2381040" cy="28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nl-BE" sz="1800" spc="-1" strike="noStrike">
              <a:solidFill>
                <a:schemeClr val="dk1"/>
              </a:solidFill>
              <a:latin typeface="Tw Cen MT"/>
            </a:endParaRPr>
          </a:p>
        </p:txBody>
      </p:sp>
      <p:pic>
        <p:nvPicPr>
          <p:cNvPr id="1676" name="Picture 51" descr="A diagram of a network&#10;&#10;Description automatically generated"/>
          <p:cNvPicPr/>
          <p:nvPr/>
        </p:nvPicPr>
        <p:blipFill>
          <a:blip r:embed="rId4"/>
          <a:stretch/>
        </p:blipFill>
        <p:spPr>
          <a:xfrm>
            <a:off x="6217200" y="945000"/>
            <a:ext cx="1800360" cy="2049480"/>
          </a:xfrm>
          <a:prstGeom prst="rect">
            <a:avLst/>
          </a:prstGeom>
          <a:ln w="0">
            <a:noFill/>
          </a:ln>
        </p:spPr>
      </p:pic>
      <p:sp>
        <p:nvSpPr>
          <p:cNvPr id="1677" name="Arrow: Right 52"/>
          <p:cNvSpPr/>
          <p:nvPr/>
        </p:nvSpPr>
        <p:spPr>
          <a:xfrm>
            <a:off x="5483520" y="1712880"/>
            <a:ext cx="670680" cy="3596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acd4c"/>
          </a:solidFill>
          <a:ln>
            <a:solidFill>
              <a:srgbClr val="43592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nl-BE" sz="1800" spc="-1" strike="noStrike">
              <a:solidFill>
                <a:schemeClr val="lt1"/>
              </a:solidFill>
              <a:latin typeface="Tw Cen MT"/>
            </a:endParaRPr>
          </a:p>
        </p:txBody>
      </p:sp>
      <p:sp>
        <p:nvSpPr>
          <p:cNvPr id="1678" name="TextBox 53"/>
          <p:cNvSpPr/>
          <p:nvPr/>
        </p:nvSpPr>
        <p:spPr>
          <a:xfrm>
            <a:off x="6088680" y="71280"/>
            <a:ext cx="187308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CNN1: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Bin tag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angle tag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9" name="Arrow: Right 54"/>
          <p:cNvSpPr/>
          <p:nvPr/>
        </p:nvSpPr>
        <p:spPr>
          <a:xfrm>
            <a:off x="8007840" y="1716120"/>
            <a:ext cx="670680" cy="3596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acd4c"/>
          </a:solidFill>
          <a:ln>
            <a:solidFill>
              <a:srgbClr val="43592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nl-BE" sz="1800" spc="-1" strike="noStrike">
              <a:solidFill>
                <a:schemeClr val="lt1"/>
              </a:solidFill>
              <a:latin typeface="Tw Cen MT"/>
            </a:endParaRPr>
          </a:p>
        </p:txBody>
      </p:sp>
      <p:pic>
        <p:nvPicPr>
          <p:cNvPr id="1680" name="Picture 55" descr="A diagram of a network&#10;&#10;Description automatically generated"/>
          <p:cNvPicPr/>
          <p:nvPr/>
        </p:nvPicPr>
        <p:blipFill>
          <a:blip r:embed="rId5"/>
          <a:stretch/>
        </p:blipFill>
        <p:spPr>
          <a:xfrm>
            <a:off x="8961840" y="941400"/>
            <a:ext cx="1800360" cy="2049480"/>
          </a:xfrm>
          <a:prstGeom prst="rect">
            <a:avLst/>
          </a:prstGeom>
          <a:ln w="0">
            <a:noFill/>
          </a:ln>
        </p:spPr>
      </p:pic>
      <p:sp>
        <p:nvSpPr>
          <p:cNvPr id="1681" name="TextBox 56"/>
          <p:cNvSpPr/>
          <p:nvPr/>
        </p:nvSpPr>
        <p:spPr>
          <a:xfrm>
            <a:off x="8343720" y="351360"/>
            <a:ext cx="29192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CNN2: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brand classification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2" name="TextBox 57"/>
          <p:cNvSpPr/>
          <p:nvPr/>
        </p:nvSpPr>
        <p:spPr>
          <a:xfrm>
            <a:off x="6391080" y="3501000"/>
            <a:ext cx="291924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CNN3a: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Model classification (audi)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3" name="TextBox 58"/>
          <p:cNvSpPr/>
          <p:nvPr/>
        </p:nvSpPr>
        <p:spPr>
          <a:xfrm>
            <a:off x="9261720" y="3512160"/>
            <a:ext cx="29192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CNN3b: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Model classification (fiat)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4" name="Arrow: Right 59"/>
          <p:cNvSpPr/>
          <p:nvPr/>
        </p:nvSpPr>
        <p:spPr>
          <a:xfrm rot="7965000">
            <a:off x="8986320" y="3085560"/>
            <a:ext cx="670680" cy="3596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acd4c"/>
          </a:solidFill>
          <a:ln>
            <a:solidFill>
              <a:srgbClr val="43592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nl-BE" sz="1800" spc="-1" strike="noStrike">
              <a:solidFill>
                <a:schemeClr val="lt1"/>
              </a:solidFill>
              <a:latin typeface="Tw Cen MT"/>
            </a:endParaRPr>
          </a:p>
        </p:txBody>
      </p:sp>
      <p:sp>
        <p:nvSpPr>
          <p:cNvPr id="1685" name="Arrow: Right 60"/>
          <p:cNvSpPr/>
          <p:nvPr/>
        </p:nvSpPr>
        <p:spPr>
          <a:xfrm rot="2662200">
            <a:off x="9932760" y="3050640"/>
            <a:ext cx="670680" cy="3596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acd4c"/>
          </a:solidFill>
          <a:ln>
            <a:solidFill>
              <a:srgbClr val="43592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nl-BE" sz="1800" spc="-1" strike="noStrike">
              <a:solidFill>
                <a:schemeClr val="lt1"/>
              </a:solidFill>
              <a:latin typeface="Tw Cen MT"/>
            </a:endParaRPr>
          </a:p>
        </p:txBody>
      </p:sp>
      <p:pic>
        <p:nvPicPr>
          <p:cNvPr id="1686" name="Picture 61" descr="A diagram of a network&#10;&#10;Description automatically generated"/>
          <p:cNvPicPr/>
          <p:nvPr/>
        </p:nvPicPr>
        <p:blipFill>
          <a:blip r:embed="rId6"/>
          <a:stretch/>
        </p:blipFill>
        <p:spPr>
          <a:xfrm>
            <a:off x="7069320" y="4366800"/>
            <a:ext cx="1800360" cy="2049480"/>
          </a:xfrm>
          <a:prstGeom prst="rect">
            <a:avLst/>
          </a:prstGeom>
          <a:ln w="0">
            <a:noFill/>
          </a:ln>
        </p:spPr>
      </p:pic>
      <p:pic>
        <p:nvPicPr>
          <p:cNvPr id="1687" name="Picture 62" descr="A diagram of a network&#10;&#10;Description automatically generated"/>
          <p:cNvPicPr/>
          <p:nvPr/>
        </p:nvPicPr>
        <p:blipFill>
          <a:blip r:embed="rId7"/>
          <a:stretch/>
        </p:blipFill>
        <p:spPr>
          <a:xfrm>
            <a:off x="9902520" y="4366800"/>
            <a:ext cx="1800360" cy="2049480"/>
          </a:xfrm>
          <a:prstGeom prst="rect">
            <a:avLst/>
          </a:prstGeom>
          <a:ln w="0">
            <a:noFill/>
          </a:ln>
        </p:spPr>
      </p:pic>
      <p:sp>
        <p:nvSpPr>
          <p:cNvPr id="1688" name="Arrow: Right 63"/>
          <p:cNvSpPr/>
          <p:nvPr/>
        </p:nvSpPr>
        <p:spPr>
          <a:xfrm>
            <a:off x="5531400" y="2847240"/>
            <a:ext cx="3147480" cy="3596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acd4c"/>
          </a:solidFill>
          <a:ln>
            <a:solidFill>
              <a:srgbClr val="43592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nl-BE" sz="1800" spc="-1" strike="noStrike">
              <a:solidFill>
                <a:schemeClr val="lt1"/>
              </a:solidFill>
              <a:latin typeface="Tw Cen MT"/>
            </a:endParaRPr>
          </a:p>
        </p:txBody>
      </p:sp>
      <p:sp>
        <p:nvSpPr>
          <p:cNvPr id="1689" name="PlaceHolder 2"/>
          <p:cNvSpPr>
            <a:spLocks noGrp="1"/>
          </p:cNvSpPr>
          <p:nvPr>
            <p:ph type="ftr" idx="61"/>
          </p:nvPr>
        </p:nvSpPr>
        <p:spPr>
          <a:xfrm>
            <a:off x="712800" y="-1584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1" lang="en-US" sz="1050" spc="-1" strike="noStrike" cap="all">
                <a:solidFill>
                  <a:schemeClr val="dk1">
                    <a:lumMod val="65000"/>
                    <a:lumOff val="35000"/>
                  </a:schemeClr>
                </a:solidFill>
                <a:latin typeface="Tw Cen MT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1" lang="en-US" sz="1050" spc="-1" strike="noStrike" cap="all">
                <a:solidFill>
                  <a:schemeClr val="dk1">
                    <a:lumMod val="65000"/>
                    <a:lumOff val="35000"/>
                  </a:schemeClr>
                </a:solidFill>
                <a:latin typeface="Tw Cen MT"/>
              </a:rPr>
              <a:t>https://github.com/Frederic-P/automotive_project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" dur="indefinite" restart="never" nodeType="tmRoot">
          <p:childTnLst>
            <p:seq>
              <p:cTn id="10" dur="indefinite" nodeType="mainSeq"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nodeType="withEffect" fill="hold" presetClass="entr" presetID="1">
                                  <p:stCondLst>
                                    <p:cond delay="0"/>
                                  </p:stCondLst>
                                  <p:endCondLst>
                                    <p:cond delay="0" evt="begin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nodeType="withEffect" fill="hold" presetClass="entr" presetID="1">
                                  <p:stCondLst>
                                    <p:cond delay="0"/>
                                  </p:stCondLst>
                                  <p:endCondLst>
                                    <p:cond delay="0" evt="begin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nodeType="withEffect" fill="hold" presetClass="entr" presetID="1">
                                  <p:stCondLst>
                                    <p:cond delay="0"/>
                                  </p:stCondLst>
                                  <p:endCondLst>
                                    <p:cond delay="0" evt="begin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a7a7a7"/>
            </a:gs>
          </a:gsLst>
          <a:lin ang="504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90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w Cen MT"/>
            </a:endParaRPr>
          </a:p>
        </p:txBody>
      </p:sp>
      <p:pic>
        <p:nvPicPr>
          <p:cNvPr id="1691" name="Picture 2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1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grpSp>
        <p:nvGrpSpPr>
          <p:cNvPr id="1692" name="Group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20760" cy="6857640"/>
            <a:chOff x="0" y="0"/>
            <a:chExt cx="1220760" cy="6857640"/>
          </a:xfrm>
        </p:grpSpPr>
        <p:sp>
          <p:nvSpPr>
            <p:cNvPr id="1693" name="Rectangle 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28520" y="4680"/>
              <a:ext cx="23400" cy="218088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694" name="Freeform 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7520" y="217656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695" name="Freeform 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2840" y="40212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696" name="Freeform 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4200" y="4680"/>
              <a:ext cx="369360" cy="181080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810800"/>
                <a:gd name="textAreaBottom" fmla="*/ 1811160 h 1810800"/>
              </a:gdLst>
              <a:ahLst/>
              <a:rect l="textAreaLeft" t="textAreaTop" r="textAreaRight" b="textAreaBottom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697" name="Freeform 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17680" y="18018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698" name="Freeform 1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99880" y="4680"/>
              <a:ext cx="369360" cy="142992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429920"/>
                <a:gd name="textAreaBottom" fmla="*/ 1430280 h 1429920"/>
              </a:gdLst>
              <a:ahLst/>
              <a:rect l="textAreaLeft" t="textAreaTop" r="textAreaRight" b="textAreaBottom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699" name="Freeform 1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60520" y="0"/>
              <a:ext cx="151920" cy="9126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12600"/>
                <a:gd name="textAreaBottom" fmla="*/ 912960 h 912600"/>
              </a:gdLst>
              <a:ahLst/>
              <a:rect l="textAreaLeft" t="textAreaTop" r="textAreaRight" b="textAreaBottom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700" name="Freeform 1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3360" y="14209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701" name="Freeform 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3360" y="9032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702" name="Freeform 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5560" y="0"/>
              <a:ext cx="421920" cy="52668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526680"/>
                <a:gd name="textAreaBottom" fmla="*/ 527040 h 526680"/>
              </a:gdLst>
              <a:ahLst/>
              <a:rect l="textAreaLeft" t="textAreaTop" r="textAreaRight" b="textAreaBottom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703" name="Freeform 1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35000" y="488880"/>
              <a:ext cx="161640" cy="147240"/>
            </a:xfrm>
            <a:custGeom>
              <a:avLst/>
              <a:gdLst>
                <a:gd name="textAreaLeft" fmla="*/ 0 w 161640"/>
                <a:gd name="textAreaRight" fmla="*/ 162000 w 161640"/>
                <a:gd name="textAreaTop" fmla="*/ 0 h 147240"/>
                <a:gd name="textAreaBottom" fmla="*/ 147600 h 147240"/>
              </a:gdLst>
              <a:ahLst/>
              <a:rect l="textAreaLeft" t="textAreaTop" r="textAreaRight" b="textAreaBottom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704" name="Line 1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60" y="9360"/>
              <a:ext cx="360" cy="360"/>
            </a:xfrm>
            <a:prstGeom prst="line">
              <a:avLst/>
            </a:prstGeom>
            <a:ln w="15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705" name="Freeform 1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760" y="1801800"/>
              <a:ext cx="123480" cy="126720"/>
            </a:xfrm>
            <a:custGeom>
              <a:avLst/>
              <a:gdLst>
                <a:gd name="textAreaLeft" fmla="*/ 0 w 123480"/>
                <a:gd name="textAreaRight" fmla="*/ 123840 w 123480"/>
                <a:gd name="textAreaTop" fmla="*/ 0 h 126720"/>
                <a:gd name="textAreaBottom" fmla="*/ 127080 h 126720"/>
              </a:gdLst>
              <a:ahLst/>
              <a:rect l="textAreaLeft" t="textAreaTop" r="textAreaRight" b="textAreaBottom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706" name="Freeform 1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680" y="3549600"/>
              <a:ext cx="147240" cy="480600"/>
            </a:xfrm>
            <a:custGeom>
              <a:avLst/>
              <a:gdLst>
                <a:gd name="textAreaLeft" fmla="*/ 0 w 147240"/>
                <a:gd name="textAreaRight" fmla="*/ 147600 w 147240"/>
                <a:gd name="textAreaTop" fmla="*/ 0 h 480600"/>
                <a:gd name="textAreaBottom" fmla="*/ 480960 h 480600"/>
              </a:gdLst>
              <a:ahLst/>
              <a:rect l="textAreaLeft" t="textAreaTop" r="textAreaRight" b="textAreaBottom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707" name="Freeform 1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920" y="1382760"/>
              <a:ext cx="142560" cy="475920"/>
            </a:xfrm>
            <a:custGeom>
              <a:avLst/>
              <a:gdLst>
                <a:gd name="textAreaLeft" fmla="*/ 0 w 142560"/>
                <a:gd name="textAreaRight" fmla="*/ 142920 w 142560"/>
                <a:gd name="textAreaTop" fmla="*/ 0 h 475920"/>
                <a:gd name="textAreaBottom" fmla="*/ 476280 h 475920"/>
              </a:gdLst>
              <a:ahLst/>
              <a:rect l="textAreaLeft" t="textAreaTop" r="textAreaRight" b="textAreaBottom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708" name="Freeform 2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9240" y="1849320"/>
              <a:ext cx="114120" cy="107640"/>
            </a:xfrm>
            <a:custGeom>
              <a:avLst/>
              <a:gdLst>
                <a:gd name="textAreaLeft" fmla="*/ 0 w 114120"/>
                <a:gd name="textAreaRight" fmla="*/ 114480 w 114120"/>
                <a:gd name="textAreaTop" fmla="*/ 0 h 107640"/>
                <a:gd name="textAreaBottom" fmla="*/ 108000 h 107640"/>
              </a:gdLst>
              <a:ahLst/>
              <a:rect l="textAreaLeft" t="textAreaTop" r="textAreaRight" b="textAreaBottom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709" name="Rectangle 2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7600" y="4662360"/>
              <a:ext cx="23400" cy="218088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710" name="Freeform 2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7960" y="5041800"/>
              <a:ext cx="369360" cy="180144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801440"/>
                <a:gd name="textAreaBottom" fmla="*/ 1801800 h 1801440"/>
              </a:gdLst>
              <a:ahLst/>
              <a:rect l="textAreaLeft" t="textAreaTop" r="textAreaRight" b="textAreaBottom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711" name="Freeform 2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6600" y="4481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712" name="Freeform 2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5627520"/>
              <a:ext cx="85320" cy="1215720"/>
            </a:xfrm>
            <a:custGeom>
              <a:avLst/>
              <a:gdLst>
                <a:gd name="textAreaLeft" fmla="*/ 0 w 85320"/>
                <a:gd name="textAreaRight" fmla="*/ 85680 w 85320"/>
                <a:gd name="textAreaTop" fmla="*/ 0 h 1215720"/>
                <a:gd name="textAreaBottom" fmla="*/ 1216080 h 1215720"/>
              </a:gdLst>
              <a:ahLst/>
              <a:rect l="textAreaLeft" t="textAreaTop" r="textAreaRight" b="textAreaBottom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713" name="Freeform 2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1440" y="48672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714" name="Freeform 2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4000" y="5423040"/>
              <a:ext cx="374400" cy="1425240"/>
            </a:xfrm>
            <a:custGeom>
              <a:avLst/>
              <a:gdLst>
                <a:gd name="textAreaLeft" fmla="*/ 0 w 374400"/>
                <a:gd name="textAreaRight" fmla="*/ 374760 w 374400"/>
                <a:gd name="textAreaTop" fmla="*/ 0 h 1425240"/>
                <a:gd name="textAreaBottom" fmla="*/ 1425600 h 1425240"/>
              </a:gdLst>
              <a:ahLst/>
              <a:rect l="textAreaLeft" t="textAreaTop" r="textAreaRight" b="textAreaBottom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715" name="Freeform 2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84280" y="5945040"/>
              <a:ext cx="151920" cy="9126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12600"/>
                <a:gd name="textAreaBottom" fmla="*/ 912960 h 912600"/>
              </a:gdLst>
              <a:ahLst/>
              <a:rect l="textAreaLeft" t="textAreaTop" r="textAreaRight" b="textAreaBottom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716" name="Freeform 2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27120" y="5246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717" name="Freeform 2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27120" y="57643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718" name="Freeform 3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84360" y="6330960"/>
              <a:ext cx="417240" cy="517320"/>
            </a:xfrm>
            <a:custGeom>
              <a:avLst/>
              <a:gdLst>
                <a:gd name="textAreaLeft" fmla="*/ 0 w 417240"/>
                <a:gd name="textAreaRight" fmla="*/ 417600 w 417240"/>
                <a:gd name="textAreaTop" fmla="*/ 0 h 517320"/>
                <a:gd name="textAreaBottom" fmla="*/ 517680 h 517320"/>
              </a:gdLst>
              <a:ahLst/>
              <a:rect l="textAreaLeft" t="textAreaTop" r="textAreaRight" b="textAreaBottom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719" name="Freeform 3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63800" y="6221520"/>
              <a:ext cx="156960" cy="14724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47240"/>
                <a:gd name="textAreaBottom" fmla="*/ 147600 h 147240"/>
              </a:gdLst>
              <a:ahLst/>
              <a:rect l="textAreaLeft" t="textAreaTop" r="textAreaRight" b="textAreaBottom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</p:grpSp>
      <p:grpSp>
        <p:nvGrpSpPr>
          <p:cNvPr id="1720" name="Group 4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64840" y="0"/>
            <a:ext cx="674280" cy="6848280"/>
            <a:chOff x="11364840" y="0"/>
            <a:chExt cx="674280" cy="6848280"/>
          </a:xfrm>
        </p:grpSpPr>
        <p:sp>
          <p:nvSpPr>
            <p:cNvPr id="1721" name="Freeform 3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484000" y="0"/>
              <a:ext cx="417240" cy="512280"/>
            </a:xfrm>
            <a:custGeom>
              <a:avLst/>
              <a:gdLst>
                <a:gd name="textAreaLeft" fmla="*/ 0 w 417240"/>
                <a:gd name="textAreaRight" fmla="*/ 417600 w 417240"/>
                <a:gd name="textAreaTop" fmla="*/ 0 h 512280"/>
                <a:gd name="textAreaBottom" fmla="*/ 512640 h 512280"/>
              </a:gdLst>
              <a:ahLst/>
              <a:rect l="textAreaLeft" t="textAreaTop" r="textAreaRight" b="textAreaBottom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722" name="Freeform 3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364840" y="474840"/>
              <a:ext cx="156960" cy="15192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51920"/>
                <a:gd name="textAreaBottom" fmla="*/ 152280 h 151920"/>
              </a:gdLst>
              <a:ahLst/>
              <a:rect l="textAreaLeft" t="textAreaTop" r="textAreaRight" b="textAreaBottom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723" name="Freeform 3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1600" y="1539720"/>
              <a:ext cx="188640" cy="1900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724" name="Freeform 3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531520" y="5694480"/>
              <a:ext cx="298080" cy="1153800"/>
            </a:xfrm>
            <a:custGeom>
              <a:avLst/>
              <a:gdLst>
                <a:gd name="textAreaLeft" fmla="*/ 0 w 298080"/>
                <a:gd name="textAreaRight" fmla="*/ 298440 w 298080"/>
                <a:gd name="textAreaTop" fmla="*/ 0 h 1153800"/>
                <a:gd name="textAreaBottom" fmla="*/ 1154160 h 1153800"/>
              </a:gdLst>
              <a:ahLst/>
              <a:rect l="textAreaLeft" t="textAreaTop" r="textAreaRight" b="textAreaBottom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725" name="Freeform 3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773080" y="5551560"/>
              <a:ext cx="156960" cy="15516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55160"/>
                <a:gd name="textAreaBottom" fmla="*/ 155520 h 155160"/>
              </a:gdLst>
              <a:ahLst/>
              <a:rect l="textAreaLeft" t="textAreaTop" r="textAreaRight" b="textAreaBottom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726" name="Freeform 3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711160" y="4680"/>
              <a:ext cx="304560" cy="154440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544400"/>
                <a:gd name="textAreaBottom" fmla="*/ 1544760 h 1544400"/>
              </a:gdLst>
              <a:ahLst/>
              <a:rect l="textAreaLeft" t="textAreaTop" r="textAreaRight" b="textAreaBottom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727" name="Freeform 3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6280" y="4867200"/>
              <a:ext cx="188640" cy="18864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728" name="Freeform 3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441160" y="5046840"/>
              <a:ext cx="307440" cy="1801440"/>
            </a:xfrm>
            <a:custGeom>
              <a:avLst/>
              <a:gdLst>
                <a:gd name="textAreaLeft" fmla="*/ 0 w 307440"/>
                <a:gd name="textAreaRight" fmla="*/ 307800 w 307440"/>
                <a:gd name="textAreaTop" fmla="*/ 0 h 1801440"/>
                <a:gd name="textAreaBottom" fmla="*/ 1801800 h 1801440"/>
              </a:gdLst>
              <a:ahLst/>
              <a:rect l="textAreaLeft" t="textAreaTop" r="textAreaRight" b="textAreaBottom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729" name="Freeform 4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849040" y="641664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730" name="Rectangle 4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939760" y="6595920"/>
              <a:ext cx="23400" cy="25200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</p:grpSp>
      <p:sp>
        <p:nvSpPr>
          <p:cNvPr id="1731" name="Title 1"/>
          <p:cNvSpPr/>
          <p:nvPr/>
        </p:nvSpPr>
        <p:spPr>
          <a:xfrm>
            <a:off x="299880" y="73800"/>
            <a:ext cx="105152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</a:pPr>
            <a:endParaRPr b="0" lang="nl-BE" sz="3600" spc="-1" strike="noStrike" cap="all">
              <a:solidFill>
                <a:schemeClr val="dk1"/>
              </a:solidFill>
              <a:latin typeface="Tw Cen MT"/>
            </a:endParaRPr>
          </a:p>
        </p:txBody>
      </p:sp>
      <p:pic>
        <p:nvPicPr>
          <p:cNvPr id="1732" name="Picture 3" descr="A black background with a black square&#10;&#10;Description automatically generated with medium confidence"/>
          <p:cNvPicPr/>
          <p:nvPr/>
        </p:nvPicPr>
        <p:blipFill>
          <a:blip r:embed="rId2"/>
          <a:stretch/>
        </p:blipFill>
        <p:spPr>
          <a:xfrm>
            <a:off x="225000" y="1384560"/>
            <a:ext cx="1225800" cy="998280"/>
          </a:xfrm>
          <a:prstGeom prst="rect">
            <a:avLst/>
          </a:prstGeom>
          <a:ln w="0">
            <a:noFill/>
          </a:ln>
        </p:spPr>
      </p:pic>
      <p:pic>
        <p:nvPicPr>
          <p:cNvPr id="1733" name="Picture 5" descr="A blue and white sign&#10;&#10;Description automatically generated"/>
          <p:cNvPicPr/>
          <p:nvPr/>
        </p:nvPicPr>
        <p:blipFill>
          <a:blip r:embed="rId3"/>
          <a:stretch/>
        </p:blipFill>
        <p:spPr>
          <a:xfrm>
            <a:off x="2277000" y="1402200"/>
            <a:ext cx="3143160" cy="981000"/>
          </a:xfrm>
          <a:prstGeom prst="rect">
            <a:avLst/>
          </a:prstGeom>
          <a:ln w="0">
            <a:noFill/>
          </a:ln>
        </p:spPr>
      </p:pic>
      <p:sp>
        <p:nvSpPr>
          <p:cNvPr id="1734" name="Arrow: Right 6"/>
          <p:cNvSpPr/>
          <p:nvPr/>
        </p:nvSpPr>
        <p:spPr>
          <a:xfrm>
            <a:off x="1546560" y="1789920"/>
            <a:ext cx="670680" cy="3596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acd4c"/>
          </a:solidFill>
          <a:ln>
            <a:solidFill>
              <a:srgbClr val="43592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nl-BE" sz="1800" spc="-1" strike="noStrike">
              <a:solidFill>
                <a:schemeClr val="lt1"/>
              </a:solidFill>
              <a:latin typeface="Tw Cen MT"/>
            </a:endParaRPr>
          </a:p>
        </p:txBody>
      </p:sp>
      <p:sp>
        <p:nvSpPr>
          <p:cNvPr id="1735" name="TextBox 8"/>
          <p:cNvSpPr/>
          <p:nvPr/>
        </p:nvSpPr>
        <p:spPr>
          <a:xfrm>
            <a:off x="2352960" y="2393640"/>
            <a:ext cx="300564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Bounding box: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x1,y1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x2,y2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6" name="AutoShape 8"/>
          <p:cNvSpPr/>
          <p:nvPr/>
        </p:nvSpPr>
        <p:spPr>
          <a:xfrm>
            <a:off x="2881440" y="1285920"/>
            <a:ext cx="6428880" cy="42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nl-BE" sz="18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1737" name="AutoShape 14"/>
          <p:cNvSpPr/>
          <p:nvPr/>
        </p:nvSpPr>
        <p:spPr>
          <a:xfrm>
            <a:off x="4905360" y="1995480"/>
            <a:ext cx="2381040" cy="28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nl-BE" sz="1800" spc="-1" strike="noStrike">
              <a:solidFill>
                <a:schemeClr val="dk1"/>
              </a:solidFill>
              <a:latin typeface="Tw Cen MT"/>
            </a:endParaRPr>
          </a:p>
        </p:txBody>
      </p:sp>
      <p:pic>
        <p:nvPicPr>
          <p:cNvPr id="1738" name="Picture 51" descr="A diagram of a network&#10;&#10;Description automatically generated"/>
          <p:cNvPicPr/>
          <p:nvPr/>
        </p:nvPicPr>
        <p:blipFill>
          <a:blip r:embed="rId4"/>
          <a:stretch/>
        </p:blipFill>
        <p:spPr>
          <a:xfrm>
            <a:off x="6217200" y="945000"/>
            <a:ext cx="1800360" cy="2049480"/>
          </a:xfrm>
          <a:prstGeom prst="rect">
            <a:avLst/>
          </a:prstGeom>
          <a:ln w="0">
            <a:noFill/>
          </a:ln>
        </p:spPr>
      </p:pic>
      <p:sp>
        <p:nvSpPr>
          <p:cNvPr id="1739" name="Arrow: Right 52"/>
          <p:cNvSpPr/>
          <p:nvPr/>
        </p:nvSpPr>
        <p:spPr>
          <a:xfrm>
            <a:off x="5483520" y="1712880"/>
            <a:ext cx="670680" cy="3596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acd4c"/>
          </a:solidFill>
          <a:ln>
            <a:solidFill>
              <a:srgbClr val="43592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nl-BE" sz="1800" spc="-1" strike="noStrike">
              <a:solidFill>
                <a:schemeClr val="lt1"/>
              </a:solidFill>
              <a:latin typeface="Tw Cen MT"/>
            </a:endParaRPr>
          </a:p>
        </p:txBody>
      </p:sp>
      <p:sp>
        <p:nvSpPr>
          <p:cNvPr id="1740" name="TextBox 53"/>
          <p:cNvSpPr/>
          <p:nvPr/>
        </p:nvSpPr>
        <p:spPr>
          <a:xfrm>
            <a:off x="6088680" y="71280"/>
            <a:ext cx="187308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CNN1: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Bin tag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angle tag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1" name="Arrow: Right 54"/>
          <p:cNvSpPr/>
          <p:nvPr/>
        </p:nvSpPr>
        <p:spPr>
          <a:xfrm>
            <a:off x="8007840" y="1716120"/>
            <a:ext cx="670680" cy="3596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acd4c"/>
          </a:solidFill>
          <a:ln>
            <a:solidFill>
              <a:srgbClr val="43592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nl-BE" sz="1800" spc="-1" strike="noStrike">
              <a:solidFill>
                <a:schemeClr val="lt1"/>
              </a:solidFill>
              <a:latin typeface="Tw Cen MT"/>
            </a:endParaRPr>
          </a:p>
        </p:txBody>
      </p:sp>
      <p:pic>
        <p:nvPicPr>
          <p:cNvPr id="1742" name="Picture 55" descr="A diagram of a network&#10;&#10;Description automatically generated"/>
          <p:cNvPicPr/>
          <p:nvPr/>
        </p:nvPicPr>
        <p:blipFill>
          <a:blip r:embed="rId5"/>
          <a:stretch/>
        </p:blipFill>
        <p:spPr>
          <a:xfrm>
            <a:off x="8961840" y="941400"/>
            <a:ext cx="1800360" cy="2049480"/>
          </a:xfrm>
          <a:prstGeom prst="rect">
            <a:avLst/>
          </a:prstGeom>
          <a:ln w="0">
            <a:noFill/>
          </a:ln>
        </p:spPr>
      </p:pic>
      <p:sp>
        <p:nvSpPr>
          <p:cNvPr id="1743" name="TextBox 56"/>
          <p:cNvSpPr/>
          <p:nvPr/>
        </p:nvSpPr>
        <p:spPr>
          <a:xfrm>
            <a:off x="8343720" y="351360"/>
            <a:ext cx="29192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CNN2: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brand classification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4" name="TextBox 57"/>
          <p:cNvSpPr/>
          <p:nvPr/>
        </p:nvSpPr>
        <p:spPr>
          <a:xfrm>
            <a:off x="6391080" y="3501000"/>
            <a:ext cx="291924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CNN3a: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Model classification (audi)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5" name="TextBox 58"/>
          <p:cNvSpPr/>
          <p:nvPr/>
        </p:nvSpPr>
        <p:spPr>
          <a:xfrm>
            <a:off x="9261720" y="3512160"/>
            <a:ext cx="29192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CNN3b: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Model classification (fiat)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6" name="Arrow: Right 59"/>
          <p:cNvSpPr/>
          <p:nvPr/>
        </p:nvSpPr>
        <p:spPr>
          <a:xfrm rot="7965000">
            <a:off x="8986320" y="3085560"/>
            <a:ext cx="670680" cy="3596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acd4c"/>
          </a:solidFill>
          <a:ln>
            <a:solidFill>
              <a:srgbClr val="43592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nl-BE" sz="1800" spc="-1" strike="noStrike">
              <a:solidFill>
                <a:schemeClr val="lt1"/>
              </a:solidFill>
              <a:latin typeface="Tw Cen MT"/>
            </a:endParaRPr>
          </a:p>
        </p:txBody>
      </p:sp>
      <p:sp>
        <p:nvSpPr>
          <p:cNvPr id="1747" name="Arrow: Right 60"/>
          <p:cNvSpPr/>
          <p:nvPr/>
        </p:nvSpPr>
        <p:spPr>
          <a:xfrm rot="2662200">
            <a:off x="9932760" y="3050640"/>
            <a:ext cx="670680" cy="3596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acd4c"/>
          </a:solidFill>
          <a:ln>
            <a:solidFill>
              <a:srgbClr val="43592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nl-BE" sz="1800" spc="-1" strike="noStrike">
              <a:solidFill>
                <a:schemeClr val="lt1"/>
              </a:solidFill>
              <a:latin typeface="Tw Cen MT"/>
            </a:endParaRPr>
          </a:p>
        </p:txBody>
      </p:sp>
      <p:pic>
        <p:nvPicPr>
          <p:cNvPr id="1748" name="Picture 61" descr="A diagram of a network&#10;&#10;Description automatically generated"/>
          <p:cNvPicPr/>
          <p:nvPr/>
        </p:nvPicPr>
        <p:blipFill>
          <a:blip r:embed="rId6"/>
          <a:stretch/>
        </p:blipFill>
        <p:spPr>
          <a:xfrm>
            <a:off x="7069320" y="4366800"/>
            <a:ext cx="1800360" cy="2049480"/>
          </a:xfrm>
          <a:prstGeom prst="rect">
            <a:avLst/>
          </a:prstGeom>
          <a:ln w="0">
            <a:noFill/>
          </a:ln>
        </p:spPr>
      </p:pic>
      <p:pic>
        <p:nvPicPr>
          <p:cNvPr id="1749" name="Picture 62" descr="A diagram of a network&#10;&#10;Description automatically generated"/>
          <p:cNvPicPr/>
          <p:nvPr/>
        </p:nvPicPr>
        <p:blipFill>
          <a:blip r:embed="rId7"/>
          <a:stretch/>
        </p:blipFill>
        <p:spPr>
          <a:xfrm>
            <a:off x="9902520" y="4366800"/>
            <a:ext cx="1800360" cy="2049480"/>
          </a:xfrm>
          <a:prstGeom prst="rect">
            <a:avLst/>
          </a:prstGeom>
          <a:ln w="0">
            <a:noFill/>
          </a:ln>
        </p:spPr>
      </p:pic>
      <p:sp>
        <p:nvSpPr>
          <p:cNvPr id="1750" name="Arrow: Right 63"/>
          <p:cNvSpPr/>
          <p:nvPr/>
        </p:nvSpPr>
        <p:spPr>
          <a:xfrm>
            <a:off x="5531400" y="2847240"/>
            <a:ext cx="3147480" cy="3596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acd4c"/>
          </a:solidFill>
          <a:ln>
            <a:solidFill>
              <a:srgbClr val="43592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nl-BE" sz="1800" spc="-1" strike="noStrike">
              <a:solidFill>
                <a:schemeClr val="lt1"/>
              </a:solidFill>
              <a:latin typeface="Tw Cen MT"/>
            </a:endParaRPr>
          </a:p>
        </p:txBody>
      </p:sp>
      <p:sp>
        <p:nvSpPr>
          <p:cNvPr id="1751" name="Rectangle 64"/>
          <p:cNvSpPr/>
          <p:nvPr/>
        </p:nvSpPr>
        <p:spPr>
          <a:xfrm>
            <a:off x="23760" y="1179000"/>
            <a:ext cx="1658880" cy="1574280"/>
          </a:xfrm>
          <a:prstGeom prst="rect">
            <a:avLst/>
          </a:prstGeom>
          <a:noFill/>
          <a:ln w="57150">
            <a:solidFill>
              <a:srgbClr val="719738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w Cen MT"/>
            </a:endParaRPr>
          </a:p>
        </p:txBody>
      </p:sp>
      <p:sp>
        <p:nvSpPr>
          <p:cNvPr id="1752" name="PlaceHolder 1"/>
          <p:cNvSpPr>
            <a:spLocks noGrp="1"/>
          </p:cNvSpPr>
          <p:nvPr>
            <p:ph type="ftr" idx="62"/>
          </p:nvPr>
        </p:nvSpPr>
        <p:spPr>
          <a:xfrm>
            <a:off x="712800" y="-1584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1" lang="en-US" sz="1050" spc="-1" strike="noStrike" cap="all">
                <a:solidFill>
                  <a:schemeClr val="dk1">
                    <a:lumMod val="65000"/>
                    <a:lumOff val="35000"/>
                  </a:schemeClr>
                </a:solidFill>
                <a:latin typeface="Tw Cen MT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1" lang="en-US" sz="1050" spc="-1" strike="noStrike" cap="all">
                <a:solidFill>
                  <a:schemeClr val="dk1">
                    <a:lumMod val="65000"/>
                    <a:lumOff val="35000"/>
                  </a:schemeClr>
                </a:solidFill>
                <a:latin typeface="Tw Cen MT"/>
              </a:rPr>
              <a:t>https://github.com/Frederic-P/automotive_project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a7a7a7"/>
            </a:gs>
          </a:gsLst>
          <a:lin ang="504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53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w Cen MT"/>
            </a:endParaRPr>
          </a:p>
        </p:txBody>
      </p:sp>
      <p:pic>
        <p:nvPicPr>
          <p:cNvPr id="1754" name="Picture 2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1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grpSp>
        <p:nvGrpSpPr>
          <p:cNvPr id="1755" name="Group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20760" cy="6857640"/>
            <a:chOff x="0" y="0"/>
            <a:chExt cx="1220760" cy="6857640"/>
          </a:xfrm>
        </p:grpSpPr>
        <p:sp>
          <p:nvSpPr>
            <p:cNvPr id="1756" name="Rectangle 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28520" y="4680"/>
              <a:ext cx="23400" cy="218088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757" name="Freeform 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7520" y="217656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758" name="Freeform 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2840" y="40212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759" name="Freeform 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4200" y="4680"/>
              <a:ext cx="369360" cy="181080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810800"/>
                <a:gd name="textAreaBottom" fmla="*/ 1811160 h 1810800"/>
              </a:gdLst>
              <a:ahLst/>
              <a:rect l="textAreaLeft" t="textAreaTop" r="textAreaRight" b="textAreaBottom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760" name="Freeform 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17680" y="18018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761" name="Freeform 1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99880" y="4680"/>
              <a:ext cx="369360" cy="142992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429920"/>
                <a:gd name="textAreaBottom" fmla="*/ 1430280 h 1429920"/>
              </a:gdLst>
              <a:ahLst/>
              <a:rect l="textAreaLeft" t="textAreaTop" r="textAreaRight" b="textAreaBottom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762" name="Freeform 1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60520" y="0"/>
              <a:ext cx="151920" cy="9126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12600"/>
                <a:gd name="textAreaBottom" fmla="*/ 912960 h 912600"/>
              </a:gdLst>
              <a:ahLst/>
              <a:rect l="textAreaLeft" t="textAreaTop" r="textAreaRight" b="textAreaBottom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763" name="Freeform 1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3360" y="14209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764" name="Freeform 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3360" y="9032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765" name="Freeform 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5560" y="0"/>
              <a:ext cx="421920" cy="52668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526680"/>
                <a:gd name="textAreaBottom" fmla="*/ 527040 h 526680"/>
              </a:gdLst>
              <a:ahLst/>
              <a:rect l="textAreaLeft" t="textAreaTop" r="textAreaRight" b="textAreaBottom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766" name="Freeform 1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35000" y="488880"/>
              <a:ext cx="161640" cy="147240"/>
            </a:xfrm>
            <a:custGeom>
              <a:avLst/>
              <a:gdLst>
                <a:gd name="textAreaLeft" fmla="*/ 0 w 161640"/>
                <a:gd name="textAreaRight" fmla="*/ 162000 w 161640"/>
                <a:gd name="textAreaTop" fmla="*/ 0 h 147240"/>
                <a:gd name="textAreaBottom" fmla="*/ 147600 h 147240"/>
              </a:gdLst>
              <a:ahLst/>
              <a:rect l="textAreaLeft" t="textAreaTop" r="textAreaRight" b="textAreaBottom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767" name="Line 1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60" y="9360"/>
              <a:ext cx="360" cy="360"/>
            </a:xfrm>
            <a:prstGeom prst="line">
              <a:avLst/>
            </a:prstGeom>
            <a:ln w="15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768" name="Freeform 1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760" y="1801800"/>
              <a:ext cx="123480" cy="126720"/>
            </a:xfrm>
            <a:custGeom>
              <a:avLst/>
              <a:gdLst>
                <a:gd name="textAreaLeft" fmla="*/ 0 w 123480"/>
                <a:gd name="textAreaRight" fmla="*/ 123840 w 123480"/>
                <a:gd name="textAreaTop" fmla="*/ 0 h 126720"/>
                <a:gd name="textAreaBottom" fmla="*/ 127080 h 126720"/>
              </a:gdLst>
              <a:ahLst/>
              <a:rect l="textAreaLeft" t="textAreaTop" r="textAreaRight" b="textAreaBottom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769" name="Freeform 1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680" y="3549600"/>
              <a:ext cx="147240" cy="480600"/>
            </a:xfrm>
            <a:custGeom>
              <a:avLst/>
              <a:gdLst>
                <a:gd name="textAreaLeft" fmla="*/ 0 w 147240"/>
                <a:gd name="textAreaRight" fmla="*/ 147600 w 147240"/>
                <a:gd name="textAreaTop" fmla="*/ 0 h 480600"/>
                <a:gd name="textAreaBottom" fmla="*/ 480960 h 480600"/>
              </a:gdLst>
              <a:ahLst/>
              <a:rect l="textAreaLeft" t="textAreaTop" r="textAreaRight" b="textAreaBottom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770" name="Freeform 1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920" y="1382760"/>
              <a:ext cx="142560" cy="475920"/>
            </a:xfrm>
            <a:custGeom>
              <a:avLst/>
              <a:gdLst>
                <a:gd name="textAreaLeft" fmla="*/ 0 w 142560"/>
                <a:gd name="textAreaRight" fmla="*/ 142920 w 142560"/>
                <a:gd name="textAreaTop" fmla="*/ 0 h 475920"/>
                <a:gd name="textAreaBottom" fmla="*/ 476280 h 475920"/>
              </a:gdLst>
              <a:ahLst/>
              <a:rect l="textAreaLeft" t="textAreaTop" r="textAreaRight" b="textAreaBottom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771" name="Freeform 2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9240" y="1849320"/>
              <a:ext cx="114120" cy="107640"/>
            </a:xfrm>
            <a:custGeom>
              <a:avLst/>
              <a:gdLst>
                <a:gd name="textAreaLeft" fmla="*/ 0 w 114120"/>
                <a:gd name="textAreaRight" fmla="*/ 114480 w 114120"/>
                <a:gd name="textAreaTop" fmla="*/ 0 h 107640"/>
                <a:gd name="textAreaBottom" fmla="*/ 108000 h 107640"/>
              </a:gdLst>
              <a:ahLst/>
              <a:rect l="textAreaLeft" t="textAreaTop" r="textAreaRight" b="textAreaBottom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772" name="Rectangle 2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7600" y="4662360"/>
              <a:ext cx="23400" cy="218088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773" name="Freeform 2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7960" y="5041800"/>
              <a:ext cx="369360" cy="180144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801440"/>
                <a:gd name="textAreaBottom" fmla="*/ 1801800 h 1801440"/>
              </a:gdLst>
              <a:ahLst/>
              <a:rect l="textAreaLeft" t="textAreaTop" r="textAreaRight" b="textAreaBottom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774" name="Freeform 2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6600" y="4481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775" name="Freeform 2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5627520"/>
              <a:ext cx="85320" cy="1215720"/>
            </a:xfrm>
            <a:custGeom>
              <a:avLst/>
              <a:gdLst>
                <a:gd name="textAreaLeft" fmla="*/ 0 w 85320"/>
                <a:gd name="textAreaRight" fmla="*/ 85680 w 85320"/>
                <a:gd name="textAreaTop" fmla="*/ 0 h 1215720"/>
                <a:gd name="textAreaBottom" fmla="*/ 1216080 h 1215720"/>
              </a:gdLst>
              <a:ahLst/>
              <a:rect l="textAreaLeft" t="textAreaTop" r="textAreaRight" b="textAreaBottom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776" name="Freeform 2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1440" y="48672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777" name="Freeform 2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4000" y="5423040"/>
              <a:ext cx="374400" cy="1425240"/>
            </a:xfrm>
            <a:custGeom>
              <a:avLst/>
              <a:gdLst>
                <a:gd name="textAreaLeft" fmla="*/ 0 w 374400"/>
                <a:gd name="textAreaRight" fmla="*/ 374760 w 374400"/>
                <a:gd name="textAreaTop" fmla="*/ 0 h 1425240"/>
                <a:gd name="textAreaBottom" fmla="*/ 1425600 h 1425240"/>
              </a:gdLst>
              <a:ahLst/>
              <a:rect l="textAreaLeft" t="textAreaTop" r="textAreaRight" b="textAreaBottom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778" name="Freeform 2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84280" y="5945040"/>
              <a:ext cx="151920" cy="9126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12600"/>
                <a:gd name="textAreaBottom" fmla="*/ 912960 h 912600"/>
              </a:gdLst>
              <a:ahLst/>
              <a:rect l="textAreaLeft" t="textAreaTop" r="textAreaRight" b="textAreaBottom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779" name="Freeform 2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27120" y="5246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780" name="Freeform 2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27120" y="57643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781" name="Freeform 3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84360" y="6330960"/>
              <a:ext cx="417240" cy="517320"/>
            </a:xfrm>
            <a:custGeom>
              <a:avLst/>
              <a:gdLst>
                <a:gd name="textAreaLeft" fmla="*/ 0 w 417240"/>
                <a:gd name="textAreaRight" fmla="*/ 417600 w 417240"/>
                <a:gd name="textAreaTop" fmla="*/ 0 h 517320"/>
                <a:gd name="textAreaBottom" fmla="*/ 517680 h 517320"/>
              </a:gdLst>
              <a:ahLst/>
              <a:rect l="textAreaLeft" t="textAreaTop" r="textAreaRight" b="textAreaBottom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782" name="Freeform 3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63800" y="6221520"/>
              <a:ext cx="156960" cy="14724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47240"/>
                <a:gd name="textAreaBottom" fmla="*/ 147600 h 147240"/>
              </a:gdLst>
              <a:ahLst/>
              <a:rect l="textAreaLeft" t="textAreaTop" r="textAreaRight" b="textAreaBottom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</p:grpSp>
      <p:grpSp>
        <p:nvGrpSpPr>
          <p:cNvPr id="1783" name="Group 4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64840" y="0"/>
            <a:ext cx="674280" cy="6848280"/>
            <a:chOff x="11364840" y="0"/>
            <a:chExt cx="674280" cy="6848280"/>
          </a:xfrm>
        </p:grpSpPr>
        <p:sp>
          <p:nvSpPr>
            <p:cNvPr id="1784" name="Freeform 3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484000" y="0"/>
              <a:ext cx="417240" cy="512280"/>
            </a:xfrm>
            <a:custGeom>
              <a:avLst/>
              <a:gdLst>
                <a:gd name="textAreaLeft" fmla="*/ 0 w 417240"/>
                <a:gd name="textAreaRight" fmla="*/ 417600 w 417240"/>
                <a:gd name="textAreaTop" fmla="*/ 0 h 512280"/>
                <a:gd name="textAreaBottom" fmla="*/ 512640 h 512280"/>
              </a:gdLst>
              <a:ahLst/>
              <a:rect l="textAreaLeft" t="textAreaTop" r="textAreaRight" b="textAreaBottom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785" name="Freeform 3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364840" y="474840"/>
              <a:ext cx="156960" cy="15192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51920"/>
                <a:gd name="textAreaBottom" fmla="*/ 152280 h 151920"/>
              </a:gdLst>
              <a:ahLst/>
              <a:rect l="textAreaLeft" t="textAreaTop" r="textAreaRight" b="textAreaBottom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786" name="Freeform 3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1600" y="1539720"/>
              <a:ext cx="188640" cy="1900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787" name="Freeform 3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531520" y="5694480"/>
              <a:ext cx="298080" cy="1153800"/>
            </a:xfrm>
            <a:custGeom>
              <a:avLst/>
              <a:gdLst>
                <a:gd name="textAreaLeft" fmla="*/ 0 w 298080"/>
                <a:gd name="textAreaRight" fmla="*/ 298440 w 298080"/>
                <a:gd name="textAreaTop" fmla="*/ 0 h 1153800"/>
                <a:gd name="textAreaBottom" fmla="*/ 1154160 h 1153800"/>
              </a:gdLst>
              <a:ahLst/>
              <a:rect l="textAreaLeft" t="textAreaTop" r="textAreaRight" b="textAreaBottom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788" name="Freeform 3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773080" y="5551560"/>
              <a:ext cx="156960" cy="15516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55160"/>
                <a:gd name="textAreaBottom" fmla="*/ 155520 h 155160"/>
              </a:gdLst>
              <a:ahLst/>
              <a:rect l="textAreaLeft" t="textAreaTop" r="textAreaRight" b="textAreaBottom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789" name="Freeform 3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711160" y="4680"/>
              <a:ext cx="304560" cy="154440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544400"/>
                <a:gd name="textAreaBottom" fmla="*/ 1544760 h 1544400"/>
              </a:gdLst>
              <a:ahLst/>
              <a:rect l="textAreaLeft" t="textAreaTop" r="textAreaRight" b="textAreaBottom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790" name="Freeform 3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6280" y="4867200"/>
              <a:ext cx="188640" cy="18864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791" name="Freeform 3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441160" y="5046840"/>
              <a:ext cx="307440" cy="1801440"/>
            </a:xfrm>
            <a:custGeom>
              <a:avLst/>
              <a:gdLst>
                <a:gd name="textAreaLeft" fmla="*/ 0 w 307440"/>
                <a:gd name="textAreaRight" fmla="*/ 307800 w 307440"/>
                <a:gd name="textAreaTop" fmla="*/ 0 h 1801440"/>
                <a:gd name="textAreaBottom" fmla="*/ 1801800 h 1801440"/>
              </a:gdLst>
              <a:ahLst/>
              <a:rect l="textAreaLeft" t="textAreaTop" r="textAreaRight" b="textAreaBottom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792" name="Freeform 4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849040" y="641664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793" name="Rectangle 4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939760" y="6595920"/>
              <a:ext cx="23400" cy="25200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</p:grpSp>
      <p:sp>
        <p:nvSpPr>
          <p:cNvPr id="1794" name="Title 1"/>
          <p:cNvSpPr/>
          <p:nvPr/>
        </p:nvSpPr>
        <p:spPr>
          <a:xfrm>
            <a:off x="299880" y="73800"/>
            <a:ext cx="105152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</a:pPr>
            <a:endParaRPr b="0" lang="nl-BE" sz="3600" spc="-1" strike="noStrike" cap="all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1795" name="AutoShape 8"/>
          <p:cNvSpPr/>
          <p:nvPr/>
        </p:nvSpPr>
        <p:spPr>
          <a:xfrm>
            <a:off x="2881440" y="1285920"/>
            <a:ext cx="6428880" cy="42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nl-BE" sz="18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1796" name="AutoShape 14"/>
          <p:cNvSpPr/>
          <p:nvPr/>
        </p:nvSpPr>
        <p:spPr>
          <a:xfrm>
            <a:off x="4905360" y="1995480"/>
            <a:ext cx="2381040" cy="28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nl-BE" sz="18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1797" name="PlaceHolder 1"/>
          <p:cNvSpPr>
            <a:spLocks noGrp="1"/>
          </p:cNvSpPr>
          <p:nvPr>
            <p:ph type="ftr" idx="63"/>
          </p:nvPr>
        </p:nvSpPr>
        <p:spPr>
          <a:xfrm>
            <a:off x="712800" y="-1584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1" lang="en-US" sz="1050" spc="-1" strike="noStrike" cap="all">
                <a:solidFill>
                  <a:schemeClr val="dk1">
                    <a:lumMod val="65000"/>
                    <a:lumOff val="35000"/>
                  </a:schemeClr>
                </a:solidFill>
                <a:latin typeface="Tw Cen MT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1" lang="en-US" sz="1050" spc="-1" strike="noStrike" cap="all">
                <a:solidFill>
                  <a:schemeClr val="dk1">
                    <a:lumMod val="65000"/>
                    <a:lumOff val="35000"/>
                  </a:schemeClr>
                </a:solidFill>
                <a:latin typeface="Tw Cen MT"/>
              </a:rPr>
              <a:t>https://github.com/Frederic-P/automotive_project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8" name="PlaceHolder 2"/>
          <p:cNvSpPr>
            <a:spLocks noGrp="1"/>
          </p:cNvSpPr>
          <p:nvPr>
            <p:ph type="title"/>
          </p:nvPr>
        </p:nvSpPr>
        <p:spPr>
          <a:xfrm>
            <a:off x="1141560" y="748080"/>
            <a:ext cx="9905760" cy="1116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800" spc="-1" strike="noStrike" cap="all">
                <a:solidFill>
                  <a:srgbClr val="505050"/>
                </a:solidFill>
                <a:latin typeface="Calibri Light"/>
              </a:rPr>
              <a:t>Data harvesting</a:t>
            </a:r>
            <a:endParaRPr b="0" lang="en-US" sz="48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1799" name="TextBox 72"/>
          <p:cNvSpPr/>
          <p:nvPr/>
        </p:nvSpPr>
        <p:spPr>
          <a:xfrm>
            <a:off x="932400" y="1683360"/>
            <a:ext cx="10373040" cy="22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OpenSymbol"/>
              <a:buChar char="-"/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Data Sources: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buClr>
                <a:srgbClr val="000000"/>
              </a:buClr>
              <a:buFont typeface="OpenSymbol"/>
              <a:buChar char="-"/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Autoscout (Listings)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buClr>
                <a:srgbClr val="000000"/>
              </a:buClr>
              <a:buFont typeface="OpenSymbol"/>
              <a:buChar char="-"/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Autodoc (chassis codes)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OpenSymbol"/>
              <a:buChar char="-"/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Merging data: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buClr>
                <a:srgbClr val="000000"/>
              </a:buClr>
              <a:buFont typeface="OpenSymbol"/>
              <a:buChar char="-"/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Pending task (based on support features)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00240" indent="-285840" defTabSz="457200">
              <a:lnSpc>
                <a:spcPct val="100000"/>
              </a:lnSpc>
              <a:buClr>
                <a:srgbClr val="000000"/>
              </a:buClr>
              <a:buFont typeface="OpenSymbol"/>
              <a:buChar char="-"/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Doorcount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00240" indent="-285840" defTabSz="457200">
              <a:lnSpc>
                <a:spcPct val="100000"/>
              </a:lnSpc>
              <a:buClr>
                <a:srgbClr val="000000"/>
              </a:buClr>
              <a:buFont typeface="OpenSymbol"/>
              <a:buChar char="-"/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Registration year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00240" indent="-285840" defTabSz="457200">
              <a:lnSpc>
                <a:spcPct val="100000"/>
              </a:lnSpc>
              <a:buClr>
                <a:srgbClr val="000000"/>
              </a:buClr>
              <a:buFont typeface="OpenSymbol"/>
              <a:buChar char="-"/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Shell type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00" name="Picture 4" descr=""/>
          <p:cNvPicPr/>
          <p:nvPr/>
        </p:nvPicPr>
        <p:blipFill>
          <a:blip r:embed="rId2"/>
          <a:stretch/>
        </p:blipFill>
        <p:spPr>
          <a:xfrm>
            <a:off x="741960" y="4242600"/>
            <a:ext cx="10355040" cy="2171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a7a7a7"/>
            </a:gs>
          </a:gsLst>
          <a:lin ang="504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01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w Cen MT"/>
            </a:endParaRPr>
          </a:p>
        </p:txBody>
      </p:sp>
      <p:pic>
        <p:nvPicPr>
          <p:cNvPr id="1802" name="Picture 2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1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grpSp>
        <p:nvGrpSpPr>
          <p:cNvPr id="1803" name="Group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20760" cy="6857640"/>
            <a:chOff x="0" y="0"/>
            <a:chExt cx="1220760" cy="6857640"/>
          </a:xfrm>
        </p:grpSpPr>
        <p:sp>
          <p:nvSpPr>
            <p:cNvPr id="1804" name="Rectangle 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28520" y="4680"/>
              <a:ext cx="23400" cy="218088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805" name="Freeform 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7520" y="217656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806" name="Freeform 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2840" y="40212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807" name="Freeform 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4200" y="4680"/>
              <a:ext cx="369360" cy="181080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810800"/>
                <a:gd name="textAreaBottom" fmla="*/ 1811160 h 1810800"/>
              </a:gdLst>
              <a:ahLst/>
              <a:rect l="textAreaLeft" t="textAreaTop" r="textAreaRight" b="textAreaBottom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808" name="Freeform 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17680" y="18018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809" name="Freeform 1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99880" y="4680"/>
              <a:ext cx="369360" cy="142992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429920"/>
                <a:gd name="textAreaBottom" fmla="*/ 1430280 h 1429920"/>
              </a:gdLst>
              <a:ahLst/>
              <a:rect l="textAreaLeft" t="textAreaTop" r="textAreaRight" b="textAreaBottom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810" name="Freeform 1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60520" y="0"/>
              <a:ext cx="151920" cy="9126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12600"/>
                <a:gd name="textAreaBottom" fmla="*/ 912960 h 912600"/>
              </a:gdLst>
              <a:ahLst/>
              <a:rect l="textAreaLeft" t="textAreaTop" r="textAreaRight" b="textAreaBottom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811" name="Freeform 1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3360" y="14209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812" name="Freeform 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3360" y="9032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813" name="Freeform 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5560" y="0"/>
              <a:ext cx="421920" cy="52668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526680"/>
                <a:gd name="textAreaBottom" fmla="*/ 527040 h 526680"/>
              </a:gdLst>
              <a:ahLst/>
              <a:rect l="textAreaLeft" t="textAreaTop" r="textAreaRight" b="textAreaBottom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814" name="Freeform 1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35000" y="488880"/>
              <a:ext cx="161640" cy="147240"/>
            </a:xfrm>
            <a:custGeom>
              <a:avLst/>
              <a:gdLst>
                <a:gd name="textAreaLeft" fmla="*/ 0 w 161640"/>
                <a:gd name="textAreaRight" fmla="*/ 162000 w 161640"/>
                <a:gd name="textAreaTop" fmla="*/ 0 h 147240"/>
                <a:gd name="textAreaBottom" fmla="*/ 147600 h 147240"/>
              </a:gdLst>
              <a:ahLst/>
              <a:rect l="textAreaLeft" t="textAreaTop" r="textAreaRight" b="textAreaBottom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815" name="Line 1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60" y="9360"/>
              <a:ext cx="360" cy="360"/>
            </a:xfrm>
            <a:prstGeom prst="line">
              <a:avLst/>
            </a:prstGeom>
            <a:ln w="15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816" name="Freeform 1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760" y="1801800"/>
              <a:ext cx="123480" cy="126720"/>
            </a:xfrm>
            <a:custGeom>
              <a:avLst/>
              <a:gdLst>
                <a:gd name="textAreaLeft" fmla="*/ 0 w 123480"/>
                <a:gd name="textAreaRight" fmla="*/ 123840 w 123480"/>
                <a:gd name="textAreaTop" fmla="*/ 0 h 126720"/>
                <a:gd name="textAreaBottom" fmla="*/ 127080 h 126720"/>
              </a:gdLst>
              <a:ahLst/>
              <a:rect l="textAreaLeft" t="textAreaTop" r="textAreaRight" b="textAreaBottom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817" name="Freeform 1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680" y="3549600"/>
              <a:ext cx="147240" cy="480600"/>
            </a:xfrm>
            <a:custGeom>
              <a:avLst/>
              <a:gdLst>
                <a:gd name="textAreaLeft" fmla="*/ 0 w 147240"/>
                <a:gd name="textAreaRight" fmla="*/ 147600 w 147240"/>
                <a:gd name="textAreaTop" fmla="*/ 0 h 480600"/>
                <a:gd name="textAreaBottom" fmla="*/ 480960 h 480600"/>
              </a:gdLst>
              <a:ahLst/>
              <a:rect l="textAreaLeft" t="textAreaTop" r="textAreaRight" b="textAreaBottom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818" name="Freeform 1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920" y="1382760"/>
              <a:ext cx="142560" cy="475920"/>
            </a:xfrm>
            <a:custGeom>
              <a:avLst/>
              <a:gdLst>
                <a:gd name="textAreaLeft" fmla="*/ 0 w 142560"/>
                <a:gd name="textAreaRight" fmla="*/ 142920 w 142560"/>
                <a:gd name="textAreaTop" fmla="*/ 0 h 475920"/>
                <a:gd name="textAreaBottom" fmla="*/ 476280 h 475920"/>
              </a:gdLst>
              <a:ahLst/>
              <a:rect l="textAreaLeft" t="textAreaTop" r="textAreaRight" b="textAreaBottom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819" name="Freeform 2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9240" y="1849320"/>
              <a:ext cx="114120" cy="107640"/>
            </a:xfrm>
            <a:custGeom>
              <a:avLst/>
              <a:gdLst>
                <a:gd name="textAreaLeft" fmla="*/ 0 w 114120"/>
                <a:gd name="textAreaRight" fmla="*/ 114480 w 114120"/>
                <a:gd name="textAreaTop" fmla="*/ 0 h 107640"/>
                <a:gd name="textAreaBottom" fmla="*/ 108000 h 107640"/>
              </a:gdLst>
              <a:ahLst/>
              <a:rect l="textAreaLeft" t="textAreaTop" r="textAreaRight" b="textAreaBottom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820" name="Rectangle 2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7600" y="4662360"/>
              <a:ext cx="23400" cy="218088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821" name="Freeform 2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7960" y="5041800"/>
              <a:ext cx="369360" cy="180144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801440"/>
                <a:gd name="textAreaBottom" fmla="*/ 1801800 h 1801440"/>
              </a:gdLst>
              <a:ahLst/>
              <a:rect l="textAreaLeft" t="textAreaTop" r="textAreaRight" b="textAreaBottom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822" name="Freeform 2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6600" y="4481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823" name="Freeform 2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5627520"/>
              <a:ext cx="85320" cy="1215720"/>
            </a:xfrm>
            <a:custGeom>
              <a:avLst/>
              <a:gdLst>
                <a:gd name="textAreaLeft" fmla="*/ 0 w 85320"/>
                <a:gd name="textAreaRight" fmla="*/ 85680 w 85320"/>
                <a:gd name="textAreaTop" fmla="*/ 0 h 1215720"/>
                <a:gd name="textAreaBottom" fmla="*/ 1216080 h 1215720"/>
              </a:gdLst>
              <a:ahLst/>
              <a:rect l="textAreaLeft" t="textAreaTop" r="textAreaRight" b="textAreaBottom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824" name="Freeform 2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1440" y="48672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825" name="Freeform 2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4000" y="5423040"/>
              <a:ext cx="374400" cy="1425240"/>
            </a:xfrm>
            <a:custGeom>
              <a:avLst/>
              <a:gdLst>
                <a:gd name="textAreaLeft" fmla="*/ 0 w 374400"/>
                <a:gd name="textAreaRight" fmla="*/ 374760 w 374400"/>
                <a:gd name="textAreaTop" fmla="*/ 0 h 1425240"/>
                <a:gd name="textAreaBottom" fmla="*/ 1425600 h 1425240"/>
              </a:gdLst>
              <a:ahLst/>
              <a:rect l="textAreaLeft" t="textAreaTop" r="textAreaRight" b="textAreaBottom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826" name="Freeform 2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84280" y="5945040"/>
              <a:ext cx="151920" cy="9126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12600"/>
                <a:gd name="textAreaBottom" fmla="*/ 912960 h 912600"/>
              </a:gdLst>
              <a:ahLst/>
              <a:rect l="textAreaLeft" t="textAreaTop" r="textAreaRight" b="textAreaBottom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827" name="Freeform 2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27120" y="5246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828" name="Freeform 2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27120" y="57643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829" name="Freeform 3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84360" y="6330960"/>
              <a:ext cx="417240" cy="517320"/>
            </a:xfrm>
            <a:custGeom>
              <a:avLst/>
              <a:gdLst>
                <a:gd name="textAreaLeft" fmla="*/ 0 w 417240"/>
                <a:gd name="textAreaRight" fmla="*/ 417600 w 417240"/>
                <a:gd name="textAreaTop" fmla="*/ 0 h 517320"/>
                <a:gd name="textAreaBottom" fmla="*/ 517680 h 517320"/>
              </a:gdLst>
              <a:ahLst/>
              <a:rect l="textAreaLeft" t="textAreaTop" r="textAreaRight" b="textAreaBottom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830" name="Freeform 3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63800" y="6221520"/>
              <a:ext cx="156960" cy="14724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47240"/>
                <a:gd name="textAreaBottom" fmla="*/ 147600 h 147240"/>
              </a:gdLst>
              <a:ahLst/>
              <a:rect l="textAreaLeft" t="textAreaTop" r="textAreaRight" b="textAreaBottom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</p:grpSp>
      <p:grpSp>
        <p:nvGrpSpPr>
          <p:cNvPr id="1831" name="Group 4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64840" y="0"/>
            <a:ext cx="674280" cy="6848280"/>
            <a:chOff x="11364840" y="0"/>
            <a:chExt cx="674280" cy="6848280"/>
          </a:xfrm>
        </p:grpSpPr>
        <p:sp>
          <p:nvSpPr>
            <p:cNvPr id="1832" name="Freeform 3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484000" y="0"/>
              <a:ext cx="417240" cy="512280"/>
            </a:xfrm>
            <a:custGeom>
              <a:avLst/>
              <a:gdLst>
                <a:gd name="textAreaLeft" fmla="*/ 0 w 417240"/>
                <a:gd name="textAreaRight" fmla="*/ 417600 w 417240"/>
                <a:gd name="textAreaTop" fmla="*/ 0 h 512280"/>
                <a:gd name="textAreaBottom" fmla="*/ 512640 h 512280"/>
              </a:gdLst>
              <a:ahLst/>
              <a:rect l="textAreaLeft" t="textAreaTop" r="textAreaRight" b="textAreaBottom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833" name="Freeform 3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364840" y="474840"/>
              <a:ext cx="156960" cy="15192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51920"/>
                <a:gd name="textAreaBottom" fmla="*/ 152280 h 151920"/>
              </a:gdLst>
              <a:ahLst/>
              <a:rect l="textAreaLeft" t="textAreaTop" r="textAreaRight" b="textAreaBottom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834" name="Freeform 3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1600" y="1539720"/>
              <a:ext cx="188640" cy="1900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835" name="Freeform 3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531520" y="5694480"/>
              <a:ext cx="298080" cy="1153800"/>
            </a:xfrm>
            <a:custGeom>
              <a:avLst/>
              <a:gdLst>
                <a:gd name="textAreaLeft" fmla="*/ 0 w 298080"/>
                <a:gd name="textAreaRight" fmla="*/ 298440 w 298080"/>
                <a:gd name="textAreaTop" fmla="*/ 0 h 1153800"/>
                <a:gd name="textAreaBottom" fmla="*/ 1154160 h 1153800"/>
              </a:gdLst>
              <a:ahLst/>
              <a:rect l="textAreaLeft" t="textAreaTop" r="textAreaRight" b="textAreaBottom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836" name="Freeform 3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773080" y="5551560"/>
              <a:ext cx="156960" cy="15516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55160"/>
                <a:gd name="textAreaBottom" fmla="*/ 155520 h 155160"/>
              </a:gdLst>
              <a:ahLst/>
              <a:rect l="textAreaLeft" t="textAreaTop" r="textAreaRight" b="textAreaBottom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837" name="Freeform 3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711160" y="4680"/>
              <a:ext cx="304560" cy="154440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544400"/>
                <a:gd name="textAreaBottom" fmla="*/ 1544760 h 1544400"/>
              </a:gdLst>
              <a:ahLst/>
              <a:rect l="textAreaLeft" t="textAreaTop" r="textAreaRight" b="textAreaBottom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838" name="Freeform 3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6280" y="4867200"/>
              <a:ext cx="188640" cy="18864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839" name="Freeform 3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441160" y="5046840"/>
              <a:ext cx="307440" cy="1801440"/>
            </a:xfrm>
            <a:custGeom>
              <a:avLst/>
              <a:gdLst>
                <a:gd name="textAreaLeft" fmla="*/ 0 w 307440"/>
                <a:gd name="textAreaRight" fmla="*/ 307800 w 307440"/>
                <a:gd name="textAreaTop" fmla="*/ 0 h 1801440"/>
                <a:gd name="textAreaBottom" fmla="*/ 1801800 h 1801440"/>
              </a:gdLst>
              <a:ahLst/>
              <a:rect l="textAreaLeft" t="textAreaTop" r="textAreaRight" b="textAreaBottom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840" name="Freeform 4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849040" y="641664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841" name="Rectangle 4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939760" y="6595920"/>
              <a:ext cx="23400" cy="25200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</p:grpSp>
      <p:sp>
        <p:nvSpPr>
          <p:cNvPr id="1842" name="Title 1"/>
          <p:cNvSpPr/>
          <p:nvPr/>
        </p:nvSpPr>
        <p:spPr>
          <a:xfrm>
            <a:off x="299880" y="73800"/>
            <a:ext cx="105152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</a:pPr>
            <a:endParaRPr b="0" lang="nl-BE" sz="3600" spc="-1" strike="noStrike" cap="all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1843" name="AutoShape 8"/>
          <p:cNvSpPr/>
          <p:nvPr/>
        </p:nvSpPr>
        <p:spPr>
          <a:xfrm>
            <a:off x="2881440" y="1285920"/>
            <a:ext cx="6428880" cy="42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nl-BE" sz="18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1844" name="AutoShape 14"/>
          <p:cNvSpPr/>
          <p:nvPr/>
        </p:nvSpPr>
        <p:spPr>
          <a:xfrm>
            <a:off x="4905360" y="1995480"/>
            <a:ext cx="2381040" cy="28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nl-BE" sz="18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1845" name="PlaceHolder 1"/>
          <p:cNvSpPr>
            <a:spLocks noGrp="1"/>
          </p:cNvSpPr>
          <p:nvPr>
            <p:ph type="ftr" idx="64"/>
          </p:nvPr>
        </p:nvSpPr>
        <p:spPr>
          <a:xfrm>
            <a:off x="712800" y="-1584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1" lang="en-US" sz="1050" spc="-1" strike="noStrike" cap="all">
                <a:solidFill>
                  <a:schemeClr val="dk1">
                    <a:lumMod val="65000"/>
                    <a:lumOff val="35000"/>
                  </a:schemeClr>
                </a:solidFill>
                <a:latin typeface="Tw Cen MT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1" lang="en-US" sz="1050" spc="-1" strike="noStrike" cap="all">
                <a:solidFill>
                  <a:schemeClr val="dk1">
                    <a:lumMod val="65000"/>
                    <a:lumOff val="35000"/>
                  </a:schemeClr>
                </a:solidFill>
                <a:latin typeface="Tw Cen MT"/>
              </a:rPr>
              <a:t>https://github.com/Frederic-P/automotive_project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6" name="PlaceHolder 2"/>
          <p:cNvSpPr>
            <a:spLocks noGrp="1"/>
          </p:cNvSpPr>
          <p:nvPr>
            <p:ph type="title"/>
          </p:nvPr>
        </p:nvSpPr>
        <p:spPr>
          <a:xfrm>
            <a:off x="1141560" y="748080"/>
            <a:ext cx="9905760" cy="1116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800" spc="-1" strike="noStrike" cap="all">
                <a:solidFill>
                  <a:srgbClr val="505050"/>
                </a:solidFill>
                <a:latin typeface="Calibri Light"/>
              </a:rPr>
              <a:t>Data harvesting</a:t>
            </a:r>
            <a:endParaRPr b="0" lang="en-US" sz="4800" spc="-1" strike="noStrike">
              <a:solidFill>
                <a:schemeClr val="dk1"/>
              </a:solidFill>
              <a:latin typeface="Tw Cen MT"/>
            </a:endParaRPr>
          </a:p>
        </p:txBody>
      </p:sp>
      <p:pic>
        <p:nvPicPr>
          <p:cNvPr id="1847" name="Picture 3" descr=""/>
          <p:cNvPicPr/>
          <p:nvPr/>
        </p:nvPicPr>
        <p:blipFill>
          <a:blip r:embed="rId2"/>
          <a:stretch/>
        </p:blipFill>
        <p:spPr>
          <a:xfrm>
            <a:off x="0" y="1537560"/>
            <a:ext cx="4019040" cy="5320080"/>
          </a:xfrm>
          <a:prstGeom prst="rect">
            <a:avLst/>
          </a:prstGeom>
          <a:ln w="0">
            <a:noFill/>
          </a:ln>
        </p:spPr>
      </p:pic>
      <p:pic>
        <p:nvPicPr>
          <p:cNvPr id="1848" name="Picture 4" descr=""/>
          <p:cNvPicPr/>
          <p:nvPr/>
        </p:nvPicPr>
        <p:blipFill>
          <a:blip r:embed="rId3"/>
          <a:stretch/>
        </p:blipFill>
        <p:spPr>
          <a:xfrm>
            <a:off x="4709880" y="1492200"/>
            <a:ext cx="3180240" cy="3601440"/>
          </a:xfrm>
          <a:prstGeom prst="rect">
            <a:avLst/>
          </a:prstGeom>
          <a:ln w="0">
            <a:noFill/>
          </a:ln>
        </p:spPr>
      </p:pic>
      <p:pic>
        <p:nvPicPr>
          <p:cNvPr id="1849" name="Picture 5" descr=""/>
          <p:cNvPicPr/>
          <p:nvPr/>
        </p:nvPicPr>
        <p:blipFill>
          <a:blip r:embed="rId4"/>
          <a:stretch/>
        </p:blipFill>
        <p:spPr>
          <a:xfrm>
            <a:off x="4709880" y="5094000"/>
            <a:ext cx="5579640" cy="1547640"/>
          </a:xfrm>
          <a:prstGeom prst="rect">
            <a:avLst/>
          </a:prstGeom>
          <a:ln w="0">
            <a:noFill/>
          </a:ln>
        </p:spPr>
      </p:pic>
      <p:cxnSp>
        <p:nvCxnSpPr>
          <p:cNvPr id="1850" name="Straight Connector 55"/>
          <p:cNvCxnSpPr/>
          <p:nvPr/>
        </p:nvCxnSpPr>
        <p:spPr>
          <a:xfrm>
            <a:off x="3935880" y="3203280"/>
            <a:ext cx="774360" cy="3438720"/>
          </a:xfrm>
          <a:prstGeom prst="straightConnector1">
            <a:avLst/>
          </a:prstGeom>
          <a:ln w="38100">
            <a:solidFill>
              <a:srgbClr val="9acd4c"/>
            </a:solidFill>
            <a:round/>
          </a:ln>
        </p:spPr>
      </p:cxnSp>
      <p:cxnSp>
        <p:nvCxnSpPr>
          <p:cNvPr id="1851" name="Straight Connector 56"/>
          <p:cNvCxnSpPr/>
          <p:nvPr/>
        </p:nvCxnSpPr>
        <p:spPr>
          <a:xfrm>
            <a:off x="3935880" y="1537560"/>
            <a:ext cx="774360" cy="360"/>
          </a:xfrm>
          <a:prstGeom prst="straightConnector1">
            <a:avLst/>
          </a:prstGeom>
          <a:ln w="38100">
            <a:solidFill>
              <a:srgbClr val="9acd4c"/>
            </a:solidFill>
            <a:round/>
          </a:ln>
        </p:spPr>
      </p:cxnSp>
      <p:sp>
        <p:nvSpPr>
          <p:cNvPr id="1852" name="Rectangle 57"/>
          <p:cNvSpPr/>
          <p:nvPr/>
        </p:nvSpPr>
        <p:spPr>
          <a:xfrm>
            <a:off x="7272720" y="5208840"/>
            <a:ext cx="2961000" cy="1361160"/>
          </a:xfrm>
          <a:prstGeom prst="rect">
            <a:avLst/>
          </a:prstGeom>
          <a:noFill/>
          <a:ln w="38100">
            <a:solidFill>
              <a:srgbClr val="719738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w Cen MT"/>
            </a:endParaRPr>
          </a:p>
        </p:txBody>
      </p:sp>
      <p:sp>
        <p:nvSpPr>
          <p:cNvPr id="1853" name="Rectangle 58"/>
          <p:cNvSpPr/>
          <p:nvPr/>
        </p:nvSpPr>
        <p:spPr>
          <a:xfrm>
            <a:off x="4709880" y="3827160"/>
            <a:ext cx="3252960" cy="550800"/>
          </a:xfrm>
          <a:prstGeom prst="rect">
            <a:avLst/>
          </a:prstGeom>
          <a:noFill/>
          <a:ln w="38100">
            <a:solidFill>
              <a:srgbClr val="719738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w Cen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a7a7a7"/>
            </a:gs>
          </a:gsLst>
          <a:lin ang="504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54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w Cen MT"/>
            </a:endParaRPr>
          </a:p>
        </p:txBody>
      </p:sp>
      <p:pic>
        <p:nvPicPr>
          <p:cNvPr id="1855" name="Picture 2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1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grpSp>
        <p:nvGrpSpPr>
          <p:cNvPr id="1856" name="Group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20760" cy="6857640"/>
            <a:chOff x="0" y="0"/>
            <a:chExt cx="1220760" cy="6857640"/>
          </a:xfrm>
        </p:grpSpPr>
        <p:sp>
          <p:nvSpPr>
            <p:cNvPr id="1857" name="Rectangle 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28520" y="4680"/>
              <a:ext cx="23400" cy="218088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858" name="Freeform 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7520" y="217656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859" name="Freeform 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2840" y="40212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860" name="Freeform 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4200" y="4680"/>
              <a:ext cx="369360" cy="181080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810800"/>
                <a:gd name="textAreaBottom" fmla="*/ 1811160 h 1810800"/>
              </a:gdLst>
              <a:ahLst/>
              <a:rect l="textAreaLeft" t="textAreaTop" r="textAreaRight" b="textAreaBottom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861" name="Freeform 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17680" y="18018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862" name="Freeform 1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99880" y="4680"/>
              <a:ext cx="369360" cy="142992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429920"/>
                <a:gd name="textAreaBottom" fmla="*/ 1430280 h 1429920"/>
              </a:gdLst>
              <a:ahLst/>
              <a:rect l="textAreaLeft" t="textAreaTop" r="textAreaRight" b="textAreaBottom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863" name="Freeform 1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60520" y="0"/>
              <a:ext cx="151920" cy="9126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12600"/>
                <a:gd name="textAreaBottom" fmla="*/ 912960 h 912600"/>
              </a:gdLst>
              <a:ahLst/>
              <a:rect l="textAreaLeft" t="textAreaTop" r="textAreaRight" b="textAreaBottom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864" name="Freeform 1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3360" y="14209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865" name="Freeform 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3360" y="9032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866" name="Freeform 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5560" y="0"/>
              <a:ext cx="421920" cy="52668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526680"/>
                <a:gd name="textAreaBottom" fmla="*/ 527040 h 526680"/>
              </a:gdLst>
              <a:ahLst/>
              <a:rect l="textAreaLeft" t="textAreaTop" r="textAreaRight" b="textAreaBottom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867" name="Freeform 1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35000" y="488880"/>
              <a:ext cx="161640" cy="147240"/>
            </a:xfrm>
            <a:custGeom>
              <a:avLst/>
              <a:gdLst>
                <a:gd name="textAreaLeft" fmla="*/ 0 w 161640"/>
                <a:gd name="textAreaRight" fmla="*/ 162000 w 161640"/>
                <a:gd name="textAreaTop" fmla="*/ 0 h 147240"/>
                <a:gd name="textAreaBottom" fmla="*/ 147600 h 147240"/>
              </a:gdLst>
              <a:ahLst/>
              <a:rect l="textAreaLeft" t="textAreaTop" r="textAreaRight" b="textAreaBottom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868" name="Line 1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60" y="9360"/>
              <a:ext cx="360" cy="360"/>
            </a:xfrm>
            <a:prstGeom prst="line">
              <a:avLst/>
            </a:prstGeom>
            <a:ln w="15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869" name="Freeform 1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760" y="1801800"/>
              <a:ext cx="123480" cy="126720"/>
            </a:xfrm>
            <a:custGeom>
              <a:avLst/>
              <a:gdLst>
                <a:gd name="textAreaLeft" fmla="*/ 0 w 123480"/>
                <a:gd name="textAreaRight" fmla="*/ 123840 w 123480"/>
                <a:gd name="textAreaTop" fmla="*/ 0 h 126720"/>
                <a:gd name="textAreaBottom" fmla="*/ 127080 h 126720"/>
              </a:gdLst>
              <a:ahLst/>
              <a:rect l="textAreaLeft" t="textAreaTop" r="textAreaRight" b="textAreaBottom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870" name="Freeform 1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680" y="3549600"/>
              <a:ext cx="147240" cy="480600"/>
            </a:xfrm>
            <a:custGeom>
              <a:avLst/>
              <a:gdLst>
                <a:gd name="textAreaLeft" fmla="*/ 0 w 147240"/>
                <a:gd name="textAreaRight" fmla="*/ 147600 w 147240"/>
                <a:gd name="textAreaTop" fmla="*/ 0 h 480600"/>
                <a:gd name="textAreaBottom" fmla="*/ 480960 h 480600"/>
              </a:gdLst>
              <a:ahLst/>
              <a:rect l="textAreaLeft" t="textAreaTop" r="textAreaRight" b="textAreaBottom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871" name="Freeform 1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920" y="1382760"/>
              <a:ext cx="142560" cy="475920"/>
            </a:xfrm>
            <a:custGeom>
              <a:avLst/>
              <a:gdLst>
                <a:gd name="textAreaLeft" fmla="*/ 0 w 142560"/>
                <a:gd name="textAreaRight" fmla="*/ 142920 w 142560"/>
                <a:gd name="textAreaTop" fmla="*/ 0 h 475920"/>
                <a:gd name="textAreaBottom" fmla="*/ 476280 h 475920"/>
              </a:gdLst>
              <a:ahLst/>
              <a:rect l="textAreaLeft" t="textAreaTop" r="textAreaRight" b="textAreaBottom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872" name="Freeform 2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9240" y="1849320"/>
              <a:ext cx="114120" cy="107640"/>
            </a:xfrm>
            <a:custGeom>
              <a:avLst/>
              <a:gdLst>
                <a:gd name="textAreaLeft" fmla="*/ 0 w 114120"/>
                <a:gd name="textAreaRight" fmla="*/ 114480 w 114120"/>
                <a:gd name="textAreaTop" fmla="*/ 0 h 107640"/>
                <a:gd name="textAreaBottom" fmla="*/ 108000 h 107640"/>
              </a:gdLst>
              <a:ahLst/>
              <a:rect l="textAreaLeft" t="textAreaTop" r="textAreaRight" b="textAreaBottom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873" name="Rectangle 2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7600" y="4662360"/>
              <a:ext cx="23400" cy="218088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874" name="Freeform 2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7960" y="5041800"/>
              <a:ext cx="369360" cy="180144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801440"/>
                <a:gd name="textAreaBottom" fmla="*/ 1801800 h 1801440"/>
              </a:gdLst>
              <a:ahLst/>
              <a:rect l="textAreaLeft" t="textAreaTop" r="textAreaRight" b="textAreaBottom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875" name="Freeform 2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6600" y="4481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876" name="Freeform 2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5627520"/>
              <a:ext cx="85320" cy="1215720"/>
            </a:xfrm>
            <a:custGeom>
              <a:avLst/>
              <a:gdLst>
                <a:gd name="textAreaLeft" fmla="*/ 0 w 85320"/>
                <a:gd name="textAreaRight" fmla="*/ 85680 w 85320"/>
                <a:gd name="textAreaTop" fmla="*/ 0 h 1215720"/>
                <a:gd name="textAreaBottom" fmla="*/ 1216080 h 1215720"/>
              </a:gdLst>
              <a:ahLst/>
              <a:rect l="textAreaLeft" t="textAreaTop" r="textAreaRight" b="textAreaBottom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877" name="Freeform 2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1440" y="48672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878" name="Freeform 2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4000" y="5423040"/>
              <a:ext cx="374400" cy="1425240"/>
            </a:xfrm>
            <a:custGeom>
              <a:avLst/>
              <a:gdLst>
                <a:gd name="textAreaLeft" fmla="*/ 0 w 374400"/>
                <a:gd name="textAreaRight" fmla="*/ 374760 w 374400"/>
                <a:gd name="textAreaTop" fmla="*/ 0 h 1425240"/>
                <a:gd name="textAreaBottom" fmla="*/ 1425600 h 1425240"/>
              </a:gdLst>
              <a:ahLst/>
              <a:rect l="textAreaLeft" t="textAreaTop" r="textAreaRight" b="textAreaBottom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879" name="Freeform 2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84280" y="5945040"/>
              <a:ext cx="151920" cy="9126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12600"/>
                <a:gd name="textAreaBottom" fmla="*/ 912960 h 912600"/>
              </a:gdLst>
              <a:ahLst/>
              <a:rect l="textAreaLeft" t="textAreaTop" r="textAreaRight" b="textAreaBottom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880" name="Freeform 2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27120" y="5246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881" name="Freeform 2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27120" y="57643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882" name="Freeform 3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84360" y="6330960"/>
              <a:ext cx="417240" cy="517320"/>
            </a:xfrm>
            <a:custGeom>
              <a:avLst/>
              <a:gdLst>
                <a:gd name="textAreaLeft" fmla="*/ 0 w 417240"/>
                <a:gd name="textAreaRight" fmla="*/ 417600 w 417240"/>
                <a:gd name="textAreaTop" fmla="*/ 0 h 517320"/>
                <a:gd name="textAreaBottom" fmla="*/ 517680 h 517320"/>
              </a:gdLst>
              <a:ahLst/>
              <a:rect l="textAreaLeft" t="textAreaTop" r="textAreaRight" b="textAreaBottom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883" name="Freeform 3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63800" y="6221520"/>
              <a:ext cx="156960" cy="14724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47240"/>
                <a:gd name="textAreaBottom" fmla="*/ 147600 h 147240"/>
              </a:gdLst>
              <a:ahLst/>
              <a:rect l="textAreaLeft" t="textAreaTop" r="textAreaRight" b="textAreaBottom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</p:grpSp>
      <p:grpSp>
        <p:nvGrpSpPr>
          <p:cNvPr id="1884" name="Group 4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64840" y="0"/>
            <a:ext cx="674280" cy="6848280"/>
            <a:chOff x="11364840" y="0"/>
            <a:chExt cx="674280" cy="6848280"/>
          </a:xfrm>
        </p:grpSpPr>
        <p:sp>
          <p:nvSpPr>
            <p:cNvPr id="1885" name="Freeform 3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484000" y="0"/>
              <a:ext cx="417240" cy="512280"/>
            </a:xfrm>
            <a:custGeom>
              <a:avLst/>
              <a:gdLst>
                <a:gd name="textAreaLeft" fmla="*/ 0 w 417240"/>
                <a:gd name="textAreaRight" fmla="*/ 417600 w 417240"/>
                <a:gd name="textAreaTop" fmla="*/ 0 h 512280"/>
                <a:gd name="textAreaBottom" fmla="*/ 512640 h 512280"/>
              </a:gdLst>
              <a:ahLst/>
              <a:rect l="textAreaLeft" t="textAreaTop" r="textAreaRight" b="textAreaBottom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886" name="Freeform 3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364840" y="474840"/>
              <a:ext cx="156960" cy="15192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51920"/>
                <a:gd name="textAreaBottom" fmla="*/ 152280 h 151920"/>
              </a:gdLst>
              <a:ahLst/>
              <a:rect l="textAreaLeft" t="textAreaTop" r="textAreaRight" b="textAreaBottom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887" name="Freeform 3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1600" y="1539720"/>
              <a:ext cx="188640" cy="1900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888" name="Freeform 3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531520" y="5694480"/>
              <a:ext cx="298080" cy="1153800"/>
            </a:xfrm>
            <a:custGeom>
              <a:avLst/>
              <a:gdLst>
                <a:gd name="textAreaLeft" fmla="*/ 0 w 298080"/>
                <a:gd name="textAreaRight" fmla="*/ 298440 w 298080"/>
                <a:gd name="textAreaTop" fmla="*/ 0 h 1153800"/>
                <a:gd name="textAreaBottom" fmla="*/ 1154160 h 1153800"/>
              </a:gdLst>
              <a:ahLst/>
              <a:rect l="textAreaLeft" t="textAreaTop" r="textAreaRight" b="textAreaBottom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889" name="Freeform 3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773080" y="5551560"/>
              <a:ext cx="156960" cy="15516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55160"/>
                <a:gd name="textAreaBottom" fmla="*/ 155520 h 155160"/>
              </a:gdLst>
              <a:ahLst/>
              <a:rect l="textAreaLeft" t="textAreaTop" r="textAreaRight" b="textAreaBottom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890" name="Freeform 3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711160" y="4680"/>
              <a:ext cx="304560" cy="154440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544400"/>
                <a:gd name="textAreaBottom" fmla="*/ 1544760 h 1544400"/>
              </a:gdLst>
              <a:ahLst/>
              <a:rect l="textAreaLeft" t="textAreaTop" r="textAreaRight" b="textAreaBottom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891" name="Freeform 3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6280" y="4867200"/>
              <a:ext cx="188640" cy="18864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892" name="Freeform 3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441160" y="5046840"/>
              <a:ext cx="307440" cy="1801440"/>
            </a:xfrm>
            <a:custGeom>
              <a:avLst/>
              <a:gdLst>
                <a:gd name="textAreaLeft" fmla="*/ 0 w 307440"/>
                <a:gd name="textAreaRight" fmla="*/ 307800 w 307440"/>
                <a:gd name="textAreaTop" fmla="*/ 0 h 1801440"/>
                <a:gd name="textAreaBottom" fmla="*/ 1801800 h 1801440"/>
              </a:gdLst>
              <a:ahLst/>
              <a:rect l="textAreaLeft" t="textAreaTop" r="textAreaRight" b="textAreaBottom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893" name="Freeform 4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849040" y="641664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894" name="Rectangle 4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939760" y="6595920"/>
              <a:ext cx="23400" cy="25200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</p:grpSp>
      <p:sp>
        <p:nvSpPr>
          <p:cNvPr id="1895" name="Title 1"/>
          <p:cNvSpPr/>
          <p:nvPr/>
        </p:nvSpPr>
        <p:spPr>
          <a:xfrm>
            <a:off x="299880" y="73800"/>
            <a:ext cx="105152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</a:pPr>
            <a:endParaRPr b="0" lang="nl-BE" sz="3600" spc="-1" strike="noStrike" cap="all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1896" name="AutoShape 8"/>
          <p:cNvSpPr/>
          <p:nvPr/>
        </p:nvSpPr>
        <p:spPr>
          <a:xfrm>
            <a:off x="2881440" y="1285920"/>
            <a:ext cx="6428880" cy="42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nl-BE" sz="18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1897" name="AutoShape 14"/>
          <p:cNvSpPr/>
          <p:nvPr/>
        </p:nvSpPr>
        <p:spPr>
          <a:xfrm>
            <a:off x="4905360" y="1995480"/>
            <a:ext cx="2381040" cy="28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nl-BE" sz="18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1898" name="PlaceHolder 1"/>
          <p:cNvSpPr>
            <a:spLocks noGrp="1"/>
          </p:cNvSpPr>
          <p:nvPr>
            <p:ph type="ftr" idx="65"/>
          </p:nvPr>
        </p:nvSpPr>
        <p:spPr>
          <a:xfrm>
            <a:off x="712800" y="-1584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1" lang="en-US" sz="1050" spc="-1" strike="noStrike" cap="all">
                <a:solidFill>
                  <a:schemeClr val="dk1">
                    <a:lumMod val="65000"/>
                    <a:lumOff val="35000"/>
                  </a:schemeClr>
                </a:solidFill>
                <a:latin typeface="Tw Cen MT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1" lang="en-US" sz="1050" spc="-1" strike="noStrike" cap="all">
                <a:solidFill>
                  <a:schemeClr val="dk1">
                    <a:lumMod val="65000"/>
                    <a:lumOff val="35000"/>
                  </a:schemeClr>
                </a:solidFill>
                <a:latin typeface="Tw Cen MT"/>
              </a:rPr>
              <a:t>https://github.com/Frederic-P/automotive_project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9" name="PlaceHolder 2"/>
          <p:cNvSpPr>
            <a:spLocks noGrp="1"/>
          </p:cNvSpPr>
          <p:nvPr>
            <p:ph type="title"/>
          </p:nvPr>
        </p:nvSpPr>
        <p:spPr>
          <a:xfrm>
            <a:off x="1141560" y="748080"/>
            <a:ext cx="9905760" cy="1116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800" spc="-1" strike="noStrike" cap="all">
                <a:solidFill>
                  <a:srgbClr val="505050"/>
                </a:solidFill>
                <a:latin typeface="Calibri Light"/>
              </a:rPr>
              <a:t>Data harvesting</a:t>
            </a:r>
            <a:endParaRPr b="0" lang="en-US" sz="4800" spc="-1" strike="noStrike">
              <a:solidFill>
                <a:schemeClr val="dk1"/>
              </a:solidFill>
              <a:latin typeface="Tw Cen MT"/>
            </a:endParaRPr>
          </a:p>
        </p:txBody>
      </p:sp>
      <p:pic>
        <p:nvPicPr>
          <p:cNvPr id="1900" name="Picture 3" descr=""/>
          <p:cNvPicPr/>
          <p:nvPr/>
        </p:nvPicPr>
        <p:blipFill>
          <a:blip r:embed="rId2"/>
          <a:stretch/>
        </p:blipFill>
        <p:spPr>
          <a:xfrm>
            <a:off x="0" y="1537560"/>
            <a:ext cx="4019040" cy="5320080"/>
          </a:xfrm>
          <a:prstGeom prst="rect">
            <a:avLst/>
          </a:prstGeom>
          <a:ln w="0">
            <a:noFill/>
          </a:ln>
        </p:spPr>
      </p:pic>
      <p:pic>
        <p:nvPicPr>
          <p:cNvPr id="1901" name="Picture 4" descr=""/>
          <p:cNvPicPr/>
          <p:nvPr/>
        </p:nvPicPr>
        <p:blipFill>
          <a:blip r:embed="rId3"/>
          <a:stretch/>
        </p:blipFill>
        <p:spPr>
          <a:xfrm>
            <a:off x="4709880" y="1492200"/>
            <a:ext cx="3180240" cy="3601440"/>
          </a:xfrm>
          <a:prstGeom prst="rect">
            <a:avLst/>
          </a:prstGeom>
          <a:ln w="0">
            <a:noFill/>
          </a:ln>
        </p:spPr>
      </p:pic>
      <p:pic>
        <p:nvPicPr>
          <p:cNvPr id="1902" name="Picture 5" descr=""/>
          <p:cNvPicPr/>
          <p:nvPr/>
        </p:nvPicPr>
        <p:blipFill>
          <a:blip r:embed="rId4"/>
          <a:stretch/>
        </p:blipFill>
        <p:spPr>
          <a:xfrm>
            <a:off x="4709880" y="5094000"/>
            <a:ext cx="5579640" cy="1547640"/>
          </a:xfrm>
          <a:prstGeom prst="rect">
            <a:avLst/>
          </a:prstGeom>
          <a:ln w="0">
            <a:noFill/>
          </a:ln>
        </p:spPr>
      </p:pic>
      <p:cxnSp>
        <p:nvCxnSpPr>
          <p:cNvPr id="1903" name="Straight Connector 55"/>
          <p:cNvCxnSpPr/>
          <p:nvPr/>
        </p:nvCxnSpPr>
        <p:spPr>
          <a:xfrm>
            <a:off x="3935880" y="3203280"/>
            <a:ext cx="774360" cy="3438720"/>
          </a:xfrm>
          <a:prstGeom prst="straightConnector1">
            <a:avLst/>
          </a:prstGeom>
          <a:ln w="38100">
            <a:solidFill>
              <a:srgbClr val="9acd4c"/>
            </a:solidFill>
            <a:round/>
          </a:ln>
        </p:spPr>
      </p:cxnSp>
      <p:cxnSp>
        <p:nvCxnSpPr>
          <p:cNvPr id="1904" name="Straight Connector 56"/>
          <p:cNvCxnSpPr/>
          <p:nvPr/>
        </p:nvCxnSpPr>
        <p:spPr>
          <a:xfrm>
            <a:off x="3935880" y="1537560"/>
            <a:ext cx="774360" cy="360"/>
          </a:xfrm>
          <a:prstGeom prst="straightConnector1">
            <a:avLst/>
          </a:prstGeom>
          <a:ln w="38100">
            <a:solidFill>
              <a:srgbClr val="9acd4c"/>
            </a:solidFill>
            <a:round/>
          </a:ln>
        </p:spPr>
      </p:cxnSp>
      <p:sp>
        <p:nvSpPr>
          <p:cNvPr id="1905" name="Rectangle 57"/>
          <p:cNvSpPr/>
          <p:nvPr/>
        </p:nvSpPr>
        <p:spPr>
          <a:xfrm>
            <a:off x="7272720" y="5208840"/>
            <a:ext cx="2961000" cy="1361160"/>
          </a:xfrm>
          <a:prstGeom prst="rect">
            <a:avLst/>
          </a:prstGeom>
          <a:noFill/>
          <a:ln w="38100">
            <a:solidFill>
              <a:srgbClr val="719738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w Cen MT"/>
            </a:endParaRPr>
          </a:p>
        </p:txBody>
      </p:sp>
      <p:sp>
        <p:nvSpPr>
          <p:cNvPr id="1906" name="Rectangle 58"/>
          <p:cNvSpPr/>
          <p:nvPr/>
        </p:nvSpPr>
        <p:spPr>
          <a:xfrm>
            <a:off x="4709880" y="3827160"/>
            <a:ext cx="3252960" cy="550800"/>
          </a:xfrm>
          <a:prstGeom prst="rect">
            <a:avLst/>
          </a:prstGeom>
          <a:noFill/>
          <a:ln w="38100">
            <a:solidFill>
              <a:srgbClr val="719738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w Cen MT"/>
            </a:endParaRPr>
          </a:p>
        </p:txBody>
      </p:sp>
      <p:pic>
        <p:nvPicPr>
          <p:cNvPr id="1907" name="Picture 2" descr=""/>
          <p:cNvPicPr/>
          <p:nvPr/>
        </p:nvPicPr>
        <p:blipFill>
          <a:blip r:embed="rId5"/>
          <a:stretch/>
        </p:blipFill>
        <p:spPr>
          <a:xfrm>
            <a:off x="8539920" y="1400760"/>
            <a:ext cx="3387600" cy="3605400"/>
          </a:xfrm>
          <a:prstGeom prst="rect">
            <a:avLst/>
          </a:prstGeom>
          <a:ln w="0">
            <a:noFill/>
          </a:ln>
        </p:spPr>
      </p:pic>
      <p:cxnSp>
        <p:nvCxnSpPr>
          <p:cNvPr id="1908" name="Straight Arrow Connector 60"/>
          <p:cNvCxnSpPr/>
          <p:nvPr/>
        </p:nvCxnSpPr>
        <p:spPr>
          <a:xfrm flipV="1">
            <a:off x="7690320" y="2709720"/>
            <a:ext cx="1063440" cy="1879920"/>
          </a:xfrm>
          <a:prstGeom prst="straightConnector1">
            <a:avLst/>
          </a:prstGeom>
          <a:ln w="38100">
            <a:solidFill>
              <a:srgbClr val="9acd4c"/>
            </a:solidFill>
            <a:round/>
            <a:tailEnd len="med" type="arrow" w="med"/>
          </a:ln>
        </p:spPr>
      </p:cxnSp>
      <p:cxnSp>
        <p:nvCxnSpPr>
          <p:cNvPr id="1909" name="Straight Arrow Connector 61"/>
          <p:cNvCxnSpPr/>
          <p:nvPr/>
        </p:nvCxnSpPr>
        <p:spPr>
          <a:xfrm flipV="1">
            <a:off x="9567720" y="2688480"/>
            <a:ext cx="491040" cy="2695320"/>
          </a:xfrm>
          <a:prstGeom prst="straightConnector1">
            <a:avLst/>
          </a:prstGeom>
          <a:ln w="38100">
            <a:solidFill>
              <a:srgbClr val="9acd4c"/>
            </a:solidFill>
            <a:round/>
            <a:tailEnd len="med" type="arrow" w="med"/>
          </a:ln>
        </p:spPr>
      </p:cxnSp>
      <p:sp>
        <p:nvSpPr>
          <p:cNvPr id="1910" name="Left Brace 62"/>
          <p:cNvSpPr/>
          <p:nvPr/>
        </p:nvSpPr>
        <p:spPr>
          <a:xfrm>
            <a:off x="8835120" y="2561400"/>
            <a:ext cx="114840" cy="296280"/>
          </a:xfrm>
          <a:prstGeom prst="leftBrace">
            <a:avLst>
              <a:gd name="adj1" fmla="val 8333"/>
              <a:gd name="adj2" fmla="val 50000"/>
            </a:avLst>
          </a:prstGeom>
          <a:noFill/>
          <a:ln w="38100">
            <a:solidFill>
              <a:srgbClr val="9acd4c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1911" name="Rectangle 63"/>
          <p:cNvSpPr/>
          <p:nvPr/>
        </p:nvSpPr>
        <p:spPr>
          <a:xfrm>
            <a:off x="6813720" y="4413240"/>
            <a:ext cx="876600" cy="352080"/>
          </a:xfrm>
          <a:prstGeom prst="rect">
            <a:avLst/>
          </a:prstGeom>
          <a:noFill/>
          <a:ln w="38100">
            <a:solidFill>
              <a:srgbClr val="719738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w Cen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a7a7a7"/>
            </a:gs>
          </a:gsLst>
          <a:lin ang="504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12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w Cen MT"/>
            </a:endParaRPr>
          </a:p>
        </p:txBody>
      </p:sp>
      <p:pic>
        <p:nvPicPr>
          <p:cNvPr id="1913" name="Picture 2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1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grpSp>
        <p:nvGrpSpPr>
          <p:cNvPr id="1914" name="Group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20760" cy="6857640"/>
            <a:chOff x="0" y="0"/>
            <a:chExt cx="1220760" cy="6857640"/>
          </a:xfrm>
        </p:grpSpPr>
        <p:sp>
          <p:nvSpPr>
            <p:cNvPr id="1915" name="Rectangle 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28520" y="4680"/>
              <a:ext cx="23400" cy="218088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916" name="Freeform 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7520" y="217656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917" name="Freeform 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2840" y="40212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918" name="Freeform 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4200" y="4680"/>
              <a:ext cx="369360" cy="181080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810800"/>
                <a:gd name="textAreaBottom" fmla="*/ 1811160 h 1810800"/>
              </a:gdLst>
              <a:ahLst/>
              <a:rect l="textAreaLeft" t="textAreaTop" r="textAreaRight" b="textAreaBottom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919" name="Freeform 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17680" y="18018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920" name="Freeform 1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99880" y="4680"/>
              <a:ext cx="369360" cy="142992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429920"/>
                <a:gd name="textAreaBottom" fmla="*/ 1430280 h 1429920"/>
              </a:gdLst>
              <a:ahLst/>
              <a:rect l="textAreaLeft" t="textAreaTop" r="textAreaRight" b="textAreaBottom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921" name="Freeform 1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60520" y="0"/>
              <a:ext cx="151920" cy="9126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12600"/>
                <a:gd name="textAreaBottom" fmla="*/ 912960 h 912600"/>
              </a:gdLst>
              <a:ahLst/>
              <a:rect l="textAreaLeft" t="textAreaTop" r="textAreaRight" b="textAreaBottom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922" name="Freeform 1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3360" y="14209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923" name="Freeform 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3360" y="9032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924" name="Freeform 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5560" y="0"/>
              <a:ext cx="421920" cy="52668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526680"/>
                <a:gd name="textAreaBottom" fmla="*/ 527040 h 526680"/>
              </a:gdLst>
              <a:ahLst/>
              <a:rect l="textAreaLeft" t="textAreaTop" r="textAreaRight" b="textAreaBottom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925" name="Freeform 1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35000" y="488880"/>
              <a:ext cx="161640" cy="147240"/>
            </a:xfrm>
            <a:custGeom>
              <a:avLst/>
              <a:gdLst>
                <a:gd name="textAreaLeft" fmla="*/ 0 w 161640"/>
                <a:gd name="textAreaRight" fmla="*/ 162000 w 161640"/>
                <a:gd name="textAreaTop" fmla="*/ 0 h 147240"/>
                <a:gd name="textAreaBottom" fmla="*/ 147600 h 147240"/>
              </a:gdLst>
              <a:ahLst/>
              <a:rect l="textAreaLeft" t="textAreaTop" r="textAreaRight" b="textAreaBottom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926" name="Line 1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60" y="9360"/>
              <a:ext cx="360" cy="360"/>
            </a:xfrm>
            <a:prstGeom prst="line">
              <a:avLst/>
            </a:prstGeom>
            <a:ln w="15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927" name="Freeform 1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760" y="1801800"/>
              <a:ext cx="123480" cy="126720"/>
            </a:xfrm>
            <a:custGeom>
              <a:avLst/>
              <a:gdLst>
                <a:gd name="textAreaLeft" fmla="*/ 0 w 123480"/>
                <a:gd name="textAreaRight" fmla="*/ 123840 w 123480"/>
                <a:gd name="textAreaTop" fmla="*/ 0 h 126720"/>
                <a:gd name="textAreaBottom" fmla="*/ 127080 h 126720"/>
              </a:gdLst>
              <a:ahLst/>
              <a:rect l="textAreaLeft" t="textAreaTop" r="textAreaRight" b="textAreaBottom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928" name="Freeform 1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680" y="3549600"/>
              <a:ext cx="147240" cy="480600"/>
            </a:xfrm>
            <a:custGeom>
              <a:avLst/>
              <a:gdLst>
                <a:gd name="textAreaLeft" fmla="*/ 0 w 147240"/>
                <a:gd name="textAreaRight" fmla="*/ 147600 w 147240"/>
                <a:gd name="textAreaTop" fmla="*/ 0 h 480600"/>
                <a:gd name="textAreaBottom" fmla="*/ 480960 h 480600"/>
              </a:gdLst>
              <a:ahLst/>
              <a:rect l="textAreaLeft" t="textAreaTop" r="textAreaRight" b="textAreaBottom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929" name="Freeform 1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920" y="1382760"/>
              <a:ext cx="142560" cy="475920"/>
            </a:xfrm>
            <a:custGeom>
              <a:avLst/>
              <a:gdLst>
                <a:gd name="textAreaLeft" fmla="*/ 0 w 142560"/>
                <a:gd name="textAreaRight" fmla="*/ 142920 w 142560"/>
                <a:gd name="textAreaTop" fmla="*/ 0 h 475920"/>
                <a:gd name="textAreaBottom" fmla="*/ 476280 h 475920"/>
              </a:gdLst>
              <a:ahLst/>
              <a:rect l="textAreaLeft" t="textAreaTop" r="textAreaRight" b="textAreaBottom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930" name="Freeform 2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9240" y="1849320"/>
              <a:ext cx="114120" cy="107640"/>
            </a:xfrm>
            <a:custGeom>
              <a:avLst/>
              <a:gdLst>
                <a:gd name="textAreaLeft" fmla="*/ 0 w 114120"/>
                <a:gd name="textAreaRight" fmla="*/ 114480 w 114120"/>
                <a:gd name="textAreaTop" fmla="*/ 0 h 107640"/>
                <a:gd name="textAreaBottom" fmla="*/ 108000 h 107640"/>
              </a:gdLst>
              <a:ahLst/>
              <a:rect l="textAreaLeft" t="textAreaTop" r="textAreaRight" b="textAreaBottom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931" name="Rectangle 2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7600" y="4662360"/>
              <a:ext cx="23400" cy="218088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932" name="Freeform 2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7960" y="5041800"/>
              <a:ext cx="369360" cy="180144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801440"/>
                <a:gd name="textAreaBottom" fmla="*/ 1801800 h 1801440"/>
              </a:gdLst>
              <a:ahLst/>
              <a:rect l="textAreaLeft" t="textAreaTop" r="textAreaRight" b="textAreaBottom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933" name="Freeform 2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6600" y="4481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934" name="Freeform 2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5627520"/>
              <a:ext cx="85320" cy="1215720"/>
            </a:xfrm>
            <a:custGeom>
              <a:avLst/>
              <a:gdLst>
                <a:gd name="textAreaLeft" fmla="*/ 0 w 85320"/>
                <a:gd name="textAreaRight" fmla="*/ 85680 w 85320"/>
                <a:gd name="textAreaTop" fmla="*/ 0 h 1215720"/>
                <a:gd name="textAreaBottom" fmla="*/ 1216080 h 1215720"/>
              </a:gdLst>
              <a:ahLst/>
              <a:rect l="textAreaLeft" t="textAreaTop" r="textAreaRight" b="textAreaBottom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935" name="Freeform 2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1440" y="48672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936" name="Freeform 2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4000" y="5423040"/>
              <a:ext cx="374400" cy="1425240"/>
            </a:xfrm>
            <a:custGeom>
              <a:avLst/>
              <a:gdLst>
                <a:gd name="textAreaLeft" fmla="*/ 0 w 374400"/>
                <a:gd name="textAreaRight" fmla="*/ 374760 w 374400"/>
                <a:gd name="textAreaTop" fmla="*/ 0 h 1425240"/>
                <a:gd name="textAreaBottom" fmla="*/ 1425600 h 1425240"/>
              </a:gdLst>
              <a:ahLst/>
              <a:rect l="textAreaLeft" t="textAreaTop" r="textAreaRight" b="textAreaBottom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937" name="Freeform 2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84280" y="5945040"/>
              <a:ext cx="151920" cy="9126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12600"/>
                <a:gd name="textAreaBottom" fmla="*/ 912960 h 912600"/>
              </a:gdLst>
              <a:ahLst/>
              <a:rect l="textAreaLeft" t="textAreaTop" r="textAreaRight" b="textAreaBottom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938" name="Freeform 2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27120" y="5246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939" name="Freeform 2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27120" y="57643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940" name="Freeform 3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84360" y="6330960"/>
              <a:ext cx="417240" cy="517320"/>
            </a:xfrm>
            <a:custGeom>
              <a:avLst/>
              <a:gdLst>
                <a:gd name="textAreaLeft" fmla="*/ 0 w 417240"/>
                <a:gd name="textAreaRight" fmla="*/ 417600 w 417240"/>
                <a:gd name="textAreaTop" fmla="*/ 0 h 517320"/>
                <a:gd name="textAreaBottom" fmla="*/ 517680 h 517320"/>
              </a:gdLst>
              <a:ahLst/>
              <a:rect l="textAreaLeft" t="textAreaTop" r="textAreaRight" b="textAreaBottom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941" name="Freeform 3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63800" y="6221520"/>
              <a:ext cx="156960" cy="14724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47240"/>
                <a:gd name="textAreaBottom" fmla="*/ 147600 h 147240"/>
              </a:gdLst>
              <a:ahLst/>
              <a:rect l="textAreaLeft" t="textAreaTop" r="textAreaRight" b="textAreaBottom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</p:grpSp>
      <p:grpSp>
        <p:nvGrpSpPr>
          <p:cNvPr id="1942" name="Group 4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64840" y="0"/>
            <a:ext cx="674280" cy="6848280"/>
            <a:chOff x="11364840" y="0"/>
            <a:chExt cx="674280" cy="6848280"/>
          </a:xfrm>
        </p:grpSpPr>
        <p:sp>
          <p:nvSpPr>
            <p:cNvPr id="1943" name="Freeform 3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484000" y="0"/>
              <a:ext cx="417240" cy="512280"/>
            </a:xfrm>
            <a:custGeom>
              <a:avLst/>
              <a:gdLst>
                <a:gd name="textAreaLeft" fmla="*/ 0 w 417240"/>
                <a:gd name="textAreaRight" fmla="*/ 417600 w 417240"/>
                <a:gd name="textAreaTop" fmla="*/ 0 h 512280"/>
                <a:gd name="textAreaBottom" fmla="*/ 512640 h 512280"/>
              </a:gdLst>
              <a:ahLst/>
              <a:rect l="textAreaLeft" t="textAreaTop" r="textAreaRight" b="textAreaBottom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944" name="Freeform 3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364840" y="474840"/>
              <a:ext cx="156960" cy="15192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51920"/>
                <a:gd name="textAreaBottom" fmla="*/ 152280 h 151920"/>
              </a:gdLst>
              <a:ahLst/>
              <a:rect l="textAreaLeft" t="textAreaTop" r="textAreaRight" b="textAreaBottom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945" name="Freeform 3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1600" y="1539720"/>
              <a:ext cx="188640" cy="1900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946" name="Freeform 3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531520" y="5694480"/>
              <a:ext cx="298080" cy="1153800"/>
            </a:xfrm>
            <a:custGeom>
              <a:avLst/>
              <a:gdLst>
                <a:gd name="textAreaLeft" fmla="*/ 0 w 298080"/>
                <a:gd name="textAreaRight" fmla="*/ 298440 w 298080"/>
                <a:gd name="textAreaTop" fmla="*/ 0 h 1153800"/>
                <a:gd name="textAreaBottom" fmla="*/ 1154160 h 1153800"/>
              </a:gdLst>
              <a:ahLst/>
              <a:rect l="textAreaLeft" t="textAreaTop" r="textAreaRight" b="textAreaBottom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947" name="Freeform 3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773080" y="5551560"/>
              <a:ext cx="156960" cy="15516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55160"/>
                <a:gd name="textAreaBottom" fmla="*/ 155520 h 155160"/>
              </a:gdLst>
              <a:ahLst/>
              <a:rect l="textAreaLeft" t="textAreaTop" r="textAreaRight" b="textAreaBottom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948" name="Freeform 3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711160" y="4680"/>
              <a:ext cx="304560" cy="154440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544400"/>
                <a:gd name="textAreaBottom" fmla="*/ 1544760 h 1544400"/>
              </a:gdLst>
              <a:ahLst/>
              <a:rect l="textAreaLeft" t="textAreaTop" r="textAreaRight" b="textAreaBottom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949" name="Freeform 3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6280" y="4867200"/>
              <a:ext cx="188640" cy="18864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950" name="Freeform 3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441160" y="5046840"/>
              <a:ext cx="307440" cy="1801440"/>
            </a:xfrm>
            <a:custGeom>
              <a:avLst/>
              <a:gdLst>
                <a:gd name="textAreaLeft" fmla="*/ 0 w 307440"/>
                <a:gd name="textAreaRight" fmla="*/ 307800 w 307440"/>
                <a:gd name="textAreaTop" fmla="*/ 0 h 1801440"/>
                <a:gd name="textAreaBottom" fmla="*/ 1801800 h 1801440"/>
              </a:gdLst>
              <a:ahLst/>
              <a:rect l="textAreaLeft" t="textAreaTop" r="textAreaRight" b="textAreaBottom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951" name="Freeform 4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849040" y="641664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952" name="Rectangle 4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939760" y="6595920"/>
              <a:ext cx="23400" cy="25200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</p:grpSp>
      <p:sp>
        <p:nvSpPr>
          <p:cNvPr id="1953" name="Title 1"/>
          <p:cNvSpPr/>
          <p:nvPr/>
        </p:nvSpPr>
        <p:spPr>
          <a:xfrm>
            <a:off x="299880" y="73800"/>
            <a:ext cx="105152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</a:pPr>
            <a:endParaRPr b="0" lang="nl-BE" sz="3600" spc="-1" strike="noStrike" cap="all">
              <a:solidFill>
                <a:schemeClr val="dk1"/>
              </a:solidFill>
              <a:latin typeface="Tw Cen MT"/>
            </a:endParaRPr>
          </a:p>
        </p:txBody>
      </p:sp>
      <p:pic>
        <p:nvPicPr>
          <p:cNvPr id="1954" name="Picture 3" descr="A black background with a black square&#10;&#10;Description automatically generated with medium confidence"/>
          <p:cNvPicPr/>
          <p:nvPr/>
        </p:nvPicPr>
        <p:blipFill>
          <a:blip r:embed="rId2"/>
          <a:stretch/>
        </p:blipFill>
        <p:spPr>
          <a:xfrm>
            <a:off x="225000" y="1384560"/>
            <a:ext cx="1225800" cy="998280"/>
          </a:xfrm>
          <a:prstGeom prst="rect">
            <a:avLst/>
          </a:prstGeom>
          <a:ln w="0">
            <a:noFill/>
          </a:ln>
        </p:spPr>
      </p:pic>
      <p:pic>
        <p:nvPicPr>
          <p:cNvPr id="1955" name="Picture 5" descr="A blue and white sign&#10;&#10;Description automatically generated"/>
          <p:cNvPicPr/>
          <p:nvPr/>
        </p:nvPicPr>
        <p:blipFill>
          <a:blip r:embed="rId3"/>
          <a:stretch/>
        </p:blipFill>
        <p:spPr>
          <a:xfrm>
            <a:off x="2277000" y="1402200"/>
            <a:ext cx="3143160" cy="981000"/>
          </a:xfrm>
          <a:prstGeom prst="rect">
            <a:avLst/>
          </a:prstGeom>
          <a:ln w="0">
            <a:noFill/>
          </a:ln>
        </p:spPr>
      </p:pic>
      <p:sp>
        <p:nvSpPr>
          <p:cNvPr id="1956" name="Arrow: Right 6"/>
          <p:cNvSpPr/>
          <p:nvPr/>
        </p:nvSpPr>
        <p:spPr>
          <a:xfrm>
            <a:off x="1546560" y="1789920"/>
            <a:ext cx="670680" cy="3596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acd4c"/>
          </a:solidFill>
          <a:ln>
            <a:solidFill>
              <a:srgbClr val="43592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nl-BE" sz="1800" spc="-1" strike="noStrike">
              <a:solidFill>
                <a:schemeClr val="lt1"/>
              </a:solidFill>
              <a:latin typeface="Tw Cen MT"/>
            </a:endParaRPr>
          </a:p>
        </p:txBody>
      </p:sp>
      <p:sp>
        <p:nvSpPr>
          <p:cNvPr id="1957" name="TextBox 8"/>
          <p:cNvSpPr/>
          <p:nvPr/>
        </p:nvSpPr>
        <p:spPr>
          <a:xfrm>
            <a:off x="2352960" y="2393640"/>
            <a:ext cx="300564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Bounding box: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x1,y1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x2,y2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8" name="AutoShape 8"/>
          <p:cNvSpPr/>
          <p:nvPr/>
        </p:nvSpPr>
        <p:spPr>
          <a:xfrm>
            <a:off x="2881440" y="1285920"/>
            <a:ext cx="6428880" cy="42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nl-BE" sz="18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1959" name="AutoShape 14"/>
          <p:cNvSpPr/>
          <p:nvPr/>
        </p:nvSpPr>
        <p:spPr>
          <a:xfrm>
            <a:off x="4905360" y="1995480"/>
            <a:ext cx="2381040" cy="28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nl-BE" sz="1800" spc="-1" strike="noStrike">
              <a:solidFill>
                <a:schemeClr val="dk1"/>
              </a:solidFill>
              <a:latin typeface="Tw Cen MT"/>
            </a:endParaRPr>
          </a:p>
        </p:txBody>
      </p:sp>
      <p:pic>
        <p:nvPicPr>
          <p:cNvPr id="1960" name="Picture 51" descr="A diagram of a network&#10;&#10;Description automatically generated"/>
          <p:cNvPicPr/>
          <p:nvPr/>
        </p:nvPicPr>
        <p:blipFill>
          <a:blip r:embed="rId4"/>
          <a:stretch/>
        </p:blipFill>
        <p:spPr>
          <a:xfrm>
            <a:off x="6217200" y="945000"/>
            <a:ext cx="1800360" cy="2049480"/>
          </a:xfrm>
          <a:prstGeom prst="rect">
            <a:avLst/>
          </a:prstGeom>
          <a:ln w="0">
            <a:noFill/>
          </a:ln>
        </p:spPr>
      </p:pic>
      <p:sp>
        <p:nvSpPr>
          <p:cNvPr id="1961" name="Arrow: Right 52"/>
          <p:cNvSpPr/>
          <p:nvPr/>
        </p:nvSpPr>
        <p:spPr>
          <a:xfrm>
            <a:off x="5483520" y="1712880"/>
            <a:ext cx="670680" cy="3596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acd4c"/>
          </a:solidFill>
          <a:ln>
            <a:solidFill>
              <a:srgbClr val="43592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nl-BE" sz="1800" spc="-1" strike="noStrike">
              <a:solidFill>
                <a:schemeClr val="lt1"/>
              </a:solidFill>
              <a:latin typeface="Tw Cen MT"/>
            </a:endParaRPr>
          </a:p>
        </p:txBody>
      </p:sp>
      <p:sp>
        <p:nvSpPr>
          <p:cNvPr id="1962" name="TextBox 53"/>
          <p:cNvSpPr/>
          <p:nvPr/>
        </p:nvSpPr>
        <p:spPr>
          <a:xfrm>
            <a:off x="6088680" y="71280"/>
            <a:ext cx="187308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CNN1: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Bin tag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angle tag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3" name="Arrow: Right 54"/>
          <p:cNvSpPr/>
          <p:nvPr/>
        </p:nvSpPr>
        <p:spPr>
          <a:xfrm>
            <a:off x="8007840" y="1716120"/>
            <a:ext cx="670680" cy="3596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acd4c"/>
          </a:solidFill>
          <a:ln>
            <a:solidFill>
              <a:srgbClr val="43592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nl-BE" sz="1800" spc="-1" strike="noStrike">
              <a:solidFill>
                <a:schemeClr val="lt1"/>
              </a:solidFill>
              <a:latin typeface="Tw Cen MT"/>
            </a:endParaRPr>
          </a:p>
        </p:txBody>
      </p:sp>
      <p:pic>
        <p:nvPicPr>
          <p:cNvPr id="1964" name="Picture 55" descr="A diagram of a network&#10;&#10;Description automatically generated"/>
          <p:cNvPicPr/>
          <p:nvPr/>
        </p:nvPicPr>
        <p:blipFill>
          <a:blip r:embed="rId5"/>
          <a:stretch/>
        </p:blipFill>
        <p:spPr>
          <a:xfrm>
            <a:off x="8961840" y="941400"/>
            <a:ext cx="1800360" cy="2049480"/>
          </a:xfrm>
          <a:prstGeom prst="rect">
            <a:avLst/>
          </a:prstGeom>
          <a:ln w="0">
            <a:noFill/>
          </a:ln>
        </p:spPr>
      </p:pic>
      <p:sp>
        <p:nvSpPr>
          <p:cNvPr id="1965" name="TextBox 56"/>
          <p:cNvSpPr/>
          <p:nvPr/>
        </p:nvSpPr>
        <p:spPr>
          <a:xfrm>
            <a:off x="8343720" y="351360"/>
            <a:ext cx="29192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CNN2: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brand classification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6" name="TextBox 57"/>
          <p:cNvSpPr/>
          <p:nvPr/>
        </p:nvSpPr>
        <p:spPr>
          <a:xfrm>
            <a:off x="6391080" y="3501000"/>
            <a:ext cx="291924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CNN3a: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Model classification (audi)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7" name="TextBox 58"/>
          <p:cNvSpPr/>
          <p:nvPr/>
        </p:nvSpPr>
        <p:spPr>
          <a:xfrm>
            <a:off x="9261720" y="3512160"/>
            <a:ext cx="29192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CNN3b: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Model classification (fiat)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8" name="Arrow: Right 59"/>
          <p:cNvSpPr/>
          <p:nvPr/>
        </p:nvSpPr>
        <p:spPr>
          <a:xfrm rot="7965000">
            <a:off x="8986320" y="3085560"/>
            <a:ext cx="670680" cy="3596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acd4c"/>
          </a:solidFill>
          <a:ln>
            <a:solidFill>
              <a:srgbClr val="43592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nl-BE" sz="1800" spc="-1" strike="noStrike">
              <a:solidFill>
                <a:schemeClr val="lt1"/>
              </a:solidFill>
              <a:latin typeface="Tw Cen MT"/>
            </a:endParaRPr>
          </a:p>
        </p:txBody>
      </p:sp>
      <p:sp>
        <p:nvSpPr>
          <p:cNvPr id="1969" name="Arrow: Right 60"/>
          <p:cNvSpPr/>
          <p:nvPr/>
        </p:nvSpPr>
        <p:spPr>
          <a:xfrm rot="2662200">
            <a:off x="9932760" y="3050640"/>
            <a:ext cx="670680" cy="3596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acd4c"/>
          </a:solidFill>
          <a:ln>
            <a:solidFill>
              <a:srgbClr val="43592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nl-BE" sz="1800" spc="-1" strike="noStrike">
              <a:solidFill>
                <a:schemeClr val="lt1"/>
              </a:solidFill>
              <a:latin typeface="Tw Cen MT"/>
            </a:endParaRPr>
          </a:p>
        </p:txBody>
      </p:sp>
      <p:pic>
        <p:nvPicPr>
          <p:cNvPr id="1970" name="Picture 61" descr="A diagram of a network&#10;&#10;Description automatically generated"/>
          <p:cNvPicPr/>
          <p:nvPr/>
        </p:nvPicPr>
        <p:blipFill>
          <a:blip r:embed="rId6"/>
          <a:stretch/>
        </p:blipFill>
        <p:spPr>
          <a:xfrm>
            <a:off x="7069320" y="4366800"/>
            <a:ext cx="1800360" cy="2049480"/>
          </a:xfrm>
          <a:prstGeom prst="rect">
            <a:avLst/>
          </a:prstGeom>
          <a:ln w="0">
            <a:noFill/>
          </a:ln>
        </p:spPr>
      </p:pic>
      <p:pic>
        <p:nvPicPr>
          <p:cNvPr id="1971" name="Picture 62" descr="A diagram of a network&#10;&#10;Description automatically generated"/>
          <p:cNvPicPr/>
          <p:nvPr/>
        </p:nvPicPr>
        <p:blipFill>
          <a:blip r:embed="rId7"/>
          <a:stretch/>
        </p:blipFill>
        <p:spPr>
          <a:xfrm>
            <a:off x="9902520" y="4366800"/>
            <a:ext cx="1800360" cy="2049480"/>
          </a:xfrm>
          <a:prstGeom prst="rect">
            <a:avLst/>
          </a:prstGeom>
          <a:ln w="0">
            <a:noFill/>
          </a:ln>
        </p:spPr>
      </p:pic>
      <p:sp>
        <p:nvSpPr>
          <p:cNvPr id="1972" name="Arrow: Right 63"/>
          <p:cNvSpPr/>
          <p:nvPr/>
        </p:nvSpPr>
        <p:spPr>
          <a:xfrm>
            <a:off x="5531400" y="2847240"/>
            <a:ext cx="3147480" cy="3596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acd4c"/>
          </a:solidFill>
          <a:ln>
            <a:solidFill>
              <a:srgbClr val="43592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nl-BE" sz="1800" spc="-1" strike="noStrike">
              <a:solidFill>
                <a:schemeClr val="lt1"/>
              </a:solidFill>
              <a:latin typeface="Tw Cen MT"/>
            </a:endParaRPr>
          </a:p>
        </p:txBody>
      </p:sp>
      <p:sp>
        <p:nvSpPr>
          <p:cNvPr id="1973" name="Rectangle 64"/>
          <p:cNvSpPr/>
          <p:nvPr/>
        </p:nvSpPr>
        <p:spPr>
          <a:xfrm>
            <a:off x="2187360" y="1258920"/>
            <a:ext cx="3295440" cy="2241720"/>
          </a:xfrm>
          <a:prstGeom prst="rect">
            <a:avLst/>
          </a:prstGeom>
          <a:noFill/>
          <a:ln w="57150">
            <a:solidFill>
              <a:srgbClr val="719738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w Cen MT"/>
            </a:endParaRPr>
          </a:p>
        </p:txBody>
      </p:sp>
      <p:sp>
        <p:nvSpPr>
          <p:cNvPr id="1974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3600" spc="-1" strike="noStrike" cap="all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1975" name="PlaceHolder 2"/>
          <p:cNvSpPr>
            <a:spLocks noGrp="1"/>
          </p:cNvSpPr>
          <p:nvPr>
            <p:ph type="ftr" idx="66"/>
          </p:nvPr>
        </p:nvSpPr>
        <p:spPr>
          <a:xfrm>
            <a:off x="712800" y="-1584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1" lang="en-US" sz="1050" spc="-1" strike="noStrike" cap="all">
                <a:solidFill>
                  <a:schemeClr val="dk1">
                    <a:lumMod val="65000"/>
                    <a:lumOff val="35000"/>
                  </a:schemeClr>
                </a:solidFill>
                <a:latin typeface="Tw Cen MT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1" lang="en-US" sz="1050" spc="-1" strike="noStrike" cap="all">
                <a:solidFill>
                  <a:schemeClr val="dk1">
                    <a:lumMod val="65000"/>
                    <a:lumOff val="35000"/>
                  </a:schemeClr>
                </a:solidFill>
                <a:latin typeface="Tw Cen MT"/>
              </a:rPr>
              <a:t>https://github.com/Frederic-P/automotive_project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a7a7a7"/>
            </a:gs>
          </a:gsLst>
          <a:lin ang="504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76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w Cen MT"/>
            </a:endParaRPr>
          </a:p>
        </p:txBody>
      </p:sp>
      <p:pic>
        <p:nvPicPr>
          <p:cNvPr id="1977" name="Picture 2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1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grpSp>
        <p:nvGrpSpPr>
          <p:cNvPr id="1978" name="Group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20760" cy="6857640"/>
            <a:chOff x="0" y="0"/>
            <a:chExt cx="1220760" cy="6857640"/>
          </a:xfrm>
        </p:grpSpPr>
        <p:sp>
          <p:nvSpPr>
            <p:cNvPr id="1979" name="Rectangle 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28520" y="4680"/>
              <a:ext cx="23400" cy="218088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980" name="Freeform 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7520" y="217656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981" name="Freeform 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2840" y="40212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982" name="Freeform 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4200" y="4680"/>
              <a:ext cx="369360" cy="181080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810800"/>
                <a:gd name="textAreaBottom" fmla="*/ 1811160 h 1810800"/>
              </a:gdLst>
              <a:ahLst/>
              <a:rect l="textAreaLeft" t="textAreaTop" r="textAreaRight" b="textAreaBottom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983" name="Freeform 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17680" y="18018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984" name="Freeform 1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99880" y="4680"/>
              <a:ext cx="369360" cy="142992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429920"/>
                <a:gd name="textAreaBottom" fmla="*/ 1430280 h 1429920"/>
              </a:gdLst>
              <a:ahLst/>
              <a:rect l="textAreaLeft" t="textAreaTop" r="textAreaRight" b="textAreaBottom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985" name="Freeform 1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60520" y="0"/>
              <a:ext cx="151920" cy="9126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12600"/>
                <a:gd name="textAreaBottom" fmla="*/ 912960 h 912600"/>
              </a:gdLst>
              <a:ahLst/>
              <a:rect l="textAreaLeft" t="textAreaTop" r="textAreaRight" b="textAreaBottom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986" name="Freeform 1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3360" y="14209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987" name="Freeform 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3360" y="9032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988" name="Freeform 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5560" y="0"/>
              <a:ext cx="421920" cy="52668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526680"/>
                <a:gd name="textAreaBottom" fmla="*/ 527040 h 526680"/>
              </a:gdLst>
              <a:ahLst/>
              <a:rect l="textAreaLeft" t="textAreaTop" r="textAreaRight" b="textAreaBottom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989" name="Freeform 1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35000" y="488880"/>
              <a:ext cx="161640" cy="147240"/>
            </a:xfrm>
            <a:custGeom>
              <a:avLst/>
              <a:gdLst>
                <a:gd name="textAreaLeft" fmla="*/ 0 w 161640"/>
                <a:gd name="textAreaRight" fmla="*/ 162000 w 161640"/>
                <a:gd name="textAreaTop" fmla="*/ 0 h 147240"/>
                <a:gd name="textAreaBottom" fmla="*/ 147600 h 147240"/>
              </a:gdLst>
              <a:ahLst/>
              <a:rect l="textAreaLeft" t="textAreaTop" r="textAreaRight" b="textAreaBottom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990" name="Line 1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60" y="9360"/>
              <a:ext cx="360" cy="360"/>
            </a:xfrm>
            <a:prstGeom prst="line">
              <a:avLst/>
            </a:prstGeom>
            <a:ln w="15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991" name="Freeform 1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760" y="1801800"/>
              <a:ext cx="123480" cy="126720"/>
            </a:xfrm>
            <a:custGeom>
              <a:avLst/>
              <a:gdLst>
                <a:gd name="textAreaLeft" fmla="*/ 0 w 123480"/>
                <a:gd name="textAreaRight" fmla="*/ 123840 w 123480"/>
                <a:gd name="textAreaTop" fmla="*/ 0 h 126720"/>
                <a:gd name="textAreaBottom" fmla="*/ 127080 h 126720"/>
              </a:gdLst>
              <a:ahLst/>
              <a:rect l="textAreaLeft" t="textAreaTop" r="textAreaRight" b="textAreaBottom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992" name="Freeform 1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680" y="3549600"/>
              <a:ext cx="147240" cy="480600"/>
            </a:xfrm>
            <a:custGeom>
              <a:avLst/>
              <a:gdLst>
                <a:gd name="textAreaLeft" fmla="*/ 0 w 147240"/>
                <a:gd name="textAreaRight" fmla="*/ 147600 w 147240"/>
                <a:gd name="textAreaTop" fmla="*/ 0 h 480600"/>
                <a:gd name="textAreaBottom" fmla="*/ 480960 h 480600"/>
              </a:gdLst>
              <a:ahLst/>
              <a:rect l="textAreaLeft" t="textAreaTop" r="textAreaRight" b="textAreaBottom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993" name="Freeform 1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920" y="1382760"/>
              <a:ext cx="142560" cy="475920"/>
            </a:xfrm>
            <a:custGeom>
              <a:avLst/>
              <a:gdLst>
                <a:gd name="textAreaLeft" fmla="*/ 0 w 142560"/>
                <a:gd name="textAreaRight" fmla="*/ 142920 w 142560"/>
                <a:gd name="textAreaTop" fmla="*/ 0 h 475920"/>
                <a:gd name="textAreaBottom" fmla="*/ 476280 h 475920"/>
              </a:gdLst>
              <a:ahLst/>
              <a:rect l="textAreaLeft" t="textAreaTop" r="textAreaRight" b="textAreaBottom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994" name="Freeform 2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9240" y="1849320"/>
              <a:ext cx="114120" cy="107640"/>
            </a:xfrm>
            <a:custGeom>
              <a:avLst/>
              <a:gdLst>
                <a:gd name="textAreaLeft" fmla="*/ 0 w 114120"/>
                <a:gd name="textAreaRight" fmla="*/ 114480 w 114120"/>
                <a:gd name="textAreaTop" fmla="*/ 0 h 107640"/>
                <a:gd name="textAreaBottom" fmla="*/ 108000 h 107640"/>
              </a:gdLst>
              <a:ahLst/>
              <a:rect l="textAreaLeft" t="textAreaTop" r="textAreaRight" b="textAreaBottom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995" name="Rectangle 2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7600" y="4662360"/>
              <a:ext cx="23400" cy="218088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996" name="Freeform 2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7960" y="5041800"/>
              <a:ext cx="369360" cy="180144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801440"/>
                <a:gd name="textAreaBottom" fmla="*/ 1801800 h 1801440"/>
              </a:gdLst>
              <a:ahLst/>
              <a:rect l="textAreaLeft" t="textAreaTop" r="textAreaRight" b="textAreaBottom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997" name="Freeform 2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6600" y="4481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998" name="Freeform 2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5627520"/>
              <a:ext cx="85320" cy="1215720"/>
            </a:xfrm>
            <a:custGeom>
              <a:avLst/>
              <a:gdLst>
                <a:gd name="textAreaLeft" fmla="*/ 0 w 85320"/>
                <a:gd name="textAreaRight" fmla="*/ 85680 w 85320"/>
                <a:gd name="textAreaTop" fmla="*/ 0 h 1215720"/>
                <a:gd name="textAreaBottom" fmla="*/ 1216080 h 1215720"/>
              </a:gdLst>
              <a:ahLst/>
              <a:rect l="textAreaLeft" t="textAreaTop" r="textAreaRight" b="textAreaBottom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1999" name="Freeform 2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1440" y="48672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000" name="Freeform 2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4000" y="5423040"/>
              <a:ext cx="374400" cy="1425240"/>
            </a:xfrm>
            <a:custGeom>
              <a:avLst/>
              <a:gdLst>
                <a:gd name="textAreaLeft" fmla="*/ 0 w 374400"/>
                <a:gd name="textAreaRight" fmla="*/ 374760 w 374400"/>
                <a:gd name="textAreaTop" fmla="*/ 0 h 1425240"/>
                <a:gd name="textAreaBottom" fmla="*/ 1425600 h 1425240"/>
              </a:gdLst>
              <a:ahLst/>
              <a:rect l="textAreaLeft" t="textAreaTop" r="textAreaRight" b="textAreaBottom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001" name="Freeform 2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84280" y="5945040"/>
              <a:ext cx="151920" cy="9126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12600"/>
                <a:gd name="textAreaBottom" fmla="*/ 912960 h 912600"/>
              </a:gdLst>
              <a:ahLst/>
              <a:rect l="textAreaLeft" t="textAreaTop" r="textAreaRight" b="textAreaBottom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002" name="Freeform 2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27120" y="5246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003" name="Freeform 2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27120" y="57643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004" name="Freeform 3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84360" y="6330960"/>
              <a:ext cx="417240" cy="517320"/>
            </a:xfrm>
            <a:custGeom>
              <a:avLst/>
              <a:gdLst>
                <a:gd name="textAreaLeft" fmla="*/ 0 w 417240"/>
                <a:gd name="textAreaRight" fmla="*/ 417600 w 417240"/>
                <a:gd name="textAreaTop" fmla="*/ 0 h 517320"/>
                <a:gd name="textAreaBottom" fmla="*/ 517680 h 517320"/>
              </a:gdLst>
              <a:ahLst/>
              <a:rect l="textAreaLeft" t="textAreaTop" r="textAreaRight" b="textAreaBottom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005" name="Freeform 3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63800" y="6221520"/>
              <a:ext cx="156960" cy="14724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47240"/>
                <a:gd name="textAreaBottom" fmla="*/ 147600 h 147240"/>
              </a:gdLst>
              <a:ahLst/>
              <a:rect l="textAreaLeft" t="textAreaTop" r="textAreaRight" b="textAreaBottom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</p:grpSp>
      <p:grpSp>
        <p:nvGrpSpPr>
          <p:cNvPr id="2006" name="Group 4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64840" y="0"/>
            <a:ext cx="674280" cy="6848280"/>
            <a:chOff x="11364840" y="0"/>
            <a:chExt cx="674280" cy="6848280"/>
          </a:xfrm>
        </p:grpSpPr>
        <p:sp>
          <p:nvSpPr>
            <p:cNvPr id="2007" name="Freeform 3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484000" y="0"/>
              <a:ext cx="417240" cy="512280"/>
            </a:xfrm>
            <a:custGeom>
              <a:avLst/>
              <a:gdLst>
                <a:gd name="textAreaLeft" fmla="*/ 0 w 417240"/>
                <a:gd name="textAreaRight" fmla="*/ 417600 w 417240"/>
                <a:gd name="textAreaTop" fmla="*/ 0 h 512280"/>
                <a:gd name="textAreaBottom" fmla="*/ 512640 h 512280"/>
              </a:gdLst>
              <a:ahLst/>
              <a:rect l="textAreaLeft" t="textAreaTop" r="textAreaRight" b="textAreaBottom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008" name="Freeform 3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364840" y="474840"/>
              <a:ext cx="156960" cy="15192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51920"/>
                <a:gd name="textAreaBottom" fmla="*/ 152280 h 151920"/>
              </a:gdLst>
              <a:ahLst/>
              <a:rect l="textAreaLeft" t="textAreaTop" r="textAreaRight" b="textAreaBottom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009" name="Freeform 3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1600" y="1539720"/>
              <a:ext cx="188640" cy="1900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010" name="Freeform 3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531520" y="5694480"/>
              <a:ext cx="298080" cy="1153800"/>
            </a:xfrm>
            <a:custGeom>
              <a:avLst/>
              <a:gdLst>
                <a:gd name="textAreaLeft" fmla="*/ 0 w 298080"/>
                <a:gd name="textAreaRight" fmla="*/ 298440 w 298080"/>
                <a:gd name="textAreaTop" fmla="*/ 0 h 1153800"/>
                <a:gd name="textAreaBottom" fmla="*/ 1154160 h 1153800"/>
              </a:gdLst>
              <a:ahLst/>
              <a:rect l="textAreaLeft" t="textAreaTop" r="textAreaRight" b="textAreaBottom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011" name="Freeform 3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773080" y="5551560"/>
              <a:ext cx="156960" cy="15516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55160"/>
                <a:gd name="textAreaBottom" fmla="*/ 155520 h 155160"/>
              </a:gdLst>
              <a:ahLst/>
              <a:rect l="textAreaLeft" t="textAreaTop" r="textAreaRight" b="textAreaBottom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012" name="Freeform 3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711160" y="4680"/>
              <a:ext cx="304560" cy="154440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544400"/>
                <a:gd name="textAreaBottom" fmla="*/ 1544760 h 1544400"/>
              </a:gdLst>
              <a:ahLst/>
              <a:rect l="textAreaLeft" t="textAreaTop" r="textAreaRight" b="textAreaBottom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013" name="Freeform 3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6280" y="4867200"/>
              <a:ext cx="188640" cy="18864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014" name="Freeform 3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441160" y="5046840"/>
              <a:ext cx="307440" cy="1801440"/>
            </a:xfrm>
            <a:custGeom>
              <a:avLst/>
              <a:gdLst>
                <a:gd name="textAreaLeft" fmla="*/ 0 w 307440"/>
                <a:gd name="textAreaRight" fmla="*/ 307800 w 307440"/>
                <a:gd name="textAreaTop" fmla="*/ 0 h 1801440"/>
                <a:gd name="textAreaBottom" fmla="*/ 1801800 h 1801440"/>
              </a:gdLst>
              <a:ahLst/>
              <a:rect l="textAreaLeft" t="textAreaTop" r="textAreaRight" b="textAreaBottom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015" name="Freeform 4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849040" y="641664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016" name="Rectangle 4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939760" y="6595920"/>
              <a:ext cx="23400" cy="25200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</p:grpSp>
      <p:sp>
        <p:nvSpPr>
          <p:cNvPr id="2017" name="Title 1"/>
          <p:cNvSpPr/>
          <p:nvPr/>
        </p:nvSpPr>
        <p:spPr>
          <a:xfrm>
            <a:off x="299880" y="73800"/>
            <a:ext cx="105152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</a:pPr>
            <a:endParaRPr b="0" lang="nl-BE" sz="3600" spc="-1" strike="noStrike" cap="all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2018" name="AutoShape 8"/>
          <p:cNvSpPr/>
          <p:nvPr/>
        </p:nvSpPr>
        <p:spPr>
          <a:xfrm>
            <a:off x="2881440" y="1285920"/>
            <a:ext cx="6428880" cy="42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nl-BE" sz="18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2019" name="AutoShape 14"/>
          <p:cNvSpPr/>
          <p:nvPr/>
        </p:nvSpPr>
        <p:spPr>
          <a:xfrm>
            <a:off x="4905360" y="1995480"/>
            <a:ext cx="2381040" cy="28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nl-BE" sz="18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2020" name="PlaceHolder 1"/>
          <p:cNvSpPr>
            <a:spLocks noGrp="1"/>
          </p:cNvSpPr>
          <p:nvPr>
            <p:ph type="ftr" idx="67"/>
          </p:nvPr>
        </p:nvSpPr>
        <p:spPr>
          <a:xfrm>
            <a:off x="712800" y="-1584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1" lang="en-US" sz="1050" spc="-1" strike="noStrike" cap="all">
                <a:solidFill>
                  <a:schemeClr val="dk1">
                    <a:lumMod val="65000"/>
                    <a:lumOff val="35000"/>
                  </a:schemeClr>
                </a:solidFill>
                <a:latin typeface="Tw Cen MT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1" lang="en-US" sz="1050" spc="-1" strike="noStrike" cap="all">
                <a:solidFill>
                  <a:schemeClr val="dk1">
                    <a:lumMod val="65000"/>
                    <a:lumOff val="35000"/>
                  </a:schemeClr>
                </a:solidFill>
                <a:latin typeface="Tw Cen MT"/>
              </a:rPr>
              <a:t>https://github.com/Frederic-P/automotive_project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21" name="PlaceHolder 2"/>
          <p:cNvSpPr>
            <a:spLocks noGrp="1"/>
          </p:cNvSpPr>
          <p:nvPr>
            <p:ph type="title"/>
          </p:nvPr>
        </p:nvSpPr>
        <p:spPr>
          <a:xfrm>
            <a:off x="1141560" y="748080"/>
            <a:ext cx="9905760" cy="1116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800" spc="-1" strike="noStrike" cap="all">
                <a:solidFill>
                  <a:srgbClr val="505050"/>
                </a:solidFill>
                <a:latin typeface="Calibri Light"/>
              </a:rPr>
              <a:t>Bounding boxes</a:t>
            </a:r>
            <a:endParaRPr b="0" lang="en-US" sz="48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2022" name="TextBox 67"/>
          <p:cNvSpPr/>
          <p:nvPr/>
        </p:nvSpPr>
        <p:spPr>
          <a:xfrm>
            <a:off x="823680" y="1677240"/>
            <a:ext cx="11045160" cy="20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Real time object detection: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- </a:t>
            </a:r>
            <a:r>
              <a:rPr b="0" lang="en-US" sz="1800" spc="-1" strike="noStrike" u="sng">
                <a:solidFill>
                  <a:schemeClr val="dk1"/>
                </a:solidFill>
                <a:uFillTx/>
                <a:latin typeface="Tw Cen MT"/>
                <a:hlinkClick r:id="rId2"/>
              </a:rPr>
              <a:t>https://www.datacamp.com/blog/yolo-object-detection-explained</a:t>
            </a: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- Speed (16million images) </a:t>
            </a:r>
            <a:r>
              <a:rPr b="0" lang="en-US" sz="1800" spc="-1" strike="noStrike">
                <a:solidFill>
                  <a:schemeClr val="dk1"/>
                </a:solidFill>
                <a:latin typeface="Wingdings"/>
              </a:rPr>
              <a:t></a:t>
            </a: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 ca. 250h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- Custom rules (maxarea, minarea, mincertainty, biggest area…)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- GOAL: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- Crop the image to the relevant bit (the car)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- Why?: Neural networks require a square grid.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23" name="Picture 3" descr=""/>
          <p:cNvPicPr/>
          <p:nvPr/>
        </p:nvPicPr>
        <p:blipFill>
          <a:blip r:embed="rId3"/>
          <a:srcRect l="1709" t="0" r="1085" b="0"/>
          <a:stretch/>
        </p:blipFill>
        <p:spPr>
          <a:xfrm>
            <a:off x="0" y="4403160"/>
            <a:ext cx="3034800" cy="2454480"/>
          </a:xfrm>
          <a:prstGeom prst="rect">
            <a:avLst/>
          </a:prstGeom>
          <a:ln w="0">
            <a:noFill/>
          </a:ln>
        </p:spPr>
      </p:pic>
      <p:pic>
        <p:nvPicPr>
          <p:cNvPr id="2024" name="Picture 4" descr=""/>
          <p:cNvPicPr/>
          <p:nvPr/>
        </p:nvPicPr>
        <p:blipFill>
          <a:blip r:embed="rId4"/>
          <a:srcRect l="790" t="0" r="1270" b="0"/>
          <a:stretch/>
        </p:blipFill>
        <p:spPr>
          <a:xfrm>
            <a:off x="3035160" y="4403160"/>
            <a:ext cx="2992320" cy="2454480"/>
          </a:xfrm>
          <a:prstGeom prst="rect">
            <a:avLst/>
          </a:prstGeom>
          <a:ln w="0">
            <a:noFill/>
          </a:ln>
        </p:spPr>
      </p:pic>
      <p:pic>
        <p:nvPicPr>
          <p:cNvPr id="2025" name="Picture 5" descr="C:\Users\Frede\Desktop\Untitled-1.png"/>
          <p:cNvPicPr/>
          <p:nvPr/>
        </p:nvPicPr>
        <p:blipFill>
          <a:blip r:embed="rId5"/>
          <a:stretch/>
        </p:blipFill>
        <p:spPr>
          <a:xfrm>
            <a:off x="6028200" y="4403160"/>
            <a:ext cx="3035160" cy="2454480"/>
          </a:xfrm>
          <a:prstGeom prst="rect">
            <a:avLst/>
          </a:prstGeom>
          <a:ln w="0">
            <a:noFill/>
          </a:ln>
        </p:spPr>
      </p:pic>
      <p:pic>
        <p:nvPicPr>
          <p:cNvPr id="2026" name="Picture 7" descr=""/>
          <p:cNvPicPr/>
          <p:nvPr/>
        </p:nvPicPr>
        <p:blipFill>
          <a:blip r:embed="rId6"/>
          <a:stretch/>
        </p:blipFill>
        <p:spPr>
          <a:xfrm>
            <a:off x="9063360" y="4403160"/>
            <a:ext cx="3028680" cy="2459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a7a7a7"/>
            </a:gs>
          </a:gsLst>
          <a:lin ang="504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27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w Cen MT"/>
            </a:endParaRPr>
          </a:p>
        </p:txBody>
      </p:sp>
      <p:pic>
        <p:nvPicPr>
          <p:cNvPr id="2028" name="Picture 2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1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grpSp>
        <p:nvGrpSpPr>
          <p:cNvPr id="2029" name="Group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20760" cy="6857640"/>
            <a:chOff x="0" y="0"/>
            <a:chExt cx="1220760" cy="6857640"/>
          </a:xfrm>
        </p:grpSpPr>
        <p:sp>
          <p:nvSpPr>
            <p:cNvPr id="2030" name="Rectangle 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28520" y="4680"/>
              <a:ext cx="23400" cy="218088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031" name="Freeform 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7520" y="217656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032" name="Freeform 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2840" y="40212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033" name="Freeform 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4200" y="4680"/>
              <a:ext cx="369360" cy="181080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810800"/>
                <a:gd name="textAreaBottom" fmla="*/ 1811160 h 1810800"/>
              </a:gdLst>
              <a:ahLst/>
              <a:rect l="textAreaLeft" t="textAreaTop" r="textAreaRight" b="textAreaBottom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034" name="Freeform 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17680" y="18018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035" name="Freeform 1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99880" y="4680"/>
              <a:ext cx="369360" cy="142992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429920"/>
                <a:gd name="textAreaBottom" fmla="*/ 1430280 h 1429920"/>
              </a:gdLst>
              <a:ahLst/>
              <a:rect l="textAreaLeft" t="textAreaTop" r="textAreaRight" b="textAreaBottom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036" name="Freeform 1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60520" y="0"/>
              <a:ext cx="151920" cy="9126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12600"/>
                <a:gd name="textAreaBottom" fmla="*/ 912960 h 912600"/>
              </a:gdLst>
              <a:ahLst/>
              <a:rect l="textAreaLeft" t="textAreaTop" r="textAreaRight" b="textAreaBottom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037" name="Freeform 1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3360" y="14209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038" name="Freeform 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3360" y="9032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039" name="Freeform 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5560" y="0"/>
              <a:ext cx="421920" cy="52668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526680"/>
                <a:gd name="textAreaBottom" fmla="*/ 527040 h 526680"/>
              </a:gdLst>
              <a:ahLst/>
              <a:rect l="textAreaLeft" t="textAreaTop" r="textAreaRight" b="textAreaBottom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040" name="Freeform 1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35000" y="488880"/>
              <a:ext cx="161640" cy="147240"/>
            </a:xfrm>
            <a:custGeom>
              <a:avLst/>
              <a:gdLst>
                <a:gd name="textAreaLeft" fmla="*/ 0 w 161640"/>
                <a:gd name="textAreaRight" fmla="*/ 162000 w 161640"/>
                <a:gd name="textAreaTop" fmla="*/ 0 h 147240"/>
                <a:gd name="textAreaBottom" fmla="*/ 147600 h 147240"/>
              </a:gdLst>
              <a:ahLst/>
              <a:rect l="textAreaLeft" t="textAreaTop" r="textAreaRight" b="textAreaBottom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041" name="Line 1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60" y="9360"/>
              <a:ext cx="360" cy="360"/>
            </a:xfrm>
            <a:prstGeom prst="line">
              <a:avLst/>
            </a:prstGeom>
            <a:ln w="15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042" name="Freeform 1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760" y="1801800"/>
              <a:ext cx="123480" cy="126720"/>
            </a:xfrm>
            <a:custGeom>
              <a:avLst/>
              <a:gdLst>
                <a:gd name="textAreaLeft" fmla="*/ 0 w 123480"/>
                <a:gd name="textAreaRight" fmla="*/ 123840 w 123480"/>
                <a:gd name="textAreaTop" fmla="*/ 0 h 126720"/>
                <a:gd name="textAreaBottom" fmla="*/ 127080 h 126720"/>
              </a:gdLst>
              <a:ahLst/>
              <a:rect l="textAreaLeft" t="textAreaTop" r="textAreaRight" b="textAreaBottom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043" name="Freeform 1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680" y="3549600"/>
              <a:ext cx="147240" cy="480600"/>
            </a:xfrm>
            <a:custGeom>
              <a:avLst/>
              <a:gdLst>
                <a:gd name="textAreaLeft" fmla="*/ 0 w 147240"/>
                <a:gd name="textAreaRight" fmla="*/ 147600 w 147240"/>
                <a:gd name="textAreaTop" fmla="*/ 0 h 480600"/>
                <a:gd name="textAreaBottom" fmla="*/ 480960 h 480600"/>
              </a:gdLst>
              <a:ahLst/>
              <a:rect l="textAreaLeft" t="textAreaTop" r="textAreaRight" b="textAreaBottom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044" name="Freeform 1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920" y="1382760"/>
              <a:ext cx="142560" cy="475920"/>
            </a:xfrm>
            <a:custGeom>
              <a:avLst/>
              <a:gdLst>
                <a:gd name="textAreaLeft" fmla="*/ 0 w 142560"/>
                <a:gd name="textAreaRight" fmla="*/ 142920 w 142560"/>
                <a:gd name="textAreaTop" fmla="*/ 0 h 475920"/>
                <a:gd name="textAreaBottom" fmla="*/ 476280 h 475920"/>
              </a:gdLst>
              <a:ahLst/>
              <a:rect l="textAreaLeft" t="textAreaTop" r="textAreaRight" b="textAreaBottom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045" name="Freeform 2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9240" y="1849320"/>
              <a:ext cx="114120" cy="107640"/>
            </a:xfrm>
            <a:custGeom>
              <a:avLst/>
              <a:gdLst>
                <a:gd name="textAreaLeft" fmla="*/ 0 w 114120"/>
                <a:gd name="textAreaRight" fmla="*/ 114480 w 114120"/>
                <a:gd name="textAreaTop" fmla="*/ 0 h 107640"/>
                <a:gd name="textAreaBottom" fmla="*/ 108000 h 107640"/>
              </a:gdLst>
              <a:ahLst/>
              <a:rect l="textAreaLeft" t="textAreaTop" r="textAreaRight" b="textAreaBottom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046" name="Rectangle 2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7600" y="4662360"/>
              <a:ext cx="23400" cy="218088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047" name="Freeform 2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7960" y="5041800"/>
              <a:ext cx="369360" cy="180144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801440"/>
                <a:gd name="textAreaBottom" fmla="*/ 1801800 h 1801440"/>
              </a:gdLst>
              <a:ahLst/>
              <a:rect l="textAreaLeft" t="textAreaTop" r="textAreaRight" b="textAreaBottom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048" name="Freeform 2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6600" y="4481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049" name="Freeform 2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5627520"/>
              <a:ext cx="85320" cy="1215720"/>
            </a:xfrm>
            <a:custGeom>
              <a:avLst/>
              <a:gdLst>
                <a:gd name="textAreaLeft" fmla="*/ 0 w 85320"/>
                <a:gd name="textAreaRight" fmla="*/ 85680 w 85320"/>
                <a:gd name="textAreaTop" fmla="*/ 0 h 1215720"/>
                <a:gd name="textAreaBottom" fmla="*/ 1216080 h 1215720"/>
              </a:gdLst>
              <a:ahLst/>
              <a:rect l="textAreaLeft" t="textAreaTop" r="textAreaRight" b="textAreaBottom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050" name="Freeform 2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1440" y="48672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051" name="Freeform 2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4000" y="5423040"/>
              <a:ext cx="374400" cy="1425240"/>
            </a:xfrm>
            <a:custGeom>
              <a:avLst/>
              <a:gdLst>
                <a:gd name="textAreaLeft" fmla="*/ 0 w 374400"/>
                <a:gd name="textAreaRight" fmla="*/ 374760 w 374400"/>
                <a:gd name="textAreaTop" fmla="*/ 0 h 1425240"/>
                <a:gd name="textAreaBottom" fmla="*/ 1425600 h 1425240"/>
              </a:gdLst>
              <a:ahLst/>
              <a:rect l="textAreaLeft" t="textAreaTop" r="textAreaRight" b="textAreaBottom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052" name="Freeform 2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84280" y="5945040"/>
              <a:ext cx="151920" cy="9126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12600"/>
                <a:gd name="textAreaBottom" fmla="*/ 912960 h 912600"/>
              </a:gdLst>
              <a:ahLst/>
              <a:rect l="textAreaLeft" t="textAreaTop" r="textAreaRight" b="textAreaBottom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053" name="Freeform 2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27120" y="5246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054" name="Freeform 2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27120" y="57643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055" name="Freeform 3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84360" y="6330960"/>
              <a:ext cx="417240" cy="517320"/>
            </a:xfrm>
            <a:custGeom>
              <a:avLst/>
              <a:gdLst>
                <a:gd name="textAreaLeft" fmla="*/ 0 w 417240"/>
                <a:gd name="textAreaRight" fmla="*/ 417600 w 417240"/>
                <a:gd name="textAreaTop" fmla="*/ 0 h 517320"/>
                <a:gd name="textAreaBottom" fmla="*/ 517680 h 517320"/>
              </a:gdLst>
              <a:ahLst/>
              <a:rect l="textAreaLeft" t="textAreaTop" r="textAreaRight" b="textAreaBottom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056" name="Freeform 3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63800" y="6221520"/>
              <a:ext cx="156960" cy="14724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47240"/>
                <a:gd name="textAreaBottom" fmla="*/ 147600 h 147240"/>
              </a:gdLst>
              <a:ahLst/>
              <a:rect l="textAreaLeft" t="textAreaTop" r="textAreaRight" b="textAreaBottom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</p:grpSp>
      <p:grpSp>
        <p:nvGrpSpPr>
          <p:cNvPr id="2057" name="Group 4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64840" y="0"/>
            <a:ext cx="674280" cy="6848280"/>
            <a:chOff x="11364840" y="0"/>
            <a:chExt cx="674280" cy="6848280"/>
          </a:xfrm>
        </p:grpSpPr>
        <p:sp>
          <p:nvSpPr>
            <p:cNvPr id="2058" name="Freeform 3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484000" y="0"/>
              <a:ext cx="417240" cy="512280"/>
            </a:xfrm>
            <a:custGeom>
              <a:avLst/>
              <a:gdLst>
                <a:gd name="textAreaLeft" fmla="*/ 0 w 417240"/>
                <a:gd name="textAreaRight" fmla="*/ 417600 w 417240"/>
                <a:gd name="textAreaTop" fmla="*/ 0 h 512280"/>
                <a:gd name="textAreaBottom" fmla="*/ 512640 h 512280"/>
              </a:gdLst>
              <a:ahLst/>
              <a:rect l="textAreaLeft" t="textAreaTop" r="textAreaRight" b="textAreaBottom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059" name="Freeform 3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364840" y="474840"/>
              <a:ext cx="156960" cy="15192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51920"/>
                <a:gd name="textAreaBottom" fmla="*/ 152280 h 151920"/>
              </a:gdLst>
              <a:ahLst/>
              <a:rect l="textAreaLeft" t="textAreaTop" r="textAreaRight" b="textAreaBottom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060" name="Freeform 3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1600" y="1539720"/>
              <a:ext cx="188640" cy="1900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061" name="Freeform 3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531520" y="5694480"/>
              <a:ext cx="298080" cy="1153800"/>
            </a:xfrm>
            <a:custGeom>
              <a:avLst/>
              <a:gdLst>
                <a:gd name="textAreaLeft" fmla="*/ 0 w 298080"/>
                <a:gd name="textAreaRight" fmla="*/ 298440 w 298080"/>
                <a:gd name="textAreaTop" fmla="*/ 0 h 1153800"/>
                <a:gd name="textAreaBottom" fmla="*/ 1154160 h 1153800"/>
              </a:gdLst>
              <a:ahLst/>
              <a:rect l="textAreaLeft" t="textAreaTop" r="textAreaRight" b="textAreaBottom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062" name="Freeform 3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773080" y="5551560"/>
              <a:ext cx="156960" cy="15516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55160"/>
                <a:gd name="textAreaBottom" fmla="*/ 155520 h 155160"/>
              </a:gdLst>
              <a:ahLst/>
              <a:rect l="textAreaLeft" t="textAreaTop" r="textAreaRight" b="textAreaBottom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063" name="Freeform 3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711160" y="4680"/>
              <a:ext cx="304560" cy="154440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544400"/>
                <a:gd name="textAreaBottom" fmla="*/ 1544760 h 1544400"/>
              </a:gdLst>
              <a:ahLst/>
              <a:rect l="textAreaLeft" t="textAreaTop" r="textAreaRight" b="textAreaBottom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064" name="Freeform 3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6280" y="4867200"/>
              <a:ext cx="188640" cy="18864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065" name="Freeform 3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441160" y="5046840"/>
              <a:ext cx="307440" cy="1801440"/>
            </a:xfrm>
            <a:custGeom>
              <a:avLst/>
              <a:gdLst>
                <a:gd name="textAreaLeft" fmla="*/ 0 w 307440"/>
                <a:gd name="textAreaRight" fmla="*/ 307800 w 307440"/>
                <a:gd name="textAreaTop" fmla="*/ 0 h 1801440"/>
                <a:gd name="textAreaBottom" fmla="*/ 1801800 h 1801440"/>
              </a:gdLst>
              <a:ahLst/>
              <a:rect l="textAreaLeft" t="textAreaTop" r="textAreaRight" b="textAreaBottom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066" name="Freeform 4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849040" y="641664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067" name="Rectangle 4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939760" y="6595920"/>
              <a:ext cx="23400" cy="25200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</p:grpSp>
      <p:sp>
        <p:nvSpPr>
          <p:cNvPr id="2068" name="Title 1"/>
          <p:cNvSpPr/>
          <p:nvPr/>
        </p:nvSpPr>
        <p:spPr>
          <a:xfrm>
            <a:off x="299880" y="73800"/>
            <a:ext cx="105152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</a:pPr>
            <a:endParaRPr b="0" lang="nl-BE" sz="3600" spc="-1" strike="noStrike" cap="all">
              <a:solidFill>
                <a:schemeClr val="dk1"/>
              </a:solidFill>
              <a:latin typeface="Tw Cen MT"/>
            </a:endParaRPr>
          </a:p>
        </p:txBody>
      </p:sp>
      <p:pic>
        <p:nvPicPr>
          <p:cNvPr id="2069" name="Picture 3" descr="A black background with a black square&#10;&#10;Description automatically generated with medium confidence"/>
          <p:cNvPicPr/>
          <p:nvPr/>
        </p:nvPicPr>
        <p:blipFill>
          <a:blip r:embed="rId2"/>
          <a:stretch/>
        </p:blipFill>
        <p:spPr>
          <a:xfrm>
            <a:off x="225000" y="1384560"/>
            <a:ext cx="1225800" cy="998280"/>
          </a:xfrm>
          <a:prstGeom prst="rect">
            <a:avLst/>
          </a:prstGeom>
          <a:ln w="0">
            <a:noFill/>
          </a:ln>
        </p:spPr>
      </p:pic>
      <p:pic>
        <p:nvPicPr>
          <p:cNvPr id="2070" name="Picture 5" descr="A blue and white sign&#10;&#10;Description automatically generated"/>
          <p:cNvPicPr/>
          <p:nvPr/>
        </p:nvPicPr>
        <p:blipFill>
          <a:blip r:embed="rId3"/>
          <a:stretch/>
        </p:blipFill>
        <p:spPr>
          <a:xfrm>
            <a:off x="2277000" y="1402200"/>
            <a:ext cx="3143160" cy="981000"/>
          </a:xfrm>
          <a:prstGeom prst="rect">
            <a:avLst/>
          </a:prstGeom>
          <a:ln w="0">
            <a:noFill/>
          </a:ln>
        </p:spPr>
      </p:pic>
      <p:sp>
        <p:nvSpPr>
          <p:cNvPr id="2071" name="Arrow: Right 6"/>
          <p:cNvSpPr/>
          <p:nvPr/>
        </p:nvSpPr>
        <p:spPr>
          <a:xfrm>
            <a:off x="1546560" y="1789920"/>
            <a:ext cx="670680" cy="3596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acd4c"/>
          </a:solidFill>
          <a:ln>
            <a:solidFill>
              <a:srgbClr val="43592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nl-BE" sz="1800" spc="-1" strike="noStrike">
              <a:solidFill>
                <a:schemeClr val="lt1"/>
              </a:solidFill>
              <a:latin typeface="Tw Cen MT"/>
            </a:endParaRPr>
          </a:p>
        </p:txBody>
      </p:sp>
      <p:sp>
        <p:nvSpPr>
          <p:cNvPr id="2072" name="TextBox 8"/>
          <p:cNvSpPr/>
          <p:nvPr/>
        </p:nvSpPr>
        <p:spPr>
          <a:xfrm>
            <a:off x="2352960" y="2393640"/>
            <a:ext cx="300564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Bounding box: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x1,y1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x2,y2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3" name="AutoShape 8"/>
          <p:cNvSpPr/>
          <p:nvPr/>
        </p:nvSpPr>
        <p:spPr>
          <a:xfrm>
            <a:off x="2881440" y="1285920"/>
            <a:ext cx="6428880" cy="42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nl-BE" sz="18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2074" name="AutoShape 14"/>
          <p:cNvSpPr/>
          <p:nvPr/>
        </p:nvSpPr>
        <p:spPr>
          <a:xfrm>
            <a:off x="4905360" y="1995480"/>
            <a:ext cx="2381040" cy="28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nl-BE" sz="1800" spc="-1" strike="noStrike">
              <a:solidFill>
                <a:schemeClr val="dk1"/>
              </a:solidFill>
              <a:latin typeface="Tw Cen MT"/>
            </a:endParaRPr>
          </a:p>
        </p:txBody>
      </p:sp>
      <p:pic>
        <p:nvPicPr>
          <p:cNvPr id="2075" name="Picture 51" descr="A diagram of a network&#10;&#10;Description automatically generated"/>
          <p:cNvPicPr/>
          <p:nvPr/>
        </p:nvPicPr>
        <p:blipFill>
          <a:blip r:embed="rId4"/>
          <a:stretch/>
        </p:blipFill>
        <p:spPr>
          <a:xfrm>
            <a:off x="6217200" y="945000"/>
            <a:ext cx="1800360" cy="2049480"/>
          </a:xfrm>
          <a:prstGeom prst="rect">
            <a:avLst/>
          </a:prstGeom>
          <a:ln w="0">
            <a:noFill/>
          </a:ln>
        </p:spPr>
      </p:pic>
      <p:sp>
        <p:nvSpPr>
          <p:cNvPr id="2076" name="Arrow: Right 52"/>
          <p:cNvSpPr/>
          <p:nvPr/>
        </p:nvSpPr>
        <p:spPr>
          <a:xfrm>
            <a:off x="5483520" y="1712880"/>
            <a:ext cx="670680" cy="3596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acd4c"/>
          </a:solidFill>
          <a:ln>
            <a:solidFill>
              <a:srgbClr val="43592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nl-BE" sz="1800" spc="-1" strike="noStrike">
              <a:solidFill>
                <a:schemeClr val="lt1"/>
              </a:solidFill>
              <a:latin typeface="Tw Cen MT"/>
            </a:endParaRPr>
          </a:p>
        </p:txBody>
      </p:sp>
      <p:sp>
        <p:nvSpPr>
          <p:cNvPr id="2077" name="TextBox 53"/>
          <p:cNvSpPr/>
          <p:nvPr/>
        </p:nvSpPr>
        <p:spPr>
          <a:xfrm>
            <a:off x="6088680" y="71280"/>
            <a:ext cx="187308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CNN1: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Bin tag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angle tag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8" name="Arrow: Right 54"/>
          <p:cNvSpPr/>
          <p:nvPr/>
        </p:nvSpPr>
        <p:spPr>
          <a:xfrm>
            <a:off x="8007840" y="1716120"/>
            <a:ext cx="670680" cy="3596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acd4c"/>
          </a:solidFill>
          <a:ln>
            <a:solidFill>
              <a:srgbClr val="43592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nl-BE" sz="1800" spc="-1" strike="noStrike">
              <a:solidFill>
                <a:schemeClr val="lt1"/>
              </a:solidFill>
              <a:latin typeface="Tw Cen MT"/>
            </a:endParaRPr>
          </a:p>
        </p:txBody>
      </p:sp>
      <p:pic>
        <p:nvPicPr>
          <p:cNvPr id="2079" name="Picture 55" descr="A diagram of a network&#10;&#10;Description automatically generated"/>
          <p:cNvPicPr/>
          <p:nvPr/>
        </p:nvPicPr>
        <p:blipFill>
          <a:blip r:embed="rId5"/>
          <a:stretch/>
        </p:blipFill>
        <p:spPr>
          <a:xfrm>
            <a:off x="8961840" y="941400"/>
            <a:ext cx="1800360" cy="2049480"/>
          </a:xfrm>
          <a:prstGeom prst="rect">
            <a:avLst/>
          </a:prstGeom>
          <a:ln w="0">
            <a:noFill/>
          </a:ln>
        </p:spPr>
      </p:pic>
      <p:sp>
        <p:nvSpPr>
          <p:cNvPr id="2080" name="TextBox 56"/>
          <p:cNvSpPr/>
          <p:nvPr/>
        </p:nvSpPr>
        <p:spPr>
          <a:xfrm>
            <a:off x="8343720" y="351360"/>
            <a:ext cx="29192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CNN2: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brand classification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1" name="TextBox 57"/>
          <p:cNvSpPr/>
          <p:nvPr/>
        </p:nvSpPr>
        <p:spPr>
          <a:xfrm>
            <a:off x="6391080" y="3501000"/>
            <a:ext cx="291924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CNN3a: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Model classification (audi)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2" name="TextBox 58"/>
          <p:cNvSpPr/>
          <p:nvPr/>
        </p:nvSpPr>
        <p:spPr>
          <a:xfrm>
            <a:off x="9261720" y="3512160"/>
            <a:ext cx="29192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CNN3b: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Model classification (fiat)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3" name="Arrow: Right 59"/>
          <p:cNvSpPr/>
          <p:nvPr/>
        </p:nvSpPr>
        <p:spPr>
          <a:xfrm rot="7965000">
            <a:off x="8986320" y="3085560"/>
            <a:ext cx="670680" cy="3596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acd4c"/>
          </a:solidFill>
          <a:ln>
            <a:solidFill>
              <a:srgbClr val="43592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nl-BE" sz="1800" spc="-1" strike="noStrike">
              <a:solidFill>
                <a:schemeClr val="lt1"/>
              </a:solidFill>
              <a:latin typeface="Tw Cen MT"/>
            </a:endParaRPr>
          </a:p>
        </p:txBody>
      </p:sp>
      <p:sp>
        <p:nvSpPr>
          <p:cNvPr id="2084" name="Arrow: Right 60"/>
          <p:cNvSpPr/>
          <p:nvPr/>
        </p:nvSpPr>
        <p:spPr>
          <a:xfrm rot="2662200">
            <a:off x="9932760" y="3050640"/>
            <a:ext cx="670680" cy="3596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acd4c"/>
          </a:solidFill>
          <a:ln>
            <a:solidFill>
              <a:srgbClr val="43592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nl-BE" sz="1800" spc="-1" strike="noStrike">
              <a:solidFill>
                <a:schemeClr val="lt1"/>
              </a:solidFill>
              <a:latin typeface="Tw Cen MT"/>
            </a:endParaRPr>
          </a:p>
        </p:txBody>
      </p:sp>
      <p:pic>
        <p:nvPicPr>
          <p:cNvPr id="2085" name="Picture 61" descr="A diagram of a network&#10;&#10;Description automatically generated"/>
          <p:cNvPicPr/>
          <p:nvPr/>
        </p:nvPicPr>
        <p:blipFill>
          <a:blip r:embed="rId6"/>
          <a:stretch/>
        </p:blipFill>
        <p:spPr>
          <a:xfrm>
            <a:off x="7069320" y="4366800"/>
            <a:ext cx="1800360" cy="2049480"/>
          </a:xfrm>
          <a:prstGeom prst="rect">
            <a:avLst/>
          </a:prstGeom>
          <a:ln w="0">
            <a:noFill/>
          </a:ln>
        </p:spPr>
      </p:pic>
      <p:pic>
        <p:nvPicPr>
          <p:cNvPr id="2086" name="Picture 62" descr="A diagram of a network&#10;&#10;Description automatically generated"/>
          <p:cNvPicPr/>
          <p:nvPr/>
        </p:nvPicPr>
        <p:blipFill>
          <a:blip r:embed="rId7"/>
          <a:stretch/>
        </p:blipFill>
        <p:spPr>
          <a:xfrm>
            <a:off x="9902520" y="4366800"/>
            <a:ext cx="1800360" cy="2049480"/>
          </a:xfrm>
          <a:prstGeom prst="rect">
            <a:avLst/>
          </a:prstGeom>
          <a:ln w="0">
            <a:noFill/>
          </a:ln>
        </p:spPr>
      </p:pic>
      <p:sp>
        <p:nvSpPr>
          <p:cNvPr id="2087" name="Arrow: Right 63"/>
          <p:cNvSpPr/>
          <p:nvPr/>
        </p:nvSpPr>
        <p:spPr>
          <a:xfrm>
            <a:off x="5531400" y="2847240"/>
            <a:ext cx="3147480" cy="3596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acd4c"/>
          </a:solidFill>
          <a:ln>
            <a:solidFill>
              <a:srgbClr val="43592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nl-BE" sz="1800" spc="-1" strike="noStrike">
              <a:solidFill>
                <a:schemeClr val="lt1"/>
              </a:solidFill>
              <a:latin typeface="Tw Cen MT"/>
            </a:endParaRPr>
          </a:p>
        </p:txBody>
      </p:sp>
      <p:sp>
        <p:nvSpPr>
          <p:cNvPr id="2088" name="Rectangle 64"/>
          <p:cNvSpPr/>
          <p:nvPr/>
        </p:nvSpPr>
        <p:spPr>
          <a:xfrm>
            <a:off x="5908680" y="4680"/>
            <a:ext cx="2434680" cy="3423960"/>
          </a:xfrm>
          <a:prstGeom prst="rect">
            <a:avLst/>
          </a:prstGeom>
          <a:noFill/>
          <a:ln w="57150">
            <a:solidFill>
              <a:srgbClr val="719738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w Cen MT"/>
            </a:endParaRPr>
          </a:p>
        </p:txBody>
      </p:sp>
      <p:sp>
        <p:nvSpPr>
          <p:cNvPr id="2089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3600" spc="-1" strike="noStrike" cap="all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2090" name="PlaceHolder 2"/>
          <p:cNvSpPr>
            <a:spLocks noGrp="1"/>
          </p:cNvSpPr>
          <p:nvPr>
            <p:ph type="ftr" idx="68"/>
          </p:nvPr>
        </p:nvSpPr>
        <p:spPr>
          <a:xfrm>
            <a:off x="712800" y="-1584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1" lang="en-US" sz="1050" spc="-1" strike="noStrike" cap="all">
                <a:solidFill>
                  <a:schemeClr val="dk1">
                    <a:lumMod val="65000"/>
                    <a:lumOff val="35000"/>
                  </a:schemeClr>
                </a:solidFill>
                <a:latin typeface="Tw Cen MT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1" lang="en-US" sz="1050" spc="-1" strike="noStrike" cap="all">
                <a:solidFill>
                  <a:schemeClr val="dk1">
                    <a:lumMod val="65000"/>
                    <a:lumOff val="35000"/>
                  </a:schemeClr>
                </a:solidFill>
                <a:latin typeface="Tw Cen MT"/>
              </a:rPr>
              <a:t>https://github.com/Frederic-P/automotive_project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a7a7a7"/>
            </a:gs>
          </a:gsLst>
          <a:lin ang="504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91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w Cen MT"/>
            </a:endParaRPr>
          </a:p>
        </p:txBody>
      </p:sp>
      <p:pic>
        <p:nvPicPr>
          <p:cNvPr id="2092" name="Picture 2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1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grpSp>
        <p:nvGrpSpPr>
          <p:cNvPr id="2093" name="Group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20760" cy="6857640"/>
            <a:chOff x="0" y="0"/>
            <a:chExt cx="1220760" cy="6857640"/>
          </a:xfrm>
        </p:grpSpPr>
        <p:sp>
          <p:nvSpPr>
            <p:cNvPr id="2094" name="Rectangle 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28520" y="4680"/>
              <a:ext cx="23400" cy="218088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095" name="Freeform 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7520" y="217656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096" name="Freeform 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2840" y="40212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097" name="Freeform 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4200" y="4680"/>
              <a:ext cx="369360" cy="181080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810800"/>
                <a:gd name="textAreaBottom" fmla="*/ 1811160 h 1810800"/>
              </a:gdLst>
              <a:ahLst/>
              <a:rect l="textAreaLeft" t="textAreaTop" r="textAreaRight" b="textAreaBottom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098" name="Freeform 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17680" y="18018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099" name="Freeform 1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99880" y="4680"/>
              <a:ext cx="369360" cy="142992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429920"/>
                <a:gd name="textAreaBottom" fmla="*/ 1430280 h 1429920"/>
              </a:gdLst>
              <a:ahLst/>
              <a:rect l="textAreaLeft" t="textAreaTop" r="textAreaRight" b="textAreaBottom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100" name="Freeform 1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60520" y="0"/>
              <a:ext cx="151920" cy="9126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12600"/>
                <a:gd name="textAreaBottom" fmla="*/ 912960 h 912600"/>
              </a:gdLst>
              <a:ahLst/>
              <a:rect l="textAreaLeft" t="textAreaTop" r="textAreaRight" b="textAreaBottom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101" name="Freeform 1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3360" y="14209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102" name="Freeform 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3360" y="9032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103" name="Freeform 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5560" y="0"/>
              <a:ext cx="421920" cy="52668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526680"/>
                <a:gd name="textAreaBottom" fmla="*/ 527040 h 526680"/>
              </a:gdLst>
              <a:ahLst/>
              <a:rect l="textAreaLeft" t="textAreaTop" r="textAreaRight" b="textAreaBottom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104" name="Freeform 1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35000" y="488880"/>
              <a:ext cx="161640" cy="147240"/>
            </a:xfrm>
            <a:custGeom>
              <a:avLst/>
              <a:gdLst>
                <a:gd name="textAreaLeft" fmla="*/ 0 w 161640"/>
                <a:gd name="textAreaRight" fmla="*/ 162000 w 161640"/>
                <a:gd name="textAreaTop" fmla="*/ 0 h 147240"/>
                <a:gd name="textAreaBottom" fmla="*/ 147600 h 147240"/>
              </a:gdLst>
              <a:ahLst/>
              <a:rect l="textAreaLeft" t="textAreaTop" r="textAreaRight" b="textAreaBottom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105" name="Line 1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60" y="9360"/>
              <a:ext cx="360" cy="360"/>
            </a:xfrm>
            <a:prstGeom prst="line">
              <a:avLst/>
            </a:prstGeom>
            <a:ln w="15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106" name="Freeform 1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760" y="1801800"/>
              <a:ext cx="123480" cy="126720"/>
            </a:xfrm>
            <a:custGeom>
              <a:avLst/>
              <a:gdLst>
                <a:gd name="textAreaLeft" fmla="*/ 0 w 123480"/>
                <a:gd name="textAreaRight" fmla="*/ 123840 w 123480"/>
                <a:gd name="textAreaTop" fmla="*/ 0 h 126720"/>
                <a:gd name="textAreaBottom" fmla="*/ 127080 h 126720"/>
              </a:gdLst>
              <a:ahLst/>
              <a:rect l="textAreaLeft" t="textAreaTop" r="textAreaRight" b="textAreaBottom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107" name="Freeform 1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680" y="3549600"/>
              <a:ext cx="147240" cy="480600"/>
            </a:xfrm>
            <a:custGeom>
              <a:avLst/>
              <a:gdLst>
                <a:gd name="textAreaLeft" fmla="*/ 0 w 147240"/>
                <a:gd name="textAreaRight" fmla="*/ 147600 w 147240"/>
                <a:gd name="textAreaTop" fmla="*/ 0 h 480600"/>
                <a:gd name="textAreaBottom" fmla="*/ 480960 h 480600"/>
              </a:gdLst>
              <a:ahLst/>
              <a:rect l="textAreaLeft" t="textAreaTop" r="textAreaRight" b="textAreaBottom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108" name="Freeform 1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920" y="1382760"/>
              <a:ext cx="142560" cy="475920"/>
            </a:xfrm>
            <a:custGeom>
              <a:avLst/>
              <a:gdLst>
                <a:gd name="textAreaLeft" fmla="*/ 0 w 142560"/>
                <a:gd name="textAreaRight" fmla="*/ 142920 w 142560"/>
                <a:gd name="textAreaTop" fmla="*/ 0 h 475920"/>
                <a:gd name="textAreaBottom" fmla="*/ 476280 h 475920"/>
              </a:gdLst>
              <a:ahLst/>
              <a:rect l="textAreaLeft" t="textAreaTop" r="textAreaRight" b="textAreaBottom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109" name="Freeform 2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9240" y="1849320"/>
              <a:ext cx="114120" cy="107640"/>
            </a:xfrm>
            <a:custGeom>
              <a:avLst/>
              <a:gdLst>
                <a:gd name="textAreaLeft" fmla="*/ 0 w 114120"/>
                <a:gd name="textAreaRight" fmla="*/ 114480 w 114120"/>
                <a:gd name="textAreaTop" fmla="*/ 0 h 107640"/>
                <a:gd name="textAreaBottom" fmla="*/ 108000 h 107640"/>
              </a:gdLst>
              <a:ahLst/>
              <a:rect l="textAreaLeft" t="textAreaTop" r="textAreaRight" b="textAreaBottom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110" name="Rectangle 2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7600" y="4662360"/>
              <a:ext cx="23400" cy="218088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111" name="Freeform 2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7960" y="5041800"/>
              <a:ext cx="369360" cy="180144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801440"/>
                <a:gd name="textAreaBottom" fmla="*/ 1801800 h 1801440"/>
              </a:gdLst>
              <a:ahLst/>
              <a:rect l="textAreaLeft" t="textAreaTop" r="textAreaRight" b="textAreaBottom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112" name="Freeform 2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6600" y="4481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113" name="Freeform 2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5627520"/>
              <a:ext cx="85320" cy="1215720"/>
            </a:xfrm>
            <a:custGeom>
              <a:avLst/>
              <a:gdLst>
                <a:gd name="textAreaLeft" fmla="*/ 0 w 85320"/>
                <a:gd name="textAreaRight" fmla="*/ 85680 w 85320"/>
                <a:gd name="textAreaTop" fmla="*/ 0 h 1215720"/>
                <a:gd name="textAreaBottom" fmla="*/ 1216080 h 1215720"/>
              </a:gdLst>
              <a:ahLst/>
              <a:rect l="textAreaLeft" t="textAreaTop" r="textAreaRight" b="textAreaBottom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114" name="Freeform 2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1440" y="48672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115" name="Freeform 2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4000" y="5423040"/>
              <a:ext cx="374400" cy="1425240"/>
            </a:xfrm>
            <a:custGeom>
              <a:avLst/>
              <a:gdLst>
                <a:gd name="textAreaLeft" fmla="*/ 0 w 374400"/>
                <a:gd name="textAreaRight" fmla="*/ 374760 w 374400"/>
                <a:gd name="textAreaTop" fmla="*/ 0 h 1425240"/>
                <a:gd name="textAreaBottom" fmla="*/ 1425600 h 1425240"/>
              </a:gdLst>
              <a:ahLst/>
              <a:rect l="textAreaLeft" t="textAreaTop" r="textAreaRight" b="textAreaBottom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116" name="Freeform 2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84280" y="5945040"/>
              <a:ext cx="151920" cy="9126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12600"/>
                <a:gd name="textAreaBottom" fmla="*/ 912960 h 912600"/>
              </a:gdLst>
              <a:ahLst/>
              <a:rect l="textAreaLeft" t="textAreaTop" r="textAreaRight" b="textAreaBottom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117" name="Freeform 2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27120" y="5246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118" name="Freeform 2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27120" y="57643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119" name="Freeform 3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84360" y="6330960"/>
              <a:ext cx="417240" cy="517320"/>
            </a:xfrm>
            <a:custGeom>
              <a:avLst/>
              <a:gdLst>
                <a:gd name="textAreaLeft" fmla="*/ 0 w 417240"/>
                <a:gd name="textAreaRight" fmla="*/ 417600 w 417240"/>
                <a:gd name="textAreaTop" fmla="*/ 0 h 517320"/>
                <a:gd name="textAreaBottom" fmla="*/ 517680 h 517320"/>
              </a:gdLst>
              <a:ahLst/>
              <a:rect l="textAreaLeft" t="textAreaTop" r="textAreaRight" b="textAreaBottom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120" name="Freeform 3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63800" y="6221520"/>
              <a:ext cx="156960" cy="14724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47240"/>
                <a:gd name="textAreaBottom" fmla="*/ 147600 h 147240"/>
              </a:gdLst>
              <a:ahLst/>
              <a:rect l="textAreaLeft" t="textAreaTop" r="textAreaRight" b="textAreaBottom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</p:grpSp>
      <p:grpSp>
        <p:nvGrpSpPr>
          <p:cNvPr id="2121" name="Group 4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64840" y="0"/>
            <a:ext cx="674280" cy="6848280"/>
            <a:chOff x="11364840" y="0"/>
            <a:chExt cx="674280" cy="6848280"/>
          </a:xfrm>
        </p:grpSpPr>
        <p:sp>
          <p:nvSpPr>
            <p:cNvPr id="2122" name="Freeform 3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484000" y="0"/>
              <a:ext cx="417240" cy="512280"/>
            </a:xfrm>
            <a:custGeom>
              <a:avLst/>
              <a:gdLst>
                <a:gd name="textAreaLeft" fmla="*/ 0 w 417240"/>
                <a:gd name="textAreaRight" fmla="*/ 417600 w 417240"/>
                <a:gd name="textAreaTop" fmla="*/ 0 h 512280"/>
                <a:gd name="textAreaBottom" fmla="*/ 512640 h 512280"/>
              </a:gdLst>
              <a:ahLst/>
              <a:rect l="textAreaLeft" t="textAreaTop" r="textAreaRight" b="textAreaBottom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123" name="Freeform 3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364840" y="474840"/>
              <a:ext cx="156960" cy="15192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51920"/>
                <a:gd name="textAreaBottom" fmla="*/ 152280 h 151920"/>
              </a:gdLst>
              <a:ahLst/>
              <a:rect l="textAreaLeft" t="textAreaTop" r="textAreaRight" b="textAreaBottom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124" name="Freeform 3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1600" y="1539720"/>
              <a:ext cx="188640" cy="1900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125" name="Freeform 3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531520" y="5694480"/>
              <a:ext cx="298080" cy="1153800"/>
            </a:xfrm>
            <a:custGeom>
              <a:avLst/>
              <a:gdLst>
                <a:gd name="textAreaLeft" fmla="*/ 0 w 298080"/>
                <a:gd name="textAreaRight" fmla="*/ 298440 w 298080"/>
                <a:gd name="textAreaTop" fmla="*/ 0 h 1153800"/>
                <a:gd name="textAreaBottom" fmla="*/ 1154160 h 1153800"/>
              </a:gdLst>
              <a:ahLst/>
              <a:rect l="textAreaLeft" t="textAreaTop" r="textAreaRight" b="textAreaBottom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126" name="Freeform 3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773080" y="5551560"/>
              <a:ext cx="156960" cy="15516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55160"/>
                <a:gd name="textAreaBottom" fmla="*/ 155520 h 155160"/>
              </a:gdLst>
              <a:ahLst/>
              <a:rect l="textAreaLeft" t="textAreaTop" r="textAreaRight" b="textAreaBottom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127" name="Freeform 3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711160" y="4680"/>
              <a:ext cx="304560" cy="154440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544400"/>
                <a:gd name="textAreaBottom" fmla="*/ 1544760 h 1544400"/>
              </a:gdLst>
              <a:ahLst/>
              <a:rect l="textAreaLeft" t="textAreaTop" r="textAreaRight" b="textAreaBottom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128" name="Freeform 3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6280" y="4867200"/>
              <a:ext cx="188640" cy="18864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129" name="Freeform 3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441160" y="5046840"/>
              <a:ext cx="307440" cy="1801440"/>
            </a:xfrm>
            <a:custGeom>
              <a:avLst/>
              <a:gdLst>
                <a:gd name="textAreaLeft" fmla="*/ 0 w 307440"/>
                <a:gd name="textAreaRight" fmla="*/ 307800 w 307440"/>
                <a:gd name="textAreaTop" fmla="*/ 0 h 1801440"/>
                <a:gd name="textAreaBottom" fmla="*/ 1801800 h 1801440"/>
              </a:gdLst>
              <a:ahLst/>
              <a:rect l="textAreaLeft" t="textAreaTop" r="textAreaRight" b="textAreaBottom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130" name="Freeform 4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849040" y="641664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131" name="Rectangle 4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939760" y="6595920"/>
              <a:ext cx="23400" cy="25200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</p:grpSp>
      <p:sp>
        <p:nvSpPr>
          <p:cNvPr id="2132" name="AutoShape 4"/>
          <p:cNvSpPr/>
          <p:nvPr/>
        </p:nvSpPr>
        <p:spPr>
          <a:xfrm>
            <a:off x="155520" y="-14436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2133" name="AutoShape 6"/>
          <p:cNvSpPr/>
          <p:nvPr/>
        </p:nvSpPr>
        <p:spPr>
          <a:xfrm>
            <a:off x="307800" y="79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2134" name="AutoShape 4"/>
          <p:cNvSpPr/>
          <p:nvPr/>
        </p:nvSpPr>
        <p:spPr>
          <a:xfrm>
            <a:off x="460440" y="16020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2135" name="AutoShape 6"/>
          <p:cNvSpPr/>
          <p:nvPr/>
        </p:nvSpPr>
        <p:spPr>
          <a:xfrm>
            <a:off x="612720" y="31284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2136" name="AutoShape 8"/>
          <p:cNvSpPr/>
          <p:nvPr/>
        </p:nvSpPr>
        <p:spPr>
          <a:xfrm>
            <a:off x="765000" y="4651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2137" name="PlaceHolder 1"/>
          <p:cNvSpPr>
            <a:spLocks noGrp="1"/>
          </p:cNvSpPr>
          <p:nvPr>
            <p:ph type="ftr" idx="69"/>
          </p:nvPr>
        </p:nvSpPr>
        <p:spPr>
          <a:xfrm>
            <a:off x="712800" y="-1584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1" lang="en-US" sz="1050" spc="-1" strike="noStrike" cap="all">
                <a:solidFill>
                  <a:schemeClr val="dk1">
                    <a:lumMod val="65000"/>
                    <a:lumOff val="35000"/>
                  </a:schemeClr>
                </a:solidFill>
                <a:latin typeface="Tw Cen MT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1" lang="en-US" sz="1050" spc="-1" strike="noStrike" cap="all">
                <a:solidFill>
                  <a:schemeClr val="dk1">
                    <a:lumMod val="65000"/>
                    <a:lumOff val="35000"/>
                  </a:schemeClr>
                </a:solidFill>
                <a:latin typeface="Tw Cen MT"/>
              </a:rPr>
              <a:t>https://github.com/Frederic-P/automotive_project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38" name="Title 1"/>
          <p:cNvSpPr/>
          <p:nvPr/>
        </p:nvSpPr>
        <p:spPr>
          <a:xfrm>
            <a:off x="1141560" y="748080"/>
            <a:ext cx="9905760" cy="111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algn="ctr" defTabSz="914400">
              <a:lnSpc>
                <a:spcPct val="90000"/>
              </a:lnSpc>
            </a:pPr>
            <a:r>
              <a:rPr b="0" lang="en-US" sz="4800" spc="-1" strike="noStrike" cap="all">
                <a:solidFill>
                  <a:srgbClr val="505050"/>
                </a:solidFill>
                <a:latin typeface="Calibri Light"/>
              </a:rPr>
              <a:t>Bin + angle tag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9" name="TextBox 56"/>
          <p:cNvSpPr/>
          <p:nvPr/>
        </p:nvSpPr>
        <p:spPr>
          <a:xfrm>
            <a:off x="736560" y="1828800"/>
            <a:ext cx="11061360" cy="22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OpenSymbol"/>
              <a:buChar char="-"/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No training data available: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buClr>
                <a:srgbClr val="000000"/>
              </a:buClr>
              <a:buFont typeface="OpenSymbol"/>
              <a:buChar char="-"/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Is an image useful?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buClr>
                <a:srgbClr val="000000"/>
              </a:buClr>
              <a:buFont typeface="OpenSymbol"/>
              <a:buChar char="-"/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What angle is the image taken at?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OpenSymbol"/>
              <a:buChar char="-"/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Solution: make your own training data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buClr>
                <a:srgbClr val="000000"/>
              </a:buClr>
              <a:buFont typeface="OpenSymbol"/>
              <a:buChar char="-"/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FLASK based tagger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OpenSymbol"/>
              <a:buChar char="-"/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Then Modelling: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buClr>
                <a:srgbClr val="000000"/>
              </a:buClr>
              <a:buFont typeface="OpenSymbol"/>
              <a:buChar char="-"/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2*2models: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40" name="Picture 6" descr="keras logo"/>
          <p:cNvPicPr/>
          <p:nvPr/>
        </p:nvPicPr>
        <p:blipFill>
          <a:blip r:embed="rId2"/>
          <a:stretch/>
        </p:blipFill>
        <p:spPr>
          <a:xfrm>
            <a:off x="8858160" y="1763640"/>
            <a:ext cx="3333240" cy="966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a7a7a7"/>
            </a:gs>
          </a:gsLst>
          <a:lin ang="504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41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w Cen MT"/>
            </a:endParaRPr>
          </a:p>
        </p:txBody>
      </p:sp>
      <p:pic>
        <p:nvPicPr>
          <p:cNvPr id="2142" name="Picture 2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1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grpSp>
        <p:nvGrpSpPr>
          <p:cNvPr id="2143" name="Group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20760" cy="6857640"/>
            <a:chOff x="0" y="0"/>
            <a:chExt cx="1220760" cy="6857640"/>
          </a:xfrm>
        </p:grpSpPr>
        <p:sp>
          <p:nvSpPr>
            <p:cNvPr id="2144" name="Rectangle 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28520" y="4680"/>
              <a:ext cx="23400" cy="218088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145" name="Freeform 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7520" y="217656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146" name="Freeform 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2840" y="40212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147" name="Freeform 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4200" y="4680"/>
              <a:ext cx="369360" cy="181080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810800"/>
                <a:gd name="textAreaBottom" fmla="*/ 1811160 h 1810800"/>
              </a:gdLst>
              <a:ahLst/>
              <a:rect l="textAreaLeft" t="textAreaTop" r="textAreaRight" b="textAreaBottom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148" name="Freeform 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17680" y="18018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149" name="Freeform 1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99880" y="4680"/>
              <a:ext cx="369360" cy="142992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429920"/>
                <a:gd name="textAreaBottom" fmla="*/ 1430280 h 1429920"/>
              </a:gdLst>
              <a:ahLst/>
              <a:rect l="textAreaLeft" t="textAreaTop" r="textAreaRight" b="textAreaBottom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150" name="Freeform 1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60520" y="0"/>
              <a:ext cx="151920" cy="9126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12600"/>
                <a:gd name="textAreaBottom" fmla="*/ 912960 h 912600"/>
              </a:gdLst>
              <a:ahLst/>
              <a:rect l="textAreaLeft" t="textAreaTop" r="textAreaRight" b="textAreaBottom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151" name="Freeform 1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3360" y="14209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152" name="Freeform 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3360" y="9032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153" name="Freeform 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5560" y="0"/>
              <a:ext cx="421920" cy="52668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526680"/>
                <a:gd name="textAreaBottom" fmla="*/ 527040 h 526680"/>
              </a:gdLst>
              <a:ahLst/>
              <a:rect l="textAreaLeft" t="textAreaTop" r="textAreaRight" b="textAreaBottom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154" name="Freeform 1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35000" y="488880"/>
              <a:ext cx="161640" cy="147240"/>
            </a:xfrm>
            <a:custGeom>
              <a:avLst/>
              <a:gdLst>
                <a:gd name="textAreaLeft" fmla="*/ 0 w 161640"/>
                <a:gd name="textAreaRight" fmla="*/ 162000 w 161640"/>
                <a:gd name="textAreaTop" fmla="*/ 0 h 147240"/>
                <a:gd name="textAreaBottom" fmla="*/ 147600 h 147240"/>
              </a:gdLst>
              <a:ahLst/>
              <a:rect l="textAreaLeft" t="textAreaTop" r="textAreaRight" b="textAreaBottom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155" name="Line 1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60" y="9360"/>
              <a:ext cx="360" cy="360"/>
            </a:xfrm>
            <a:prstGeom prst="line">
              <a:avLst/>
            </a:prstGeom>
            <a:ln w="15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156" name="Freeform 1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760" y="1801800"/>
              <a:ext cx="123480" cy="126720"/>
            </a:xfrm>
            <a:custGeom>
              <a:avLst/>
              <a:gdLst>
                <a:gd name="textAreaLeft" fmla="*/ 0 w 123480"/>
                <a:gd name="textAreaRight" fmla="*/ 123840 w 123480"/>
                <a:gd name="textAreaTop" fmla="*/ 0 h 126720"/>
                <a:gd name="textAreaBottom" fmla="*/ 127080 h 126720"/>
              </a:gdLst>
              <a:ahLst/>
              <a:rect l="textAreaLeft" t="textAreaTop" r="textAreaRight" b="textAreaBottom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157" name="Freeform 1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680" y="3549600"/>
              <a:ext cx="147240" cy="480600"/>
            </a:xfrm>
            <a:custGeom>
              <a:avLst/>
              <a:gdLst>
                <a:gd name="textAreaLeft" fmla="*/ 0 w 147240"/>
                <a:gd name="textAreaRight" fmla="*/ 147600 w 147240"/>
                <a:gd name="textAreaTop" fmla="*/ 0 h 480600"/>
                <a:gd name="textAreaBottom" fmla="*/ 480960 h 480600"/>
              </a:gdLst>
              <a:ahLst/>
              <a:rect l="textAreaLeft" t="textAreaTop" r="textAreaRight" b="textAreaBottom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158" name="Freeform 1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920" y="1382760"/>
              <a:ext cx="142560" cy="475920"/>
            </a:xfrm>
            <a:custGeom>
              <a:avLst/>
              <a:gdLst>
                <a:gd name="textAreaLeft" fmla="*/ 0 w 142560"/>
                <a:gd name="textAreaRight" fmla="*/ 142920 w 142560"/>
                <a:gd name="textAreaTop" fmla="*/ 0 h 475920"/>
                <a:gd name="textAreaBottom" fmla="*/ 476280 h 475920"/>
              </a:gdLst>
              <a:ahLst/>
              <a:rect l="textAreaLeft" t="textAreaTop" r="textAreaRight" b="textAreaBottom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159" name="Freeform 2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9240" y="1849320"/>
              <a:ext cx="114120" cy="107640"/>
            </a:xfrm>
            <a:custGeom>
              <a:avLst/>
              <a:gdLst>
                <a:gd name="textAreaLeft" fmla="*/ 0 w 114120"/>
                <a:gd name="textAreaRight" fmla="*/ 114480 w 114120"/>
                <a:gd name="textAreaTop" fmla="*/ 0 h 107640"/>
                <a:gd name="textAreaBottom" fmla="*/ 108000 h 107640"/>
              </a:gdLst>
              <a:ahLst/>
              <a:rect l="textAreaLeft" t="textAreaTop" r="textAreaRight" b="textAreaBottom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160" name="Rectangle 2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7600" y="4662360"/>
              <a:ext cx="23400" cy="218088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161" name="Freeform 2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7960" y="5041800"/>
              <a:ext cx="369360" cy="180144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801440"/>
                <a:gd name="textAreaBottom" fmla="*/ 1801800 h 1801440"/>
              </a:gdLst>
              <a:ahLst/>
              <a:rect l="textAreaLeft" t="textAreaTop" r="textAreaRight" b="textAreaBottom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162" name="Freeform 2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6600" y="4481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163" name="Freeform 2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5627520"/>
              <a:ext cx="85320" cy="1215720"/>
            </a:xfrm>
            <a:custGeom>
              <a:avLst/>
              <a:gdLst>
                <a:gd name="textAreaLeft" fmla="*/ 0 w 85320"/>
                <a:gd name="textAreaRight" fmla="*/ 85680 w 85320"/>
                <a:gd name="textAreaTop" fmla="*/ 0 h 1215720"/>
                <a:gd name="textAreaBottom" fmla="*/ 1216080 h 1215720"/>
              </a:gdLst>
              <a:ahLst/>
              <a:rect l="textAreaLeft" t="textAreaTop" r="textAreaRight" b="textAreaBottom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164" name="Freeform 2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1440" y="48672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165" name="Freeform 2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4000" y="5423040"/>
              <a:ext cx="374400" cy="1425240"/>
            </a:xfrm>
            <a:custGeom>
              <a:avLst/>
              <a:gdLst>
                <a:gd name="textAreaLeft" fmla="*/ 0 w 374400"/>
                <a:gd name="textAreaRight" fmla="*/ 374760 w 374400"/>
                <a:gd name="textAreaTop" fmla="*/ 0 h 1425240"/>
                <a:gd name="textAreaBottom" fmla="*/ 1425600 h 1425240"/>
              </a:gdLst>
              <a:ahLst/>
              <a:rect l="textAreaLeft" t="textAreaTop" r="textAreaRight" b="textAreaBottom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166" name="Freeform 2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84280" y="5945040"/>
              <a:ext cx="151920" cy="9126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12600"/>
                <a:gd name="textAreaBottom" fmla="*/ 912960 h 912600"/>
              </a:gdLst>
              <a:ahLst/>
              <a:rect l="textAreaLeft" t="textAreaTop" r="textAreaRight" b="textAreaBottom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167" name="Freeform 2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27120" y="5246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168" name="Freeform 2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27120" y="57643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169" name="Freeform 3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84360" y="6330960"/>
              <a:ext cx="417240" cy="517320"/>
            </a:xfrm>
            <a:custGeom>
              <a:avLst/>
              <a:gdLst>
                <a:gd name="textAreaLeft" fmla="*/ 0 w 417240"/>
                <a:gd name="textAreaRight" fmla="*/ 417600 w 417240"/>
                <a:gd name="textAreaTop" fmla="*/ 0 h 517320"/>
                <a:gd name="textAreaBottom" fmla="*/ 517680 h 517320"/>
              </a:gdLst>
              <a:ahLst/>
              <a:rect l="textAreaLeft" t="textAreaTop" r="textAreaRight" b="textAreaBottom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170" name="Freeform 3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63800" y="6221520"/>
              <a:ext cx="156960" cy="14724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47240"/>
                <a:gd name="textAreaBottom" fmla="*/ 147600 h 147240"/>
              </a:gdLst>
              <a:ahLst/>
              <a:rect l="textAreaLeft" t="textAreaTop" r="textAreaRight" b="textAreaBottom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</p:grpSp>
      <p:grpSp>
        <p:nvGrpSpPr>
          <p:cNvPr id="2171" name="Group 4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64840" y="0"/>
            <a:ext cx="674280" cy="6848280"/>
            <a:chOff x="11364840" y="0"/>
            <a:chExt cx="674280" cy="6848280"/>
          </a:xfrm>
        </p:grpSpPr>
        <p:sp>
          <p:nvSpPr>
            <p:cNvPr id="2172" name="Freeform 3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484000" y="0"/>
              <a:ext cx="417240" cy="512280"/>
            </a:xfrm>
            <a:custGeom>
              <a:avLst/>
              <a:gdLst>
                <a:gd name="textAreaLeft" fmla="*/ 0 w 417240"/>
                <a:gd name="textAreaRight" fmla="*/ 417600 w 417240"/>
                <a:gd name="textAreaTop" fmla="*/ 0 h 512280"/>
                <a:gd name="textAreaBottom" fmla="*/ 512640 h 512280"/>
              </a:gdLst>
              <a:ahLst/>
              <a:rect l="textAreaLeft" t="textAreaTop" r="textAreaRight" b="textAreaBottom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173" name="Freeform 3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364840" y="474840"/>
              <a:ext cx="156960" cy="15192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51920"/>
                <a:gd name="textAreaBottom" fmla="*/ 152280 h 151920"/>
              </a:gdLst>
              <a:ahLst/>
              <a:rect l="textAreaLeft" t="textAreaTop" r="textAreaRight" b="textAreaBottom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174" name="Freeform 3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1600" y="1539720"/>
              <a:ext cx="188640" cy="1900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175" name="Freeform 3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531520" y="5694480"/>
              <a:ext cx="298080" cy="1153800"/>
            </a:xfrm>
            <a:custGeom>
              <a:avLst/>
              <a:gdLst>
                <a:gd name="textAreaLeft" fmla="*/ 0 w 298080"/>
                <a:gd name="textAreaRight" fmla="*/ 298440 w 298080"/>
                <a:gd name="textAreaTop" fmla="*/ 0 h 1153800"/>
                <a:gd name="textAreaBottom" fmla="*/ 1154160 h 1153800"/>
              </a:gdLst>
              <a:ahLst/>
              <a:rect l="textAreaLeft" t="textAreaTop" r="textAreaRight" b="textAreaBottom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176" name="Freeform 3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773080" y="5551560"/>
              <a:ext cx="156960" cy="15516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55160"/>
                <a:gd name="textAreaBottom" fmla="*/ 155520 h 155160"/>
              </a:gdLst>
              <a:ahLst/>
              <a:rect l="textAreaLeft" t="textAreaTop" r="textAreaRight" b="textAreaBottom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177" name="Freeform 3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711160" y="4680"/>
              <a:ext cx="304560" cy="154440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544400"/>
                <a:gd name="textAreaBottom" fmla="*/ 1544760 h 1544400"/>
              </a:gdLst>
              <a:ahLst/>
              <a:rect l="textAreaLeft" t="textAreaTop" r="textAreaRight" b="textAreaBottom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178" name="Freeform 3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6280" y="4867200"/>
              <a:ext cx="188640" cy="18864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179" name="Freeform 3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441160" y="5046840"/>
              <a:ext cx="307440" cy="1801440"/>
            </a:xfrm>
            <a:custGeom>
              <a:avLst/>
              <a:gdLst>
                <a:gd name="textAreaLeft" fmla="*/ 0 w 307440"/>
                <a:gd name="textAreaRight" fmla="*/ 307800 w 307440"/>
                <a:gd name="textAreaTop" fmla="*/ 0 h 1801440"/>
                <a:gd name="textAreaBottom" fmla="*/ 1801800 h 1801440"/>
              </a:gdLst>
              <a:ahLst/>
              <a:rect l="textAreaLeft" t="textAreaTop" r="textAreaRight" b="textAreaBottom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180" name="Freeform 4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849040" y="641664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181" name="Rectangle 4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939760" y="6595920"/>
              <a:ext cx="23400" cy="25200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</p:grpSp>
      <p:sp>
        <p:nvSpPr>
          <p:cNvPr id="2182" name="AutoShape 4"/>
          <p:cNvSpPr/>
          <p:nvPr/>
        </p:nvSpPr>
        <p:spPr>
          <a:xfrm>
            <a:off x="155520" y="-14436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2183" name="AutoShape 6"/>
          <p:cNvSpPr/>
          <p:nvPr/>
        </p:nvSpPr>
        <p:spPr>
          <a:xfrm>
            <a:off x="307800" y="79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2184" name="AutoShape 4"/>
          <p:cNvSpPr/>
          <p:nvPr/>
        </p:nvSpPr>
        <p:spPr>
          <a:xfrm>
            <a:off x="460440" y="16020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2185" name="AutoShape 6"/>
          <p:cNvSpPr/>
          <p:nvPr/>
        </p:nvSpPr>
        <p:spPr>
          <a:xfrm>
            <a:off x="612720" y="31284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2186" name="AutoShape 8"/>
          <p:cNvSpPr/>
          <p:nvPr/>
        </p:nvSpPr>
        <p:spPr>
          <a:xfrm>
            <a:off x="765000" y="4651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2187" name="PlaceHolder 1"/>
          <p:cNvSpPr>
            <a:spLocks noGrp="1"/>
          </p:cNvSpPr>
          <p:nvPr>
            <p:ph type="ftr" idx="70"/>
          </p:nvPr>
        </p:nvSpPr>
        <p:spPr>
          <a:xfrm>
            <a:off x="712800" y="-1584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1" lang="en-US" sz="1050" spc="-1" strike="noStrike" cap="all">
                <a:solidFill>
                  <a:schemeClr val="dk1">
                    <a:lumMod val="65000"/>
                    <a:lumOff val="35000"/>
                  </a:schemeClr>
                </a:solidFill>
                <a:latin typeface="Tw Cen MT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1" lang="en-US" sz="1050" spc="-1" strike="noStrike" cap="all">
                <a:solidFill>
                  <a:schemeClr val="dk1">
                    <a:lumMod val="65000"/>
                    <a:lumOff val="35000"/>
                  </a:schemeClr>
                </a:solidFill>
                <a:latin typeface="Tw Cen MT"/>
              </a:rPr>
              <a:t>https://github.com/Frederic-P/automotive_project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88" name="PlaceHolder 2"/>
          <p:cNvSpPr>
            <a:spLocks noGrp="1"/>
          </p:cNvSpPr>
          <p:nvPr>
            <p:ph type="title"/>
          </p:nvPr>
        </p:nvSpPr>
        <p:spPr>
          <a:xfrm>
            <a:off x="1141560" y="748080"/>
            <a:ext cx="9905760" cy="1116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800" spc="-1" strike="noStrike" cap="all">
                <a:solidFill>
                  <a:srgbClr val="505050"/>
                </a:solidFill>
                <a:latin typeface="Calibri Light"/>
              </a:rPr>
              <a:t>Bin + angle tag</a:t>
            </a:r>
            <a:endParaRPr b="0" lang="en-US" sz="4800" spc="-1" strike="noStrike">
              <a:solidFill>
                <a:schemeClr val="dk1"/>
              </a:solidFill>
              <a:latin typeface="Tw Cen MT"/>
            </a:endParaRPr>
          </a:p>
        </p:txBody>
      </p:sp>
      <p:pic>
        <p:nvPicPr>
          <p:cNvPr id="2189" name="Picture 2" descr="_images/flask-horizontal.png"/>
          <p:cNvPicPr/>
          <p:nvPr/>
        </p:nvPicPr>
        <p:blipFill>
          <a:blip r:embed="rId2"/>
          <a:stretch/>
        </p:blipFill>
        <p:spPr>
          <a:xfrm>
            <a:off x="10101960" y="1725120"/>
            <a:ext cx="1996200" cy="645840"/>
          </a:xfrm>
          <a:prstGeom prst="rect">
            <a:avLst/>
          </a:prstGeom>
          <a:ln w="0">
            <a:noFill/>
          </a:ln>
        </p:spPr>
      </p:pic>
      <p:pic>
        <p:nvPicPr>
          <p:cNvPr id="2190" name="Picture 4" descr="javascript, logo Icon"/>
          <p:cNvPicPr/>
          <p:nvPr/>
        </p:nvPicPr>
        <p:blipFill>
          <a:blip r:embed="rId3"/>
          <a:stretch/>
        </p:blipFill>
        <p:spPr>
          <a:xfrm>
            <a:off x="10115640" y="2394360"/>
            <a:ext cx="2076120" cy="1037880"/>
          </a:xfrm>
          <a:prstGeom prst="rect">
            <a:avLst/>
          </a:prstGeom>
          <a:ln w="0">
            <a:noFill/>
          </a:ln>
        </p:spPr>
      </p:pic>
      <p:pic>
        <p:nvPicPr>
          <p:cNvPr id="2191" name="Picture 2" descr="MySQL - LiveAgent"/>
          <p:cNvPicPr/>
          <p:nvPr/>
        </p:nvPicPr>
        <p:blipFill>
          <a:blip r:embed="rId4"/>
          <a:stretch/>
        </p:blipFill>
        <p:spPr>
          <a:xfrm>
            <a:off x="10101960" y="3224520"/>
            <a:ext cx="1969200" cy="1312560"/>
          </a:xfrm>
          <a:prstGeom prst="rect">
            <a:avLst/>
          </a:prstGeom>
          <a:ln w="0">
            <a:noFill/>
          </a:ln>
        </p:spPr>
      </p:pic>
      <p:pic>
        <p:nvPicPr>
          <p:cNvPr id="2192" name="" descr="">
            <a:hlinkClick r:id="" action="ppaction://media"/>
          </p:cNvPr>
          <p:cNvPicPr/>
          <p:nvPr>
            <a:videoFile r:link="rId5"/>
            <p:extLst>
              <p:ext uri="{DAA4B4D4-6D71-4841-9C94-3DE7FCFB9230}">
                <p14:media r:link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22320" y="1510560"/>
            <a:ext cx="9471240" cy="5347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1" dur="indefinite" restart="never" nodeType="tmRoot">
          <p:childTnLst>
            <p:seq>
              <p:cTn id="62" dur="indefinite" nodeType="mainSeq">
                <p:childTnLst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nodeType="clickEffect" fill="hold" presetClass="mediacall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6" dur="1" fill="hold"/>
                                        <p:tgtEl>
                                          <p:spTgt spid="219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seq>
              <p:cTn id="67" restart="whenNotActive" nodeType="interactiveSeq" fill="hold">
                <p:stCondLst>
                  <p:cond delay="0" evt="onClick">
                    <p:tgtEl>
                      <p:spTgt spid="2192"/>
                    </p:tgtEl>
                  </p:cond>
                </p:stCondLst>
                <p:childTnLst>
                  <p:par>
                    <p:cTn id="68" fill="hold">
                      <p:stCondLst>
                        <p:cond delay="0" evt="onClick">
                          <p:tgtEl>
                            <p:spTgt spid="2192"/>
                          </p:tgtEl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nodeType="clickEffect" fill="hold" presetClass="mediacall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71" dur="1" fill="hold"/>
                                        <p:tgtEl>
                                          <p:spTgt spid="219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a7a7a7"/>
            </a:gs>
          </a:gsLst>
          <a:lin ang="504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93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w Cen MT"/>
            </a:endParaRPr>
          </a:p>
        </p:txBody>
      </p:sp>
      <p:pic>
        <p:nvPicPr>
          <p:cNvPr id="2194" name="Picture 2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1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grpSp>
        <p:nvGrpSpPr>
          <p:cNvPr id="2195" name="Group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20760" cy="6857640"/>
            <a:chOff x="0" y="0"/>
            <a:chExt cx="1220760" cy="6857640"/>
          </a:xfrm>
        </p:grpSpPr>
        <p:sp>
          <p:nvSpPr>
            <p:cNvPr id="2196" name="Rectangle 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28520" y="4680"/>
              <a:ext cx="23400" cy="218088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197" name="Freeform 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7520" y="217656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198" name="Freeform 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2840" y="40212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199" name="Freeform 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4200" y="4680"/>
              <a:ext cx="369360" cy="181080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810800"/>
                <a:gd name="textAreaBottom" fmla="*/ 1811160 h 1810800"/>
              </a:gdLst>
              <a:ahLst/>
              <a:rect l="textAreaLeft" t="textAreaTop" r="textAreaRight" b="textAreaBottom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200" name="Freeform 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17680" y="18018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201" name="Freeform 1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99880" y="4680"/>
              <a:ext cx="369360" cy="142992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429920"/>
                <a:gd name="textAreaBottom" fmla="*/ 1430280 h 1429920"/>
              </a:gdLst>
              <a:ahLst/>
              <a:rect l="textAreaLeft" t="textAreaTop" r="textAreaRight" b="textAreaBottom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202" name="Freeform 1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60520" y="0"/>
              <a:ext cx="151920" cy="9126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12600"/>
                <a:gd name="textAreaBottom" fmla="*/ 912960 h 912600"/>
              </a:gdLst>
              <a:ahLst/>
              <a:rect l="textAreaLeft" t="textAreaTop" r="textAreaRight" b="textAreaBottom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203" name="Freeform 1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3360" y="14209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204" name="Freeform 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3360" y="9032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205" name="Freeform 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5560" y="0"/>
              <a:ext cx="421920" cy="52668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526680"/>
                <a:gd name="textAreaBottom" fmla="*/ 527040 h 526680"/>
              </a:gdLst>
              <a:ahLst/>
              <a:rect l="textAreaLeft" t="textAreaTop" r="textAreaRight" b="textAreaBottom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206" name="Freeform 1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35000" y="488880"/>
              <a:ext cx="161640" cy="147240"/>
            </a:xfrm>
            <a:custGeom>
              <a:avLst/>
              <a:gdLst>
                <a:gd name="textAreaLeft" fmla="*/ 0 w 161640"/>
                <a:gd name="textAreaRight" fmla="*/ 162000 w 161640"/>
                <a:gd name="textAreaTop" fmla="*/ 0 h 147240"/>
                <a:gd name="textAreaBottom" fmla="*/ 147600 h 147240"/>
              </a:gdLst>
              <a:ahLst/>
              <a:rect l="textAreaLeft" t="textAreaTop" r="textAreaRight" b="textAreaBottom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207" name="Line 1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60" y="9360"/>
              <a:ext cx="360" cy="360"/>
            </a:xfrm>
            <a:prstGeom prst="line">
              <a:avLst/>
            </a:prstGeom>
            <a:ln w="15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208" name="Freeform 1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760" y="1801800"/>
              <a:ext cx="123480" cy="126720"/>
            </a:xfrm>
            <a:custGeom>
              <a:avLst/>
              <a:gdLst>
                <a:gd name="textAreaLeft" fmla="*/ 0 w 123480"/>
                <a:gd name="textAreaRight" fmla="*/ 123840 w 123480"/>
                <a:gd name="textAreaTop" fmla="*/ 0 h 126720"/>
                <a:gd name="textAreaBottom" fmla="*/ 127080 h 126720"/>
              </a:gdLst>
              <a:ahLst/>
              <a:rect l="textAreaLeft" t="textAreaTop" r="textAreaRight" b="textAreaBottom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209" name="Freeform 1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680" y="3549600"/>
              <a:ext cx="147240" cy="480600"/>
            </a:xfrm>
            <a:custGeom>
              <a:avLst/>
              <a:gdLst>
                <a:gd name="textAreaLeft" fmla="*/ 0 w 147240"/>
                <a:gd name="textAreaRight" fmla="*/ 147600 w 147240"/>
                <a:gd name="textAreaTop" fmla="*/ 0 h 480600"/>
                <a:gd name="textAreaBottom" fmla="*/ 480960 h 480600"/>
              </a:gdLst>
              <a:ahLst/>
              <a:rect l="textAreaLeft" t="textAreaTop" r="textAreaRight" b="textAreaBottom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210" name="Freeform 1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920" y="1382760"/>
              <a:ext cx="142560" cy="475920"/>
            </a:xfrm>
            <a:custGeom>
              <a:avLst/>
              <a:gdLst>
                <a:gd name="textAreaLeft" fmla="*/ 0 w 142560"/>
                <a:gd name="textAreaRight" fmla="*/ 142920 w 142560"/>
                <a:gd name="textAreaTop" fmla="*/ 0 h 475920"/>
                <a:gd name="textAreaBottom" fmla="*/ 476280 h 475920"/>
              </a:gdLst>
              <a:ahLst/>
              <a:rect l="textAreaLeft" t="textAreaTop" r="textAreaRight" b="textAreaBottom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211" name="Freeform 2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9240" y="1849320"/>
              <a:ext cx="114120" cy="107640"/>
            </a:xfrm>
            <a:custGeom>
              <a:avLst/>
              <a:gdLst>
                <a:gd name="textAreaLeft" fmla="*/ 0 w 114120"/>
                <a:gd name="textAreaRight" fmla="*/ 114480 w 114120"/>
                <a:gd name="textAreaTop" fmla="*/ 0 h 107640"/>
                <a:gd name="textAreaBottom" fmla="*/ 108000 h 107640"/>
              </a:gdLst>
              <a:ahLst/>
              <a:rect l="textAreaLeft" t="textAreaTop" r="textAreaRight" b="textAreaBottom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212" name="Rectangle 2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7600" y="4662360"/>
              <a:ext cx="23400" cy="218088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213" name="Freeform 2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7960" y="5041800"/>
              <a:ext cx="369360" cy="180144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801440"/>
                <a:gd name="textAreaBottom" fmla="*/ 1801800 h 1801440"/>
              </a:gdLst>
              <a:ahLst/>
              <a:rect l="textAreaLeft" t="textAreaTop" r="textAreaRight" b="textAreaBottom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214" name="Freeform 2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6600" y="4481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215" name="Freeform 2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5627520"/>
              <a:ext cx="85320" cy="1215720"/>
            </a:xfrm>
            <a:custGeom>
              <a:avLst/>
              <a:gdLst>
                <a:gd name="textAreaLeft" fmla="*/ 0 w 85320"/>
                <a:gd name="textAreaRight" fmla="*/ 85680 w 85320"/>
                <a:gd name="textAreaTop" fmla="*/ 0 h 1215720"/>
                <a:gd name="textAreaBottom" fmla="*/ 1216080 h 1215720"/>
              </a:gdLst>
              <a:ahLst/>
              <a:rect l="textAreaLeft" t="textAreaTop" r="textAreaRight" b="textAreaBottom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216" name="Freeform 2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1440" y="48672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217" name="Freeform 2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4000" y="5423040"/>
              <a:ext cx="374400" cy="1425240"/>
            </a:xfrm>
            <a:custGeom>
              <a:avLst/>
              <a:gdLst>
                <a:gd name="textAreaLeft" fmla="*/ 0 w 374400"/>
                <a:gd name="textAreaRight" fmla="*/ 374760 w 374400"/>
                <a:gd name="textAreaTop" fmla="*/ 0 h 1425240"/>
                <a:gd name="textAreaBottom" fmla="*/ 1425600 h 1425240"/>
              </a:gdLst>
              <a:ahLst/>
              <a:rect l="textAreaLeft" t="textAreaTop" r="textAreaRight" b="textAreaBottom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218" name="Freeform 2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84280" y="5945040"/>
              <a:ext cx="151920" cy="9126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12600"/>
                <a:gd name="textAreaBottom" fmla="*/ 912960 h 912600"/>
              </a:gdLst>
              <a:ahLst/>
              <a:rect l="textAreaLeft" t="textAreaTop" r="textAreaRight" b="textAreaBottom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219" name="Freeform 2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27120" y="5246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220" name="Freeform 2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27120" y="57643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221" name="Freeform 3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84360" y="6330960"/>
              <a:ext cx="417240" cy="517320"/>
            </a:xfrm>
            <a:custGeom>
              <a:avLst/>
              <a:gdLst>
                <a:gd name="textAreaLeft" fmla="*/ 0 w 417240"/>
                <a:gd name="textAreaRight" fmla="*/ 417600 w 417240"/>
                <a:gd name="textAreaTop" fmla="*/ 0 h 517320"/>
                <a:gd name="textAreaBottom" fmla="*/ 517680 h 517320"/>
              </a:gdLst>
              <a:ahLst/>
              <a:rect l="textAreaLeft" t="textAreaTop" r="textAreaRight" b="textAreaBottom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222" name="Freeform 3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63800" y="6221520"/>
              <a:ext cx="156960" cy="14724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47240"/>
                <a:gd name="textAreaBottom" fmla="*/ 147600 h 147240"/>
              </a:gdLst>
              <a:ahLst/>
              <a:rect l="textAreaLeft" t="textAreaTop" r="textAreaRight" b="textAreaBottom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</p:grpSp>
      <p:grpSp>
        <p:nvGrpSpPr>
          <p:cNvPr id="2223" name="Group 4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64840" y="0"/>
            <a:ext cx="674280" cy="6848280"/>
            <a:chOff x="11364840" y="0"/>
            <a:chExt cx="674280" cy="6848280"/>
          </a:xfrm>
        </p:grpSpPr>
        <p:sp>
          <p:nvSpPr>
            <p:cNvPr id="2224" name="Freeform 3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484000" y="0"/>
              <a:ext cx="417240" cy="512280"/>
            </a:xfrm>
            <a:custGeom>
              <a:avLst/>
              <a:gdLst>
                <a:gd name="textAreaLeft" fmla="*/ 0 w 417240"/>
                <a:gd name="textAreaRight" fmla="*/ 417600 w 417240"/>
                <a:gd name="textAreaTop" fmla="*/ 0 h 512280"/>
                <a:gd name="textAreaBottom" fmla="*/ 512640 h 512280"/>
              </a:gdLst>
              <a:ahLst/>
              <a:rect l="textAreaLeft" t="textAreaTop" r="textAreaRight" b="textAreaBottom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225" name="Freeform 3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364840" y="474840"/>
              <a:ext cx="156960" cy="15192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51920"/>
                <a:gd name="textAreaBottom" fmla="*/ 152280 h 151920"/>
              </a:gdLst>
              <a:ahLst/>
              <a:rect l="textAreaLeft" t="textAreaTop" r="textAreaRight" b="textAreaBottom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226" name="Freeform 3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1600" y="1539720"/>
              <a:ext cx="188640" cy="1900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227" name="Freeform 3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531520" y="5694480"/>
              <a:ext cx="298080" cy="1153800"/>
            </a:xfrm>
            <a:custGeom>
              <a:avLst/>
              <a:gdLst>
                <a:gd name="textAreaLeft" fmla="*/ 0 w 298080"/>
                <a:gd name="textAreaRight" fmla="*/ 298440 w 298080"/>
                <a:gd name="textAreaTop" fmla="*/ 0 h 1153800"/>
                <a:gd name="textAreaBottom" fmla="*/ 1154160 h 1153800"/>
              </a:gdLst>
              <a:ahLst/>
              <a:rect l="textAreaLeft" t="textAreaTop" r="textAreaRight" b="textAreaBottom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228" name="Freeform 3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773080" y="5551560"/>
              <a:ext cx="156960" cy="15516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55160"/>
                <a:gd name="textAreaBottom" fmla="*/ 155520 h 155160"/>
              </a:gdLst>
              <a:ahLst/>
              <a:rect l="textAreaLeft" t="textAreaTop" r="textAreaRight" b="textAreaBottom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229" name="Freeform 3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711160" y="4680"/>
              <a:ext cx="304560" cy="154440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544400"/>
                <a:gd name="textAreaBottom" fmla="*/ 1544760 h 1544400"/>
              </a:gdLst>
              <a:ahLst/>
              <a:rect l="textAreaLeft" t="textAreaTop" r="textAreaRight" b="textAreaBottom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230" name="Freeform 3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6280" y="4867200"/>
              <a:ext cx="188640" cy="18864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231" name="Freeform 3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441160" y="5046840"/>
              <a:ext cx="307440" cy="1801440"/>
            </a:xfrm>
            <a:custGeom>
              <a:avLst/>
              <a:gdLst>
                <a:gd name="textAreaLeft" fmla="*/ 0 w 307440"/>
                <a:gd name="textAreaRight" fmla="*/ 307800 w 307440"/>
                <a:gd name="textAreaTop" fmla="*/ 0 h 1801440"/>
                <a:gd name="textAreaBottom" fmla="*/ 1801800 h 1801440"/>
              </a:gdLst>
              <a:ahLst/>
              <a:rect l="textAreaLeft" t="textAreaTop" r="textAreaRight" b="textAreaBottom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232" name="Freeform 4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849040" y="641664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233" name="Rectangle 4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939760" y="6595920"/>
              <a:ext cx="23400" cy="25200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</p:grpSp>
      <p:sp>
        <p:nvSpPr>
          <p:cNvPr id="2234" name="AutoShape 4"/>
          <p:cNvSpPr/>
          <p:nvPr/>
        </p:nvSpPr>
        <p:spPr>
          <a:xfrm>
            <a:off x="155520" y="-14436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2235" name="AutoShape 6"/>
          <p:cNvSpPr/>
          <p:nvPr/>
        </p:nvSpPr>
        <p:spPr>
          <a:xfrm>
            <a:off x="307800" y="79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2236" name="AutoShape 4"/>
          <p:cNvSpPr/>
          <p:nvPr/>
        </p:nvSpPr>
        <p:spPr>
          <a:xfrm>
            <a:off x="460440" y="16020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2237" name="AutoShape 6"/>
          <p:cNvSpPr/>
          <p:nvPr/>
        </p:nvSpPr>
        <p:spPr>
          <a:xfrm>
            <a:off x="612720" y="31284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2238" name="AutoShape 8"/>
          <p:cNvSpPr/>
          <p:nvPr/>
        </p:nvSpPr>
        <p:spPr>
          <a:xfrm>
            <a:off x="765000" y="4651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2239" name="PlaceHolder 1"/>
          <p:cNvSpPr>
            <a:spLocks noGrp="1"/>
          </p:cNvSpPr>
          <p:nvPr>
            <p:ph type="title"/>
          </p:nvPr>
        </p:nvSpPr>
        <p:spPr>
          <a:xfrm>
            <a:off x="1141560" y="748080"/>
            <a:ext cx="9905760" cy="1116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800" spc="-1" strike="noStrike" cap="all">
                <a:solidFill>
                  <a:srgbClr val="505050"/>
                </a:solidFill>
                <a:latin typeface="Calibri Light"/>
              </a:rPr>
              <a:t>Bin + angle tag</a:t>
            </a:r>
            <a:endParaRPr b="0" lang="en-US" sz="4800" spc="-1" strike="noStrike">
              <a:solidFill>
                <a:schemeClr val="dk1"/>
              </a:solidFill>
              <a:latin typeface="Tw Cen MT"/>
            </a:endParaRPr>
          </a:p>
        </p:txBody>
      </p:sp>
      <p:graphicFrame>
        <p:nvGraphicFramePr>
          <p:cNvPr id="2240" name="Table 52"/>
          <p:cNvGraphicFramePr/>
          <p:nvPr/>
        </p:nvGraphicFramePr>
        <p:xfrm>
          <a:off x="0" y="1583280"/>
          <a:ext cx="4063680" cy="2728080"/>
        </p:xfrm>
        <a:graphic>
          <a:graphicData uri="http://schemas.openxmlformats.org/drawingml/2006/table">
            <a:tbl>
              <a:tblPr/>
              <a:tblGrid>
                <a:gridCol w="2031840"/>
                <a:gridCol w="2031840"/>
              </a:tblGrid>
              <a:tr h="370800">
                <a:tc gridSpan="2"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Tw Cen MT"/>
                        </a:rPr>
                        <a:t>Approach A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dk1"/>
                          </a:solidFill>
                          <a:latin typeface="Tw Cen MT"/>
                        </a:rPr>
                        <a:t>CNN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Tw Cen MT"/>
                        </a:rPr>
                        <a:t>Resnet (feature extraction)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dk1"/>
                          </a:solidFill>
                          <a:latin typeface="Tw Cen MT"/>
                        </a:rPr>
                        <a:t>Binary tagger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Tw Cen MT"/>
                        </a:rPr>
                        <a:t>RandomForest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Tw Cen MT"/>
                        </a:rPr>
                        <a:t>Bin F1(False)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Tw Cen MT"/>
                        </a:rPr>
                        <a:t>94%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Tw Cen MT"/>
                        </a:rPr>
                        <a:t>Bin F1 (True)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Tw Cen MT"/>
                        </a:rPr>
                        <a:t>96%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dk1"/>
                          </a:solidFill>
                          <a:latin typeface="Tw Cen MT"/>
                        </a:rPr>
                        <a:t>Angle tagger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Tw Cen MT"/>
                        </a:rPr>
                        <a:t>KNN(5)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2241" name="Picture 2" descr=""/>
          <p:cNvPicPr/>
          <p:nvPr/>
        </p:nvPicPr>
        <p:blipFill>
          <a:blip r:embed="rId2"/>
          <a:stretch/>
        </p:blipFill>
        <p:spPr>
          <a:xfrm>
            <a:off x="4064040" y="1571760"/>
            <a:ext cx="4336560" cy="1641240"/>
          </a:xfrm>
          <a:prstGeom prst="rect">
            <a:avLst/>
          </a:prstGeom>
          <a:ln w="0">
            <a:noFill/>
          </a:ln>
        </p:spPr>
      </p:pic>
      <p:pic>
        <p:nvPicPr>
          <p:cNvPr id="2242" name="Picture 3" descr=""/>
          <p:cNvPicPr/>
          <p:nvPr/>
        </p:nvPicPr>
        <p:blipFill>
          <a:blip r:embed="rId3"/>
          <a:stretch/>
        </p:blipFill>
        <p:spPr>
          <a:xfrm>
            <a:off x="4076640" y="3213000"/>
            <a:ext cx="4326840" cy="1752120"/>
          </a:xfrm>
          <a:prstGeom prst="rect">
            <a:avLst/>
          </a:prstGeom>
          <a:ln w="0">
            <a:noFill/>
          </a:ln>
        </p:spPr>
      </p:pic>
      <p:pic>
        <p:nvPicPr>
          <p:cNvPr id="2243" name="Picture 4" descr=""/>
          <p:cNvPicPr/>
          <p:nvPr/>
        </p:nvPicPr>
        <p:blipFill>
          <a:blip r:embed="rId4"/>
          <a:stretch/>
        </p:blipFill>
        <p:spPr>
          <a:xfrm>
            <a:off x="4064040" y="4965840"/>
            <a:ext cx="4339800" cy="1752120"/>
          </a:xfrm>
          <a:prstGeom prst="rect">
            <a:avLst/>
          </a:prstGeom>
          <a:ln w="0">
            <a:noFill/>
          </a:ln>
        </p:spPr>
      </p:pic>
      <p:pic>
        <p:nvPicPr>
          <p:cNvPr id="2244" name="Picture 5" descr=""/>
          <p:cNvPicPr/>
          <p:nvPr/>
        </p:nvPicPr>
        <p:blipFill>
          <a:blip r:embed="rId5"/>
          <a:stretch/>
        </p:blipFill>
        <p:spPr>
          <a:xfrm>
            <a:off x="8400960" y="1571760"/>
            <a:ext cx="3567960" cy="1968840"/>
          </a:xfrm>
          <a:prstGeom prst="rect">
            <a:avLst/>
          </a:prstGeom>
          <a:ln w="0">
            <a:noFill/>
          </a:ln>
        </p:spPr>
      </p:pic>
      <p:pic>
        <p:nvPicPr>
          <p:cNvPr id="2245" name="Picture 6" descr=""/>
          <p:cNvPicPr/>
          <p:nvPr/>
        </p:nvPicPr>
        <p:blipFill>
          <a:blip r:embed="rId6"/>
          <a:stretch/>
        </p:blipFill>
        <p:spPr>
          <a:xfrm>
            <a:off x="8391240" y="3540600"/>
            <a:ext cx="3578040" cy="1432800"/>
          </a:xfrm>
          <a:prstGeom prst="rect">
            <a:avLst/>
          </a:prstGeom>
          <a:ln w="0">
            <a:noFill/>
          </a:ln>
        </p:spPr>
      </p:pic>
      <p:pic>
        <p:nvPicPr>
          <p:cNvPr id="2246" name="Picture 7" descr=""/>
          <p:cNvPicPr/>
          <p:nvPr/>
        </p:nvPicPr>
        <p:blipFill>
          <a:blip r:embed="rId7"/>
          <a:stretch/>
        </p:blipFill>
        <p:spPr>
          <a:xfrm>
            <a:off x="8403840" y="4943520"/>
            <a:ext cx="3565080" cy="1414080"/>
          </a:xfrm>
          <a:prstGeom prst="rect">
            <a:avLst/>
          </a:prstGeom>
          <a:ln w="0">
            <a:noFill/>
          </a:ln>
        </p:spPr>
      </p:pic>
      <p:pic>
        <p:nvPicPr>
          <p:cNvPr id="2247" name="Picture 11" descr="Bestand:Green check.svg"/>
          <p:cNvPicPr/>
          <p:nvPr/>
        </p:nvPicPr>
        <p:blipFill>
          <a:blip r:embed="rId8"/>
          <a:stretch/>
        </p:blipFill>
        <p:spPr>
          <a:xfrm>
            <a:off x="5794200" y="4508640"/>
            <a:ext cx="374040" cy="374040"/>
          </a:xfrm>
          <a:prstGeom prst="rect">
            <a:avLst/>
          </a:prstGeom>
          <a:ln w="0">
            <a:noFill/>
          </a:ln>
        </p:spPr>
      </p:pic>
      <p:pic>
        <p:nvPicPr>
          <p:cNvPr id="2248" name="Picture 11" descr="Bestand:Green check.svg"/>
          <p:cNvPicPr/>
          <p:nvPr/>
        </p:nvPicPr>
        <p:blipFill>
          <a:blip r:embed="rId9"/>
          <a:stretch/>
        </p:blipFill>
        <p:spPr>
          <a:xfrm>
            <a:off x="5853240" y="6286320"/>
            <a:ext cx="374040" cy="374040"/>
          </a:xfrm>
          <a:prstGeom prst="rect">
            <a:avLst/>
          </a:prstGeom>
          <a:ln w="0">
            <a:noFill/>
          </a:ln>
        </p:spPr>
      </p:pic>
      <p:pic>
        <p:nvPicPr>
          <p:cNvPr id="2249" name="Picture 11" descr="Bestand:Green check.svg"/>
          <p:cNvPicPr/>
          <p:nvPr/>
        </p:nvPicPr>
        <p:blipFill>
          <a:blip r:embed="rId10"/>
          <a:stretch/>
        </p:blipFill>
        <p:spPr>
          <a:xfrm>
            <a:off x="7916760" y="6308640"/>
            <a:ext cx="374040" cy="374040"/>
          </a:xfrm>
          <a:prstGeom prst="rect">
            <a:avLst/>
          </a:prstGeom>
          <a:ln w="0">
            <a:noFill/>
          </a:ln>
        </p:spPr>
      </p:pic>
      <p:pic>
        <p:nvPicPr>
          <p:cNvPr id="2250" name="Picture 11" descr="Bestand:Green check.svg"/>
          <p:cNvPicPr/>
          <p:nvPr/>
        </p:nvPicPr>
        <p:blipFill>
          <a:blip r:embed="rId11"/>
          <a:stretch/>
        </p:blipFill>
        <p:spPr>
          <a:xfrm>
            <a:off x="9745560" y="5918040"/>
            <a:ext cx="374040" cy="374040"/>
          </a:xfrm>
          <a:prstGeom prst="rect">
            <a:avLst/>
          </a:prstGeom>
          <a:ln w="0">
            <a:noFill/>
          </a:ln>
        </p:spPr>
      </p:pic>
      <p:pic>
        <p:nvPicPr>
          <p:cNvPr id="2251" name="Picture 11" descr="Bestand:Green check.svg"/>
          <p:cNvPicPr/>
          <p:nvPr/>
        </p:nvPicPr>
        <p:blipFill>
          <a:blip r:embed="rId12"/>
          <a:stretch/>
        </p:blipFill>
        <p:spPr>
          <a:xfrm>
            <a:off x="11595240" y="5124600"/>
            <a:ext cx="374040" cy="374040"/>
          </a:xfrm>
          <a:prstGeom prst="rect">
            <a:avLst/>
          </a:prstGeom>
          <a:ln w="0">
            <a:noFill/>
          </a:ln>
        </p:spPr>
      </p:pic>
      <p:pic>
        <p:nvPicPr>
          <p:cNvPr id="2252" name="Picture 11" descr="Bestand:Green check.svg"/>
          <p:cNvPicPr/>
          <p:nvPr/>
        </p:nvPicPr>
        <p:blipFill>
          <a:blip r:embed="rId13"/>
          <a:stretch/>
        </p:blipFill>
        <p:spPr>
          <a:xfrm>
            <a:off x="11560320" y="2838600"/>
            <a:ext cx="374040" cy="374040"/>
          </a:xfrm>
          <a:prstGeom prst="rect">
            <a:avLst/>
          </a:prstGeom>
          <a:ln w="0">
            <a:noFill/>
          </a:ln>
        </p:spPr>
      </p:pic>
      <p:pic>
        <p:nvPicPr>
          <p:cNvPr id="2253" name="Picture 11" descr="Bestand:Green check.svg"/>
          <p:cNvPicPr/>
          <p:nvPr/>
        </p:nvPicPr>
        <p:blipFill>
          <a:blip r:embed="rId14"/>
          <a:stretch/>
        </p:blipFill>
        <p:spPr>
          <a:xfrm>
            <a:off x="9680760" y="3121920"/>
            <a:ext cx="374040" cy="374040"/>
          </a:xfrm>
          <a:prstGeom prst="rect">
            <a:avLst/>
          </a:prstGeom>
          <a:ln w="0">
            <a:noFill/>
          </a:ln>
        </p:spPr>
      </p:pic>
      <p:pic>
        <p:nvPicPr>
          <p:cNvPr id="2254" name="Picture 13" descr="File:Cross red circle.svg"/>
          <p:cNvPicPr/>
          <p:nvPr/>
        </p:nvPicPr>
        <p:blipFill>
          <a:blip r:embed="rId15"/>
          <a:stretch/>
        </p:blipFill>
        <p:spPr>
          <a:xfrm>
            <a:off x="7870680" y="2746440"/>
            <a:ext cx="466200" cy="466200"/>
          </a:xfrm>
          <a:prstGeom prst="rect">
            <a:avLst/>
          </a:prstGeom>
          <a:ln w="0">
            <a:noFill/>
          </a:ln>
        </p:spPr>
      </p:pic>
      <p:pic>
        <p:nvPicPr>
          <p:cNvPr id="2255" name="Picture 13" descr="File:Cross red circle.svg"/>
          <p:cNvPicPr/>
          <p:nvPr/>
        </p:nvPicPr>
        <p:blipFill>
          <a:blip r:embed="rId16"/>
          <a:stretch/>
        </p:blipFill>
        <p:spPr>
          <a:xfrm>
            <a:off x="5760720" y="2655360"/>
            <a:ext cx="466200" cy="466200"/>
          </a:xfrm>
          <a:prstGeom prst="rect">
            <a:avLst/>
          </a:prstGeom>
          <a:ln w="0">
            <a:noFill/>
          </a:ln>
        </p:spPr>
      </p:pic>
      <p:pic>
        <p:nvPicPr>
          <p:cNvPr id="2256" name="Picture 13" descr="File:Cross red circle.svg"/>
          <p:cNvPicPr/>
          <p:nvPr/>
        </p:nvPicPr>
        <p:blipFill>
          <a:blip r:embed="rId17"/>
          <a:stretch/>
        </p:blipFill>
        <p:spPr>
          <a:xfrm>
            <a:off x="7916760" y="4454640"/>
            <a:ext cx="466200" cy="466200"/>
          </a:xfrm>
          <a:prstGeom prst="rect">
            <a:avLst/>
          </a:prstGeom>
          <a:ln w="0">
            <a:noFill/>
          </a:ln>
        </p:spPr>
      </p:pic>
      <p:pic>
        <p:nvPicPr>
          <p:cNvPr id="2257" name="Picture 13" descr="File:Cross red circle.svg"/>
          <p:cNvPicPr/>
          <p:nvPr/>
        </p:nvPicPr>
        <p:blipFill>
          <a:blip r:embed="rId18"/>
          <a:stretch/>
        </p:blipFill>
        <p:spPr>
          <a:xfrm>
            <a:off x="9653400" y="4430520"/>
            <a:ext cx="466200" cy="466200"/>
          </a:xfrm>
          <a:prstGeom prst="rect">
            <a:avLst/>
          </a:prstGeom>
          <a:ln w="0">
            <a:noFill/>
          </a:ln>
        </p:spPr>
      </p:pic>
      <p:pic>
        <p:nvPicPr>
          <p:cNvPr id="2258" name="Picture 13" descr="File:Cross red circle.svg"/>
          <p:cNvPicPr/>
          <p:nvPr/>
        </p:nvPicPr>
        <p:blipFill>
          <a:blip r:embed="rId19"/>
          <a:stretch/>
        </p:blipFill>
        <p:spPr>
          <a:xfrm>
            <a:off x="11468160" y="4462200"/>
            <a:ext cx="466200" cy="466200"/>
          </a:xfrm>
          <a:prstGeom prst="rect">
            <a:avLst/>
          </a:prstGeom>
          <a:ln w="0">
            <a:noFill/>
          </a:ln>
        </p:spPr>
      </p:pic>
      <p:pic>
        <p:nvPicPr>
          <p:cNvPr id="2259" name="Picture 14" descr=""/>
          <p:cNvPicPr/>
          <p:nvPr/>
        </p:nvPicPr>
        <p:blipFill>
          <a:blip r:embed="rId20"/>
          <a:stretch/>
        </p:blipFill>
        <p:spPr>
          <a:xfrm>
            <a:off x="2014920" y="7920"/>
            <a:ext cx="8307000" cy="1047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a7a7a7"/>
            </a:gs>
          </a:gsLst>
          <a:lin ang="504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60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w Cen MT"/>
            </a:endParaRPr>
          </a:p>
        </p:txBody>
      </p:sp>
      <p:pic>
        <p:nvPicPr>
          <p:cNvPr id="2261" name="Picture 2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1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grpSp>
        <p:nvGrpSpPr>
          <p:cNvPr id="2262" name="Group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20760" cy="6857640"/>
            <a:chOff x="0" y="0"/>
            <a:chExt cx="1220760" cy="6857640"/>
          </a:xfrm>
        </p:grpSpPr>
        <p:sp>
          <p:nvSpPr>
            <p:cNvPr id="2263" name="Rectangle 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28520" y="4680"/>
              <a:ext cx="23400" cy="218088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264" name="Freeform 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7520" y="217656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265" name="Freeform 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2840" y="40212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266" name="Freeform 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4200" y="4680"/>
              <a:ext cx="369360" cy="181080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810800"/>
                <a:gd name="textAreaBottom" fmla="*/ 1811160 h 1810800"/>
              </a:gdLst>
              <a:ahLst/>
              <a:rect l="textAreaLeft" t="textAreaTop" r="textAreaRight" b="textAreaBottom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267" name="Freeform 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17680" y="18018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268" name="Freeform 1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99880" y="4680"/>
              <a:ext cx="369360" cy="142992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429920"/>
                <a:gd name="textAreaBottom" fmla="*/ 1430280 h 1429920"/>
              </a:gdLst>
              <a:ahLst/>
              <a:rect l="textAreaLeft" t="textAreaTop" r="textAreaRight" b="textAreaBottom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269" name="Freeform 1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60520" y="0"/>
              <a:ext cx="151920" cy="9126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12600"/>
                <a:gd name="textAreaBottom" fmla="*/ 912960 h 912600"/>
              </a:gdLst>
              <a:ahLst/>
              <a:rect l="textAreaLeft" t="textAreaTop" r="textAreaRight" b="textAreaBottom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270" name="Freeform 1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3360" y="14209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271" name="Freeform 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3360" y="9032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272" name="Freeform 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5560" y="0"/>
              <a:ext cx="421920" cy="52668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526680"/>
                <a:gd name="textAreaBottom" fmla="*/ 527040 h 526680"/>
              </a:gdLst>
              <a:ahLst/>
              <a:rect l="textAreaLeft" t="textAreaTop" r="textAreaRight" b="textAreaBottom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273" name="Freeform 1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35000" y="488880"/>
              <a:ext cx="161640" cy="147240"/>
            </a:xfrm>
            <a:custGeom>
              <a:avLst/>
              <a:gdLst>
                <a:gd name="textAreaLeft" fmla="*/ 0 w 161640"/>
                <a:gd name="textAreaRight" fmla="*/ 162000 w 161640"/>
                <a:gd name="textAreaTop" fmla="*/ 0 h 147240"/>
                <a:gd name="textAreaBottom" fmla="*/ 147600 h 147240"/>
              </a:gdLst>
              <a:ahLst/>
              <a:rect l="textAreaLeft" t="textAreaTop" r="textAreaRight" b="textAreaBottom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274" name="Line 1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60" y="9360"/>
              <a:ext cx="360" cy="360"/>
            </a:xfrm>
            <a:prstGeom prst="line">
              <a:avLst/>
            </a:prstGeom>
            <a:ln w="15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275" name="Freeform 1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760" y="1801800"/>
              <a:ext cx="123480" cy="126720"/>
            </a:xfrm>
            <a:custGeom>
              <a:avLst/>
              <a:gdLst>
                <a:gd name="textAreaLeft" fmla="*/ 0 w 123480"/>
                <a:gd name="textAreaRight" fmla="*/ 123840 w 123480"/>
                <a:gd name="textAreaTop" fmla="*/ 0 h 126720"/>
                <a:gd name="textAreaBottom" fmla="*/ 127080 h 126720"/>
              </a:gdLst>
              <a:ahLst/>
              <a:rect l="textAreaLeft" t="textAreaTop" r="textAreaRight" b="textAreaBottom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276" name="Freeform 1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680" y="3549600"/>
              <a:ext cx="147240" cy="480600"/>
            </a:xfrm>
            <a:custGeom>
              <a:avLst/>
              <a:gdLst>
                <a:gd name="textAreaLeft" fmla="*/ 0 w 147240"/>
                <a:gd name="textAreaRight" fmla="*/ 147600 w 147240"/>
                <a:gd name="textAreaTop" fmla="*/ 0 h 480600"/>
                <a:gd name="textAreaBottom" fmla="*/ 480960 h 480600"/>
              </a:gdLst>
              <a:ahLst/>
              <a:rect l="textAreaLeft" t="textAreaTop" r="textAreaRight" b="textAreaBottom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277" name="Freeform 1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920" y="1382760"/>
              <a:ext cx="142560" cy="475920"/>
            </a:xfrm>
            <a:custGeom>
              <a:avLst/>
              <a:gdLst>
                <a:gd name="textAreaLeft" fmla="*/ 0 w 142560"/>
                <a:gd name="textAreaRight" fmla="*/ 142920 w 142560"/>
                <a:gd name="textAreaTop" fmla="*/ 0 h 475920"/>
                <a:gd name="textAreaBottom" fmla="*/ 476280 h 475920"/>
              </a:gdLst>
              <a:ahLst/>
              <a:rect l="textAreaLeft" t="textAreaTop" r="textAreaRight" b="textAreaBottom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278" name="Freeform 2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9240" y="1849320"/>
              <a:ext cx="114120" cy="107640"/>
            </a:xfrm>
            <a:custGeom>
              <a:avLst/>
              <a:gdLst>
                <a:gd name="textAreaLeft" fmla="*/ 0 w 114120"/>
                <a:gd name="textAreaRight" fmla="*/ 114480 w 114120"/>
                <a:gd name="textAreaTop" fmla="*/ 0 h 107640"/>
                <a:gd name="textAreaBottom" fmla="*/ 108000 h 107640"/>
              </a:gdLst>
              <a:ahLst/>
              <a:rect l="textAreaLeft" t="textAreaTop" r="textAreaRight" b="textAreaBottom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279" name="Rectangle 2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7600" y="4662360"/>
              <a:ext cx="23400" cy="218088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280" name="Freeform 2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7960" y="5041800"/>
              <a:ext cx="369360" cy="180144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801440"/>
                <a:gd name="textAreaBottom" fmla="*/ 1801800 h 1801440"/>
              </a:gdLst>
              <a:ahLst/>
              <a:rect l="textAreaLeft" t="textAreaTop" r="textAreaRight" b="textAreaBottom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281" name="Freeform 2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6600" y="4481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282" name="Freeform 2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5627520"/>
              <a:ext cx="85320" cy="1215720"/>
            </a:xfrm>
            <a:custGeom>
              <a:avLst/>
              <a:gdLst>
                <a:gd name="textAreaLeft" fmla="*/ 0 w 85320"/>
                <a:gd name="textAreaRight" fmla="*/ 85680 w 85320"/>
                <a:gd name="textAreaTop" fmla="*/ 0 h 1215720"/>
                <a:gd name="textAreaBottom" fmla="*/ 1216080 h 1215720"/>
              </a:gdLst>
              <a:ahLst/>
              <a:rect l="textAreaLeft" t="textAreaTop" r="textAreaRight" b="textAreaBottom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283" name="Freeform 2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1440" y="48672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284" name="Freeform 2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4000" y="5423040"/>
              <a:ext cx="374400" cy="1425240"/>
            </a:xfrm>
            <a:custGeom>
              <a:avLst/>
              <a:gdLst>
                <a:gd name="textAreaLeft" fmla="*/ 0 w 374400"/>
                <a:gd name="textAreaRight" fmla="*/ 374760 w 374400"/>
                <a:gd name="textAreaTop" fmla="*/ 0 h 1425240"/>
                <a:gd name="textAreaBottom" fmla="*/ 1425600 h 1425240"/>
              </a:gdLst>
              <a:ahLst/>
              <a:rect l="textAreaLeft" t="textAreaTop" r="textAreaRight" b="textAreaBottom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285" name="Freeform 2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84280" y="5945040"/>
              <a:ext cx="151920" cy="9126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12600"/>
                <a:gd name="textAreaBottom" fmla="*/ 912960 h 912600"/>
              </a:gdLst>
              <a:ahLst/>
              <a:rect l="textAreaLeft" t="textAreaTop" r="textAreaRight" b="textAreaBottom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286" name="Freeform 2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27120" y="5246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287" name="Freeform 2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27120" y="57643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288" name="Freeform 3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84360" y="6330960"/>
              <a:ext cx="417240" cy="517320"/>
            </a:xfrm>
            <a:custGeom>
              <a:avLst/>
              <a:gdLst>
                <a:gd name="textAreaLeft" fmla="*/ 0 w 417240"/>
                <a:gd name="textAreaRight" fmla="*/ 417600 w 417240"/>
                <a:gd name="textAreaTop" fmla="*/ 0 h 517320"/>
                <a:gd name="textAreaBottom" fmla="*/ 517680 h 517320"/>
              </a:gdLst>
              <a:ahLst/>
              <a:rect l="textAreaLeft" t="textAreaTop" r="textAreaRight" b="textAreaBottom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289" name="Freeform 3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63800" y="6221520"/>
              <a:ext cx="156960" cy="14724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47240"/>
                <a:gd name="textAreaBottom" fmla="*/ 147600 h 147240"/>
              </a:gdLst>
              <a:ahLst/>
              <a:rect l="textAreaLeft" t="textAreaTop" r="textAreaRight" b="textAreaBottom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</p:grpSp>
      <p:grpSp>
        <p:nvGrpSpPr>
          <p:cNvPr id="2290" name="Group 4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64840" y="0"/>
            <a:ext cx="674280" cy="6848280"/>
            <a:chOff x="11364840" y="0"/>
            <a:chExt cx="674280" cy="6848280"/>
          </a:xfrm>
        </p:grpSpPr>
        <p:sp>
          <p:nvSpPr>
            <p:cNvPr id="2291" name="Freeform 3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484000" y="0"/>
              <a:ext cx="417240" cy="512280"/>
            </a:xfrm>
            <a:custGeom>
              <a:avLst/>
              <a:gdLst>
                <a:gd name="textAreaLeft" fmla="*/ 0 w 417240"/>
                <a:gd name="textAreaRight" fmla="*/ 417600 w 417240"/>
                <a:gd name="textAreaTop" fmla="*/ 0 h 512280"/>
                <a:gd name="textAreaBottom" fmla="*/ 512640 h 512280"/>
              </a:gdLst>
              <a:ahLst/>
              <a:rect l="textAreaLeft" t="textAreaTop" r="textAreaRight" b="textAreaBottom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292" name="Freeform 3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364840" y="474840"/>
              <a:ext cx="156960" cy="15192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51920"/>
                <a:gd name="textAreaBottom" fmla="*/ 152280 h 151920"/>
              </a:gdLst>
              <a:ahLst/>
              <a:rect l="textAreaLeft" t="textAreaTop" r="textAreaRight" b="textAreaBottom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293" name="Freeform 3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1600" y="1539720"/>
              <a:ext cx="188640" cy="1900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294" name="Freeform 3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531520" y="5694480"/>
              <a:ext cx="298080" cy="1153800"/>
            </a:xfrm>
            <a:custGeom>
              <a:avLst/>
              <a:gdLst>
                <a:gd name="textAreaLeft" fmla="*/ 0 w 298080"/>
                <a:gd name="textAreaRight" fmla="*/ 298440 w 298080"/>
                <a:gd name="textAreaTop" fmla="*/ 0 h 1153800"/>
                <a:gd name="textAreaBottom" fmla="*/ 1154160 h 1153800"/>
              </a:gdLst>
              <a:ahLst/>
              <a:rect l="textAreaLeft" t="textAreaTop" r="textAreaRight" b="textAreaBottom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295" name="Freeform 3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773080" y="5551560"/>
              <a:ext cx="156960" cy="15516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55160"/>
                <a:gd name="textAreaBottom" fmla="*/ 155520 h 155160"/>
              </a:gdLst>
              <a:ahLst/>
              <a:rect l="textAreaLeft" t="textAreaTop" r="textAreaRight" b="textAreaBottom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296" name="Freeform 3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711160" y="4680"/>
              <a:ext cx="304560" cy="154440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544400"/>
                <a:gd name="textAreaBottom" fmla="*/ 1544760 h 1544400"/>
              </a:gdLst>
              <a:ahLst/>
              <a:rect l="textAreaLeft" t="textAreaTop" r="textAreaRight" b="textAreaBottom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297" name="Freeform 3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6280" y="4867200"/>
              <a:ext cx="188640" cy="18864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298" name="Freeform 3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441160" y="5046840"/>
              <a:ext cx="307440" cy="1801440"/>
            </a:xfrm>
            <a:custGeom>
              <a:avLst/>
              <a:gdLst>
                <a:gd name="textAreaLeft" fmla="*/ 0 w 307440"/>
                <a:gd name="textAreaRight" fmla="*/ 307800 w 307440"/>
                <a:gd name="textAreaTop" fmla="*/ 0 h 1801440"/>
                <a:gd name="textAreaBottom" fmla="*/ 1801800 h 1801440"/>
              </a:gdLst>
              <a:ahLst/>
              <a:rect l="textAreaLeft" t="textAreaTop" r="textAreaRight" b="textAreaBottom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299" name="Freeform 4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849040" y="641664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300" name="Rectangle 4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939760" y="6595920"/>
              <a:ext cx="23400" cy="25200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</p:grpSp>
      <p:sp>
        <p:nvSpPr>
          <p:cNvPr id="2301" name="AutoShape 4"/>
          <p:cNvSpPr/>
          <p:nvPr/>
        </p:nvSpPr>
        <p:spPr>
          <a:xfrm>
            <a:off x="155520" y="-14436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2302" name="AutoShape 6"/>
          <p:cNvSpPr/>
          <p:nvPr/>
        </p:nvSpPr>
        <p:spPr>
          <a:xfrm>
            <a:off x="307800" y="79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2303" name="AutoShape 4"/>
          <p:cNvSpPr/>
          <p:nvPr/>
        </p:nvSpPr>
        <p:spPr>
          <a:xfrm>
            <a:off x="460440" y="16020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2304" name="AutoShape 6"/>
          <p:cNvSpPr/>
          <p:nvPr/>
        </p:nvSpPr>
        <p:spPr>
          <a:xfrm>
            <a:off x="612720" y="31284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2305" name="AutoShape 8"/>
          <p:cNvSpPr/>
          <p:nvPr/>
        </p:nvSpPr>
        <p:spPr>
          <a:xfrm>
            <a:off x="765000" y="4651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2306" name="PlaceHolder 1"/>
          <p:cNvSpPr>
            <a:spLocks noGrp="1"/>
          </p:cNvSpPr>
          <p:nvPr>
            <p:ph type="ftr" idx="71"/>
          </p:nvPr>
        </p:nvSpPr>
        <p:spPr>
          <a:xfrm>
            <a:off x="712800" y="-1584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1" lang="en-US" sz="1050" spc="-1" strike="noStrike" cap="all">
                <a:solidFill>
                  <a:schemeClr val="dk1">
                    <a:lumMod val="65000"/>
                    <a:lumOff val="35000"/>
                  </a:schemeClr>
                </a:solidFill>
                <a:latin typeface="Tw Cen MT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1" lang="en-US" sz="1050" spc="-1" strike="noStrike" cap="all">
                <a:solidFill>
                  <a:schemeClr val="dk1">
                    <a:lumMod val="65000"/>
                    <a:lumOff val="35000"/>
                  </a:schemeClr>
                </a:solidFill>
                <a:latin typeface="Tw Cen MT"/>
              </a:rPr>
              <a:t>https://github.com/Frederic-P/automotive_project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07" name="PlaceHolder 2"/>
          <p:cNvSpPr>
            <a:spLocks noGrp="1"/>
          </p:cNvSpPr>
          <p:nvPr>
            <p:ph type="title"/>
          </p:nvPr>
        </p:nvSpPr>
        <p:spPr>
          <a:xfrm>
            <a:off x="1141560" y="748080"/>
            <a:ext cx="9905760" cy="1116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800" spc="-1" strike="noStrike" cap="all">
                <a:solidFill>
                  <a:srgbClr val="505050"/>
                </a:solidFill>
                <a:latin typeface="Calibri Light"/>
              </a:rPr>
              <a:t>Bin + angle tag</a:t>
            </a:r>
            <a:endParaRPr b="0" lang="en-US" sz="4800" spc="-1" strike="noStrike">
              <a:solidFill>
                <a:schemeClr val="dk1"/>
              </a:solidFill>
              <a:latin typeface="Tw Cen MT"/>
            </a:endParaRPr>
          </a:p>
        </p:txBody>
      </p:sp>
      <p:pic>
        <p:nvPicPr>
          <p:cNvPr id="2308" name="Picture 2" descr=""/>
          <p:cNvPicPr/>
          <p:nvPr/>
        </p:nvPicPr>
        <p:blipFill>
          <a:blip r:embed="rId2"/>
          <a:stretch/>
        </p:blipFill>
        <p:spPr>
          <a:xfrm>
            <a:off x="704880" y="2075040"/>
            <a:ext cx="10853280" cy="4024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a7a7a7"/>
            </a:gs>
          </a:gsLst>
          <a:lin ang="504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09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w Cen MT"/>
            </a:endParaRPr>
          </a:p>
        </p:txBody>
      </p:sp>
      <p:pic>
        <p:nvPicPr>
          <p:cNvPr id="2310" name="Picture 2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1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grpSp>
        <p:nvGrpSpPr>
          <p:cNvPr id="2311" name="Group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20760" cy="6857640"/>
            <a:chOff x="0" y="0"/>
            <a:chExt cx="1220760" cy="6857640"/>
          </a:xfrm>
        </p:grpSpPr>
        <p:sp>
          <p:nvSpPr>
            <p:cNvPr id="2312" name="Rectangle 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28520" y="4680"/>
              <a:ext cx="23400" cy="218088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313" name="Freeform 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7520" y="217656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314" name="Freeform 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2840" y="40212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315" name="Freeform 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4200" y="4680"/>
              <a:ext cx="369360" cy="181080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810800"/>
                <a:gd name="textAreaBottom" fmla="*/ 1811160 h 1810800"/>
              </a:gdLst>
              <a:ahLst/>
              <a:rect l="textAreaLeft" t="textAreaTop" r="textAreaRight" b="textAreaBottom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316" name="Freeform 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17680" y="18018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317" name="Freeform 1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99880" y="4680"/>
              <a:ext cx="369360" cy="142992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429920"/>
                <a:gd name="textAreaBottom" fmla="*/ 1430280 h 1429920"/>
              </a:gdLst>
              <a:ahLst/>
              <a:rect l="textAreaLeft" t="textAreaTop" r="textAreaRight" b="textAreaBottom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318" name="Freeform 1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60520" y="0"/>
              <a:ext cx="151920" cy="9126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12600"/>
                <a:gd name="textAreaBottom" fmla="*/ 912960 h 912600"/>
              </a:gdLst>
              <a:ahLst/>
              <a:rect l="textAreaLeft" t="textAreaTop" r="textAreaRight" b="textAreaBottom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319" name="Freeform 1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3360" y="14209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320" name="Freeform 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3360" y="9032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321" name="Freeform 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5560" y="0"/>
              <a:ext cx="421920" cy="52668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526680"/>
                <a:gd name="textAreaBottom" fmla="*/ 527040 h 526680"/>
              </a:gdLst>
              <a:ahLst/>
              <a:rect l="textAreaLeft" t="textAreaTop" r="textAreaRight" b="textAreaBottom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322" name="Freeform 1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35000" y="488880"/>
              <a:ext cx="161640" cy="147240"/>
            </a:xfrm>
            <a:custGeom>
              <a:avLst/>
              <a:gdLst>
                <a:gd name="textAreaLeft" fmla="*/ 0 w 161640"/>
                <a:gd name="textAreaRight" fmla="*/ 162000 w 161640"/>
                <a:gd name="textAreaTop" fmla="*/ 0 h 147240"/>
                <a:gd name="textAreaBottom" fmla="*/ 147600 h 147240"/>
              </a:gdLst>
              <a:ahLst/>
              <a:rect l="textAreaLeft" t="textAreaTop" r="textAreaRight" b="textAreaBottom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323" name="Line 1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60" y="9360"/>
              <a:ext cx="360" cy="360"/>
            </a:xfrm>
            <a:prstGeom prst="line">
              <a:avLst/>
            </a:prstGeom>
            <a:ln w="15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324" name="Freeform 1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760" y="1801800"/>
              <a:ext cx="123480" cy="126720"/>
            </a:xfrm>
            <a:custGeom>
              <a:avLst/>
              <a:gdLst>
                <a:gd name="textAreaLeft" fmla="*/ 0 w 123480"/>
                <a:gd name="textAreaRight" fmla="*/ 123840 w 123480"/>
                <a:gd name="textAreaTop" fmla="*/ 0 h 126720"/>
                <a:gd name="textAreaBottom" fmla="*/ 127080 h 126720"/>
              </a:gdLst>
              <a:ahLst/>
              <a:rect l="textAreaLeft" t="textAreaTop" r="textAreaRight" b="textAreaBottom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325" name="Freeform 1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680" y="3549600"/>
              <a:ext cx="147240" cy="480600"/>
            </a:xfrm>
            <a:custGeom>
              <a:avLst/>
              <a:gdLst>
                <a:gd name="textAreaLeft" fmla="*/ 0 w 147240"/>
                <a:gd name="textAreaRight" fmla="*/ 147600 w 147240"/>
                <a:gd name="textAreaTop" fmla="*/ 0 h 480600"/>
                <a:gd name="textAreaBottom" fmla="*/ 480960 h 480600"/>
              </a:gdLst>
              <a:ahLst/>
              <a:rect l="textAreaLeft" t="textAreaTop" r="textAreaRight" b="textAreaBottom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326" name="Freeform 1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920" y="1382760"/>
              <a:ext cx="142560" cy="475920"/>
            </a:xfrm>
            <a:custGeom>
              <a:avLst/>
              <a:gdLst>
                <a:gd name="textAreaLeft" fmla="*/ 0 w 142560"/>
                <a:gd name="textAreaRight" fmla="*/ 142920 w 142560"/>
                <a:gd name="textAreaTop" fmla="*/ 0 h 475920"/>
                <a:gd name="textAreaBottom" fmla="*/ 476280 h 475920"/>
              </a:gdLst>
              <a:ahLst/>
              <a:rect l="textAreaLeft" t="textAreaTop" r="textAreaRight" b="textAreaBottom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327" name="Freeform 2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9240" y="1849320"/>
              <a:ext cx="114120" cy="107640"/>
            </a:xfrm>
            <a:custGeom>
              <a:avLst/>
              <a:gdLst>
                <a:gd name="textAreaLeft" fmla="*/ 0 w 114120"/>
                <a:gd name="textAreaRight" fmla="*/ 114480 w 114120"/>
                <a:gd name="textAreaTop" fmla="*/ 0 h 107640"/>
                <a:gd name="textAreaBottom" fmla="*/ 108000 h 107640"/>
              </a:gdLst>
              <a:ahLst/>
              <a:rect l="textAreaLeft" t="textAreaTop" r="textAreaRight" b="textAreaBottom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328" name="Rectangle 2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7600" y="4662360"/>
              <a:ext cx="23400" cy="218088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329" name="Freeform 2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7960" y="5041800"/>
              <a:ext cx="369360" cy="180144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801440"/>
                <a:gd name="textAreaBottom" fmla="*/ 1801800 h 1801440"/>
              </a:gdLst>
              <a:ahLst/>
              <a:rect l="textAreaLeft" t="textAreaTop" r="textAreaRight" b="textAreaBottom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330" name="Freeform 2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6600" y="4481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331" name="Freeform 2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5627520"/>
              <a:ext cx="85320" cy="1215720"/>
            </a:xfrm>
            <a:custGeom>
              <a:avLst/>
              <a:gdLst>
                <a:gd name="textAreaLeft" fmla="*/ 0 w 85320"/>
                <a:gd name="textAreaRight" fmla="*/ 85680 w 85320"/>
                <a:gd name="textAreaTop" fmla="*/ 0 h 1215720"/>
                <a:gd name="textAreaBottom" fmla="*/ 1216080 h 1215720"/>
              </a:gdLst>
              <a:ahLst/>
              <a:rect l="textAreaLeft" t="textAreaTop" r="textAreaRight" b="textAreaBottom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332" name="Freeform 2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1440" y="48672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333" name="Freeform 2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4000" y="5423040"/>
              <a:ext cx="374400" cy="1425240"/>
            </a:xfrm>
            <a:custGeom>
              <a:avLst/>
              <a:gdLst>
                <a:gd name="textAreaLeft" fmla="*/ 0 w 374400"/>
                <a:gd name="textAreaRight" fmla="*/ 374760 w 374400"/>
                <a:gd name="textAreaTop" fmla="*/ 0 h 1425240"/>
                <a:gd name="textAreaBottom" fmla="*/ 1425600 h 1425240"/>
              </a:gdLst>
              <a:ahLst/>
              <a:rect l="textAreaLeft" t="textAreaTop" r="textAreaRight" b="textAreaBottom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334" name="Freeform 2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84280" y="5945040"/>
              <a:ext cx="151920" cy="9126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12600"/>
                <a:gd name="textAreaBottom" fmla="*/ 912960 h 912600"/>
              </a:gdLst>
              <a:ahLst/>
              <a:rect l="textAreaLeft" t="textAreaTop" r="textAreaRight" b="textAreaBottom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335" name="Freeform 2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27120" y="5246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336" name="Freeform 2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27120" y="57643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337" name="Freeform 3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84360" y="6330960"/>
              <a:ext cx="417240" cy="517320"/>
            </a:xfrm>
            <a:custGeom>
              <a:avLst/>
              <a:gdLst>
                <a:gd name="textAreaLeft" fmla="*/ 0 w 417240"/>
                <a:gd name="textAreaRight" fmla="*/ 417600 w 417240"/>
                <a:gd name="textAreaTop" fmla="*/ 0 h 517320"/>
                <a:gd name="textAreaBottom" fmla="*/ 517680 h 517320"/>
              </a:gdLst>
              <a:ahLst/>
              <a:rect l="textAreaLeft" t="textAreaTop" r="textAreaRight" b="textAreaBottom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338" name="Freeform 3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63800" y="6221520"/>
              <a:ext cx="156960" cy="14724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47240"/>
                <a:gd name="textAreaBottom" fmla="*/ 147600 h 147240"/>
              </a:gdLst>
              <a:ahLst/>
              <a:rect l="textAreaLeft" t="textAreaTop" r="textAreaRight" b="textAreaBottom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</p:grpSp>
      <p:grpSp>
        <p:nvGrpSpPr>
          <p:cNvPr id="2339" name="Group 4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64840" y="0"/>
            <a:ext cx="674280" cy="6848280"/>
            <a:chOff x="11364840" y="0"/>
            <a:chExt cx="674280" cy="6848280"/>
          </a:xfrm>
        </p:grpSpPr>
        <p:sp>
          <p:nvSpPr>
            <p:cNvPr id="2340" name="Freeform 3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484000" y="0"/>
              <a:ext cx="417240" cy="512280"/>
            </a:xfrm>
            <a:custGeom>
              <a:avLst/>
              <a:gdLst>
                <a:gd name="textAreaLeft" fmla="*/ 0 w 417240"/>
                <a:gd name="textAreaRight" fmla="*/ 417600 w 417240"/>
                <a:gd name="textAreaTop" fmla="*/ 0 h 512280"/>
                <a:gd name="textAreaBottom" fmla="*/ 512640 h 512280"/>
              </a:gdLst>
              <a:ahLst/>
              <a:rect l="textAreaLeft" t="textAreaTop" r="textAreaRight" b="textAreaBottom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341" name="Freeform 3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364840" y="474840"/>
              <a:ext cx="156960" cy="15192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51920"/>
                <a:gd name="textAreaBottom" fmla="*/ 152280 h 151920"/>
              </a:gdLst>
              <a:ahLst/>
              <a:rect l="textAreaLeft" t="textAreaTop" r="textAreaRight" b="textAreaBottom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342" name="Freeform 3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1600" y="1539720"/>
              <a:ext cx="188640" cy="1900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343" name="Freeform 3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531520" y="5694480"/>
              <a:ext cx="298080" cy="1153800"/>
            </a:xfrm>
            <a:custGeom>
              <a:avLst/>
              <a:gdLst>
                <a:gd name="textAreaLeft" fmla="*/ 0 w 298080"/>
                <a:gd name="textAreaRight" fmla="*/ 298440 w 298080"/>
                <a:gd name="textAreaTop" fmla="*/ 0 h 1153800"/>
                <a:gd name="textAreaBottom" fmla="*/ 1154160 h 1153800"/>
              </a:gdLst>
              <a:ahLst/>
              <a:rect l="textAreaLeft" t="textAreaTop" r="textAreaRight" b="textAreaBottom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344" name="Freeform 3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773080" y="5551560"/>
              <a:ext cx="156960" cy="15516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55160"/>
                <a:gd name="textAreaBottom" fmla="*/ 155520 h 155160"/>
              </a:gdLst>
              <a:ahLst/>
              <a:rect l="textAreaLeft" t="textAreaTop" r="textAreaRight" b="textAreaBottom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345" name="Freeform 3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711160" y="4680"/>
              <a:ext cx="304560" cy="154440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544400"/>
                <a:gd name="textAreaBottom" fmla="*/ 1544760 h 1544400"/>
              </a:gdLst>
              <a:ahLst/>
              <a:rect l="textAreaLeft" t="textAreaTop" r="textAreaRight" b="textAreaBottom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346" name="Freeform 3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6280" y="4867200"/>
              <a:ext cx="188640" cy="18864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347" name="Freeform 3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441160" y="5046840"/>
              <a:ext cx="307440" cy="1801440"/>
            </a:xfrm>
            <a:custGeom>
              <a:avLst/>
              <a:gdLst>
                <a:gd name="textAreaLeft" fmla="*/ 0 w 307440"/>
                <a:gd name="textAreaRight" fmla="*/ 307800 w 307440"/>
                <a:gd name="textAreaTop" fmla="*/ 0 h 1801440"/>
                <a:gd name="textAreaBottom" fmla="*/ 1801800 h 1801440"/>
              </a:gdLst>
              <a:ahLst/>
              <a:rect l="textAreaLeft" t="textAreaTop" r="textAreaRight" b="textAreaBottom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348" name="Freeform 4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849040" y="641664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349" name="Rectangle 4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939760" y="6595920"/>
              <a:ext cx="23400" cy="25200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</p:grpSp>
      <p:sp>
        <p:nvSpPr>
          <p:cNvPr id="2350" name="AutoShape 4"/>
          <p:cNvSpPr/>
          <p:nvPr/>
        </p:nvSpPr>
        <p:spPr>
          <a:xfrm>
            <a:off x="155520" y="-14436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2351" name="AutoShape 6"/>
          <p:cNvSpPr/>
          <p:nvPr/>
        </p:nvSpPr>
        <p:spPr>
          <a:xfrm>
            <a:off x="307800" y="79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2352" name="AutoShape 4"/>
          <p:cNvSpPr/>
          <p:nvPr/>
        </p:nvSpPr>
        <p:spPr>
          <a:xfrm>
            <a:off x="460440" y="16020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2353" name="AutoShape 6"/>
          <p:cNvSpPr/>
          <p:nvPr/>
        </p:nvSpPr>
        <p:spPr>
          <a:xfrm>
            <a:off x="612720" y="31284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2354" name="AutoShape 8"/>
          <p:cNvSpPr/>
          <p:nvPr/>
        </p:nvSpPr>
        <p:spPr>
          <a:xfrm>
            <a:off x="765000" y="4651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2355" name="PlaceHolder 1"/>
          <p:cNvSpPr>
            <a:spLocks noGrp="1"/>
          </p:cNvSpPr>
          <p:nvPr>
            <p:ph type="ftr" idx="72"/>
          </p:nvPr>
        </p:nvSpPr>
        <p:spPr>
          <a:xfrm>
            <a:off x="712800" y="-1584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1" lang="en-US" sz="1050" spc="-1" strike="noStrike" cap="all">
                <a:solidFill>
                  <a:schemeClr val="dk1">
                    <a:lumMod val="65000"/>
                    <a:lumOff val="35000"/>
                  </a:schemeClr>
                </a:solidFill>
                <a:latin typeface="Tw Cen MT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1" lang="en-US" sz="1050" spc="-1" strike="noStrike" cap="all">
                <a:solidFill>
                  <a:schemeClr val="dk1">
                    <a:lumMod val="65000"/>
                    <a:lumOff val="35000"/>
                  </a:schemeClr>
                </a:solidFill>
                <a:latin typeface="Tw Cen MT"/>
              </a:rPr>
              <a:t>https://github.com/Frederic-P/automotive_project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56" name="PlaceHolder 2"/>
          <p:cNvSpPr>
            <a:spLocks noGrp="1"/>
          </p:cNvSpPr>
          <p:nvPr>
            <p:ph type="title"/>
          </p:nvPr>
        </p:nvSpPr>
        <p:spPr>
          <a:xfrm>
            <a:off x="1141560" y="748080"/>
            <a:ext cx="9905760" cy="1116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800" spc="-1" strike="noStrike" cap="all">
                <a:solidFill>
                  <a:srgbClr val="505050"/>
                </a:solidFill>
                <a:latin typeface="Calibri Light"/>
              </a:rPr>
              <a:t>Bin + angle tag</a:t>
            </a:r>
            <a:endParaRPr b="0" lang="en-US" sz="4800" spc="-1" strike="noStrike">
              <a:solidFill>
                <a:schemeClr val="dk1"/>
              </a:solidFill>
              <a:latin typeface="Tw Cen MT"/>
            </a:endParaRPr>
          </a:p>
        </p:txBody>
      </p:sp>
      <p:graphicFrame>
        <p:nvGraphicFramePr>
          <p:cNvPr id="2357" name="Table 55"/>
          <p:cNvGraphicFramePr/>
          <p:nvPr/>
        </p:nvGraphicFramePr>
        <p:xfrm>
          <a:off x="0" y="1494360"/>
          <a:ext cx="4063680" cy="1611360"/>
        </p:xfrm>
        <a:graphic>
          <a:graphicData uri="http://schemas.openxmlformats.org/drawingml/2006/table">
            <a:tbl>
              <a:tblPr/>
              <a:tblGrid>
                <a:gridCol w="2031840"/>
                <a:gridCol w="2031840"/>
              </a:tblGrid>
              <a:tr h="370800">
                <a:tc gridSpan="2"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Tw Cen MT"/>
                        </a:rPr>
                        <a:t>Approach B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dk1"/>
                          </a:solidFill>
                          <a:latin typeface="Tw Cen MT"/>
                        </a:rPr>
                        <a:t>CNN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Tw Cen MT"/>
                        </a:rPr>
                        <a:t>Keras Sequential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dk1"/>
                          </a:solidFill>
                          <a:latin typeface="Tw Cen MT"/>
                        </a:rPr>
                        <a:t>Binary tagger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Tw Cen MT"/>
                        </a:rPr>
                        <a:t>Sequential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dk1"/>
                          </a:solidFill>
                          <a:latin typeface="Tw Cen MT"/>
                        </a:rPr>
                        <a:t>Angle tagger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Tw Cen MT"/>
                        </a:rPr>
                        <a:t>Sequential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2358" name="Picture 2" descr=""/>
          <p:cNvPicPr/>
          <p:nvPr/>
        </p:nvPicPr>
        <p:blipFill>
          <a:blip r:embed="rId2"/>
          <a:stretch/>
        </p:blipFill>
        <p:spPr>
          <a:xfrm>
            <a:off x="0" y="3420360"/>
            <a:ext cx="4552560" cy="3437280"/>
          </a:xfrm>
          <a:prstGeom prst="rect">
            <a:avLst/>
          </a:prstGeom>
          <a:ln w="0">
            <a:noFill/>
          </a:ln>
        </p:spPr>
      </p:pic>
      <p:sp>
        <p:nvSpPr>
          <p:cNvPr id="2359" name="TextBox 57"/>
          <p:cNvSpPr/>
          <p:nvPr/>
        </p:nvSpPr>
        <p:spPr>
          <a:xfrm>
            <a:off x="492120" y="3051000"/>
            <a:ext cx="3568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Is_crappy (binary tagger)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60" name="Picture 3" descr=""/>
          <p:cNvPicPr/>
          <p:nvPr/>
        </p:nvPicPr>
        <p:blipFill>
          <a:blip r:embed="rId3"/>
          <a:stretch/>
        </p:blipFill>
        <p:spPr>
          <a:xfrm>
            <a:off x="6299280" y="1959120"/>
            <a:ext cx="5892480" cy="4898520"/>
          </a:xfrm>
          <a:prstGeom prst="rect">
            <a:avLst/>
          </a:prstGeom>
          <a:ln w="0">
            <a:noFill/>
          </a:ln>
        </p:spPr>
      </p:pic>
      <p:sp>
        <p:nvSpPr>
          <p:cNvPr id="2361" name="TextBox 59"/>
          <p:cNvSpPr/>
          <p:nvPr/>
        </p:nvSpPr>
        <p:spPr>
          <a:xfrm>
            <a:off x="7689960" y="1664280"/>
            <a:ext cx="3568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Angle tagger: CM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a7a7a7"/>
            </a:gs>
          </a:gsLst>
          <a:lin ang="504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62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w Cen MT"/>
            </a:endParaRPr>
          </a:p>
        </p:txBody>
      </p:sp>
      <p:pic>
        <p:nvPicPr>
          <p:cNvPr id="2363" name="Picture 2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1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grpSp>
        <p:nvGrpSpPr>
          <p:cNvPr id="2364" name="Group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20760" cy="6857640"/>
            <a:chOff x="0" y="0"/>
            <a:chExt cx="1220760" cy="6857640"/>
          </a:xfrm>
        </p:grpSpPr>
        <p:sp>
          <p:nvSpPr>
            <p:cNvPr id="2365" name="Rectangle 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28520" y="4680"/>
              <a:ext cx="23400" cy="218088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366" name="Freeform 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7520" y="217656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367" name="Freeform 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2840" y="40212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368" name="Freeform 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4200" y="4680"/>
              <a:ext cx="369360" cy="181080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810800"/>
                <a:gd name="textAreaBottom" fmla="*/ 1811160 h 1810800"/>
              </a:gdLst>
              <a:ahLst/>
              <a:rect l="textAreaLeft" t="textAreaTop" r="textAreaRight" b="textAreaBottom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369" name="Freeform 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17680" y="18018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370" name="Freeform 1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99880" y="4680"/>
              <a:ext cx="369360" cy="142992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429920"/>
                <a:gd name="textAreaBottom" fmla="*/ 1430280 h 1429920"/>
              </a:gdLst>
              <a:ahLst/>
              <a:rect l="textAreaLeft" t="textAreaTop" r="textAreaRight" b="textAreaBottom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371" name="Freeform 1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60520" y="0"/>
              <a:ext cx="151920" cy="9126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12600"/>
                <a:gd name="textAreaBottom" fmla="*/ 912960 h 912600"/>
              </a:gdLst>
              <a:ahLst/>
              <a:rect l="textAreaLeft" t="textAreaTop" r="textAreaRight" b="textAreaBottom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372" name="Freeform 1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3360" y="14209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373" name="Freeform 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3360" y="9032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374" name="Freeform 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5560" y="0"/>
              <a:ext cx="421920" cy="52668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526680"/>
                <a:gd name="textAreaBottom" fmla="*/ 527040 h 526680"/>
              </a:gdLst>
              <a:ahLst/>
              <a:rect l="textAreaLeft" t="textAreaTop" r="textAreaRight" b="textAreaBottom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375" name="Freeform 1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35000" y="488880"/>
              <a:ext cx="161640" cy="147240"/>
            </a:xfrm>
            <a:custGeom>
              <a:avLst/>
              <a:gdLst>
                <a:gd name="textAreaLeft" fmla="*/ 0 w 161640"/>
                <a:gd name="textAreaRight" fmla="*/ 162000 w 161640"/>
                <a:gd name="textAreaTop" fmla="*/ 0 h 147240"/>
                <a:gd name="textAreaBottom" fmla="*/ 147600 h 147240"/>
              </a:gdLst>
              <a:ahLst/>
              <a:rect l="textAreaLeft" t="textAreaTop" r="textAreaRight" b="textAreaBottom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376" name="Line 1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60" y="9360"/>
              <a:ext cx="360" cy="360"/>
            </a:xfrm>
            <a:prstGeom prst="line">
              <a:avLst/>
            </a:prstGeom>
            <a:ln w="15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377" name="Freeform 1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760" y="1801800"/>
              <a:ext cx="123480" cy="126720"/>
            </a:xfrm>
            <a:custGeom>
              <a:avLst/>
              <a:gdLst>
                <a:gd name="textAreaLeft" fmla="*/ 0 w 123480"/>
                <a:gd name="textAreaRight" fmla="*/ 123840 w 123480"/>
                <a:gd name="textAreaTop" fmla="*/ 0 h 126720"/>
                <a:gd name="textAreaBottom" fmla="*/ 127080 h 126720"/>
              </a:gdLst>
              <a:ahLst/>
              <a:rect l="textAreaLeft" t="textAreaTop" r="textAreaRight" b="textAreaBottom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378" name="Freeform 1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680" y="3549600"/>
              <a:ext cx="147240" cy="480600"/>
            </a:xfrm>
            <a:custGeom>
              <a:avLst/>
              <a:gdLst>
                <a:gd name="textAreaLeft" fmla="*/ 0 w 147240"/>
                <a:gd name="textAreaRight" fmla="*/ 147600 w 147240"/>
                <a:gd name="textAreaTop" fmla="*/ 0 h 480600"/>
                <a:gd name="textAreaBottom" fmla="*/ 480960 h 480600"/>
              </a:gdLst>
              <a:ahLst/>
              <a:rect l="textAreaLeft" t="textAreaTop" r="textAreaRight" b="textAreaBottom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379" name="Freeform 1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920" y="1382760"/>
              <a:ext cx="142560" cy="475920"/>
            </a:xfrm>
            <a:custGeom>
              <a:avLst/>
              <a:gdLst>
                <a:gd name="textAreaLeft" fmla="*/ 0 w 142560"/>
                <a:gd name="textAreaRight" fmla="*/ 142920 w 142560"/>
                <a:gd name="textAreaTop" fmla="*/ 0 h 475920"/>
                <a:gd name="textAreaBottom" fmla="*/ 476280 h 475920"/>
              </a:gdLst>
              <a:ahLst/>
              <a:rect l="textAreaLeft" t="textAreaTop" r="textAreaRight" b="textAreaBottom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380" name="Freeform 2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9240" y="1849320"/>
              <a:ext cx="114120" cy="107640"/>
            </a:xfrm>
            <a:custGeom>
              <a:avLst/>
              <a:gdLst>
                <a:gd name="textAreaLeft" fmla="*/ 0 w 114120"/>
                <a:gd name="textAreaRight" fmla="*/ 114480 w 114120"/>
                <a:gd name="textAreaTop" fmla="*/ 0 h 107640"/>
                <a:gd name="textAreaBottom" fmla="*/ 108000 h 107640"/>
              </a:gdLst>
              <a:ahLst/>
              <a:rect l="textAreaLeft" t="textAreaTop" r="textAreaRight" b="textAreaBottom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381" name="Rectangle 2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7600" y="4662360"/>
              <a:ext cx="23400" cy="218088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382" name="Freeform 2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7960" y="5041800"/>
              <a:ext cx="369360" cy="180144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801440"/>
                <a:gd name="textAreaBottom" fmla="*/ 1801800 h 1801440"/>
              </a:gdLst>
              <a:ahLst/>
              <a:rect l="textAreaLeft" t="textAreaTop" r="textAreaRight" b="textAreaBottom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383" name="Freeform 2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6600" y="4481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384" name="Freeform 2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5627520"/>
              <a:ext cx="85320" cy="1215720"/>
            </a:xfrm>
            <a:custGeom>
              <a:avLst/>
              <a:gdLst>
                <a:gd name="textAreaLeft" fmla="*/ 0 w 85320"/>
                <a:gd name="textAreaRight" fmla="*/ 85680 w 85320"/>
                <a:gd name="textAreaTop" fmla="*/ 0 h 1215720"/>
                <a:gd name="textAreaBottom" fmla="*/ 1216080 h 1215720"/>
              </a:gdLst>
              <a:ahLst/>
              <a:rect l="textAreaLeft" t="textAreaTop" r="textAreaRight" b="textAreaBottom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385" name="Freeform 2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1440" y="48672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386" name="Freeform 2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4000" y="5423040"/>
              <a:ext cx="374400" cy="1425240"/>
            </a:xfrm>
            <a:custGeom>
              <a:avLst/>
              <a:gdLst>
                <a:gd name="textAreaLeft" fmla="*/ 0 w 374400"/>
                <a:gd name="textAreaRight" fmla="*/ 374760 w 374400"/>
                <a:gd name="textAreaTop" fmla="*/ 0 h 1425240"/>
                <a:gd name="textAreaBottom" fmla="*/ 1425600 h 1425240"/>
              </a:gdLst>
              <a:ahLst/>
              <a:rect l="textAreaLeft" t="textAreaTop" r="textAreaRight" b="textAreaBottom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387" name="Freeform 2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84280" y="5945040"/>
              <a:ext cx="151920" cy="9126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12600"/>
                <a:gd name="textAreaBottom" fmla="*/ 912960 h 912600"/>
              </a:gdLst>
              <a:ahLst/>
              <a:rect l="textAreaLeft" t="textAreaTop" r="textAreaRight" b="textAreaBottom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388" name="Freeform 2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27120" y="5246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389" name="Freeform 2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27120" y="57643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390" name="Freeform 3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84360" y="6330960"/>
              <a:ext cx="417240" cy="517320"/>
            </a:xfrm>
            <a:custGeom>
              <a:avLst/>
              <a:gdLst>
                <a:gd name="textAreaLeft" fmla="*/ 0 w 417240"/>
                <a:gd name="textAreaRight" fmla="*/ 417600 w 417240"/>
                <a:gd name="textAreaTop" fmla="*/ 0 h 517320"/>
                <a:gd name="textAreaBottom" fmla="*/ 517680 h 517320"/>
              </a:gdLst>
              <a:ahLst/>
              <a:rect l="textAreaLeft" t="textAreaTop" r="textAreaRight" b="textAreaBottom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391" name="Freeform 3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63800" y="6221520"/>
              <a:ext cx="156960" cy="14724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47240"/>
                <a:gd name="textAreaBottom" fmla="*/ 147600 h 147240"/>
              </a:gdLst>
              <a:ahLst/>
              <a:rect l="textAreaLeft" t="textAreaTop" r="textAreaRight" b="textAreaBottom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</p:grpSp>
      <p:grpSp>
        <p:nvGrpSpPr>
          <p:cNvPr id="2392" name="Group 4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64840" y="0"/>
            <a:ext cx="674280" cy="6848280"/>
            <a:chOff x="11364840" y="0"/>
            <a:chExt cx="674280" cy="6848280"/>
          </a:xfrm>
        </p:grpSpPr>
        <p:sp>
          <p:nvSpPr>
            <p:cNvPr id="2393" name="Freeform 3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484000" y="0"/>
              <a:ext cx="417240" cy="512280"/>
            </a:xfrm>
            <a:custGeom>
              <a:avLst/>
              <a:gdLst>
                <a:gd name="textAreaLeft" fmla="*/ 0 w 417240"/>
                <a:gd name="textAreaRight" fmla="*/ 417600 w 417240"/>
                <a:gd name="textAreaTop" fmla="*/ 0 h 512280"/>
                <a:gd name="textAreaBottom" fmla="*/ 512640 h 512280"/>
              </a:gdLst>
              <a:ahLst/>
              <a:rect l="textAreaLeft" t="textAreaTop" r="textAreaRight" b="textAreaBottom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394" name="Freeform 3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364840" y="474840"/>
              <a:ext cx="156960" cy="15192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51920"/>
                <a:gd name="textAreaBottom" fmla="*/ 152280 h 151920"/>
              </a:gdLst>
              <a:ahLst/>
              <a:rect l="textAreaLeft" t="textAreaTop" r="textAreaRight" b="textAreaBottom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395" name="Freeform 3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1600" y="1539720"/>
              <a:ext cx="188640" cy="1900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396" name="Freeform 3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531520" y="5694480"/>
              <a:ext cx="298080" cy="1153800"/>
            </a:xfrm>
            <a:custGeom>
              <a:avLst/>
              <a:gdLst>
                <a:gd name="textAreaLeft" fmla="*/ 0 w 298080"/>
                <a:gd name="textAreaRight" fmla="*/ 298440 w 298080"/>
                <a:gd name="textAreaTop" fmla="*/ 0 h 1153800"/>
                <a:gd name="textAreaBottom" fmla="*/ 1154160 h 1153800"/>
              </a:gdLst>
              <a:ahLst/>
              <a:rect l="textAreaLeft" t="textAreaTop" r="textAreaRight" b="textAreaBottom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397" name="Freeform 3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773080" y="5551560"/>
              <a:ext cx="156960" cy="15516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55160"/>
                <a:gd name="textAreaBottom" fmla="*/ 155520 h 155160"/>
              </a:gdLst>
              <a:ahLst/>
              <a:rect l="textAreaLeft" t="textAreaTop" r="textAreaRight" b="textAreaBottom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398" name="Freeform 3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711160" y="4680"/>
              <a:ext cx="304560" cy="154440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544400"/>
                <a:gd name="textAreaBottom" fmla="*/ 1544760 h 1544400"/>
              </a:gdLst>
              <a:ahLst/>
              <a:rect l="textAreaLeft" t="textAreaTop" r="textAreaRight" b="textAreaBottom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399" name="Freeform 3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6280" y="4867200"/>
              <a:ext cx="188640" cy="18864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400" name="Freeform 3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441160" y="5046840"/>
              <a:ext cx="307440" cy="1801440"/>
            </a:xfrm>
            <a:custGeom>
              <a:avLst/>
              <a:gdLst>
                <a:gd name="textAreaLeft" fmla="*/ 0 w 307440"/>
                <a:gd name="textAreaRight" fmla="*/ 307800 w 307440"/>
                <a:gd name="textAreaTop" fmla="*/ 0 h 1801440"/>
                <a:gd name="textAreaBottom" fmla="*/ 1801800 h 1801440"/>
              </a:gdLst>
              <a:ahLst/>
              <a:rect l="textAreaLeft" t="textAreaTop" r="textAreaRight" b="textAreaBottom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401" name="Freeform 4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849040" y="641664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402" name="Rectangle 4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939760" y="6595920"/>
              <a:ext cx="23400" cy="25200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</p:grpSp>
      <p:sp>
        <p:nvSpPr>
          <p:cNvPr id="2403" name="Title 1"/>
          <p:cNvSpPr/>
          <p:nvPr/>
        </p:nvSpPr>
        <p:spPr>
          <a:xfrm>
            <a:off x="299880" y="73800"/>
            <a:ext cx="105152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</a:pPr>
            <a:endParaRPr b="0" lang="nl-BE" sz="3600" spc="-1" strike="noStrike" cap="all">
              <a:solidFill>
                <a:schemeClr val="dk1"/>
              </a:solidFill>
              <a:latin typeface="Tw Cen MT"/>
            </a:endParaRPr>
          </a:p>
        </p:txBody>
      </p:sp>
      <p:pic>
        <p:nvPicPr>
          <p:cNvPr id="2404" name="Picture 3" descr="A black background with a black square&#10;&#10;Description automatically generated with medium confidence"/>
          <p:cNvPicPr/>
          <p:nvPr/>
        </p:nvPicPr>
        <p:blipFill>
          <a:blip r:embed="rId2"/>
          <a:stretch/>
        </p:blipFill>
        <p:spPr>
          <a:xfrm>
            <a:off x="225000" y="1384560"/>
            <a:ext cx="1225800" cy="998280"/>
          </a:xfrm>
          <a:prstGeom prst="rect">
            <a:avLst/>
          </a:prstGeom>
          <a:ln w="0">
            <a:noFill/>
          </a:ln>
        </p:spPr>
      </p:pic>
      <p:pic>
        <p:nvPicPr>
          <p:cNvPr id="2405" name="Picture 5" descr="A blue and white sign&#10;&#10;Description automatically generated"/>
          <p:cNvPicPr/>
          <p:nvPr/>
        </p:nvPicPr>
        <p:blipFill>
          <a:blip r:embed="rId3"/>
          <a:stretch/>
        </p:blipFill>
        <p:spPr>
          <a:xfrm>
            <a:off x="2277000" y="1402200"/>
            <a:ext cx="3143160" cy="981000"/>
          </a:xfrm>
          <a:prstGeom prst="rect">
            <a:avLst/>
          </a:prstGeom>
          <a:ln w="0">
            <a:noFill/>
          </a:ln>
        </p:spPr>
      </p:pic>
      <p:sp>
        <p:nvSpPr>
          <p:cNvPr id="2406" name="Arrow: Right 6"/>
          <p:cNvSpPr/>
          <p:nvPr/>
        </p:nvSpPr>
        <p:spPr>
          <a:xfrm>
            <a:off x="1546560" y="1789920"/>
            <a:ext cx="670680" cy="3596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acd4c"/>
          </a:solidFill>
          <a:ln>
            <a:solidFill>
              <a:srgbClr val="43592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nl-BE" sz="1800" spc="-1" strike="noStrike">
              <a:solidFill>
                <a:schemeClr val="lt1"/>
              </a:solidFill>
              <a:latin typeface="Tw Cen MT"/>
            </a:endParaRPr>
          </a:p>
        </p:txBody>
      </p:sp>
      <p:sp>
        <p:nvSpPr>
          <p:cNvPr id="2407" name="TextBox 8"/>
          <p:cNvSpPr/>
          <p:nvPr/>
        </p:nvSpPr>
        <p:spPr>
          <a:xfrm>
            <a:off x="2352960" y="2393640"/>
            <a:ext cx="300564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Bounding box: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x1,y1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x2,y2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8" name="AutoShape 8"/>
          <p:cNvSpPr/>
          <p:nvPr/>
        </p:nvSpPr>
        <p:spPr>
          <a:xfrm>
            <a:off x="2881440" y="1285920"/>
            <a:ext cx="6428880" cy="42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nl-BE" sz="18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2409" name="AutoShape 14"/>
          <p:cNvSpPr/>
          <p:nvPr/>
        </p:nvSpPr>
        <p:spPr>
          <a:xfrm>
            <a:off x="4905360" y="1995480"/>
            <a:ext cx="2381040" cy="28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nl-BE" sz="1800" spc="-1" strike="noStrike">
              <a:solidFill>
                <a:schemeClr val="dk1"/>
              </a:solidFill>
              <a:latin typeface="Tw Cen MT"/>
            </a:endParaRPr>
          </a:p>
        </p:txBody>
      </p:sp>
      <p:pic>
        <p:nvPicPr>
          <p:cNvPr id="2410" name="Picture 51" descr="A diagram of a network&#10;&#10;Description automatically generated"/>
          <p:cNvPicPr/>
          <p:nvPr/>
        </p:nvPicPr>
        <p:blipFill>
          <a:blip r:embed="rId4"/>
          <a:stretch/>
        </p:blipFill>
        <p:spPr>
          <a:xfrm>
            <a:off x="6217200" y="945000"/>
            <a:ext cx="1800360" cy="2049480"/>
          </a:xfrm>
          <a:prstGeom prst="rect">
            <a:avLst/>
          </a:prstGeom>
          <a:ln w="0">
            <a:noFill/>
          </a:ln>
        </p:spPr>
      </p:pic>
      <p:sp>
        <p:nvSpPr>
          <p:cNvPr id="2411" name="Arrow: Right 52"/>
          <p:cNvSpPr/>
          <p:nvPr/>
        </p:nvSpPr>
        <p:spPr>
          <a:xfrm>
            <a:off x="5483520" y="1712880"/>
            <a:ext cx="670680" cy="3596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acd4c"/>
          </a:solidFill>
          <a:ln>
            <a:solidFill>
              <a:srgbClr val="43592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nl-BE" sz="1800" spc="-1" strike="noStrike">
              <a:solidFill>
                <a:schemeClr val="lt1"/>
              </a:solidFill>
              <a:latin typeface="Tw Cen MT"/>
            </a:endParaRPr>
          </a:p>
        </p:txBody>
      </p:sp>
      <p:sp>
        <p:nvSpPr>
          <p:cNvPr id="2412" name="TextBox 53"/>
          <p:cNvSpPr/>
          <p:nvPr/>
        </p:nvSpPr>
        <p:spPr>
          <a:xfrm>
            <a:off x="6088680" y="71280"/>
            <a:ext cx="187308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CNN1: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Bin tag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angle tag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3" name="Arrow: Right 54"/>
          <p:cNvSpPr/>
          <p:nvPr/>
        </p:nvSpPr>
        <p:spPr>
          <a:xfrm>
            <a:off x="8007840" y="1716120"/>
            <a:ext cx="670680" cy="3596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acd4c"/>
          </a:solidFill>
          <a:ln>
            <a:solidFill>
              <a:srgbClr val="43592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nl-BE" sz="1800" spc="-1" strike="noStrike">
              <a:solidFill>
                <a:schemeClr val="lt1"/>
              </a:solidFill>
              <a:latin typeface="Tw Cen MT"/>
            </a:endParaRPr>
          </a:p>
        </p:txBody>
      </p:sp>
      <p:pic>
        <p:nvPicPr>
          <p:cNvPr id="2414" name="Picture 55" descr="A diagram of a network&#10;&#10;Description automatically generated"/>
          <p:cNvPicPr/>
          <p:nvPr/>
        </p:nvPicPr>
        <p:blipFill>
          <a:blip r:embed="rId5"/>
          <a:stretch/>
        </p:blipFill>
        <p:spPr>
          <a:xfrm>
            <a:off x="8961840" y="941400"/>
            <a:ext cx="1800360" cy="2049480"/>
          </a:xfrm>
          <a:prstGeom prst="rect">
            <a:avLst/>
          </a:prstGeom>
          <a:ln w="0">
            <a:noFill/>
          </a:ln>
        </p:spPr>
      </p:pic>
      <p:sp>
        <p:nvSpPr>
          <p:cNvPr id="2415" name="TextBox 56"/>
          <p:cNvSpPr/>
          <p:nvPr/>
        </p:nvSpPr>
        <p:spPr>
          <a:xfrm>
            <a:off x="8343720" y="351360"/>
            <a:ext cx="29192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CNN2: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brand classification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6" name="TextBox 57"/>
          <p:cNvSpPr/>
          <p:nvPr/>
        </p:nvSpPr>
        <p:spPr>
          <a:xfrm>
            <a:off x="6391080" y="3501000"/>
            <a:ext cx="291924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CNN3a: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Model classification (audi)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7" name="TextBox 58"/>
          <p:cNvSpPr/>
          <p:nvPr/>
        </p:nvSpPr>
        <p:spPr>
          <a:xfrm>
            <a:off x="9261720" y="3512160"/>
            <a:ext cx="29192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CNN3b: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Model classification (fiat)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8" name="Arrow: Right 59"/>
          <p:cNvSpPr/>
          <p:nvPr/>
        </p:nvSpPr>
        <p:spPr>
          <a:xfrm rot="7965000">
            <a:off x="8986320" y="3085560"/>
            <a:ext cx="670680" cy="3596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acd4c"/>
          </a:solidFill>
          <a:ln>
            <a:solidFill>
              <a:srgbClr val="43592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nl-BE" sz="1800" spc="-1" strike="noStrike">
              <a:solidFill>
                <a:schemeClr val="lt1"/>
              </a:solidFill>
              <a:latin typeface="Tw Cen MT"/>
            </a:endParaRPr>
          </a:p>
        </p:txBody>
      </p:sp>
      <p:sp>
        <p:nvSpPr>
          <p:cNvPr id="2419" name="Arrow: Right 60"/>
          <p:cNvSpPr/>
          <p:nvPr/>
        </p:nvSpPr>
        <p:spPr>
          <a:xfrm rot="2662200">
            <a:off x="9932760" y="3050640"/>
            <a:ext cx="670680" cy="3596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acd4c"/>
          </a:solidFill>
          <a:ln>
            <a:solidFill>
              <a:srgbClr val="43592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nl-BE" sz="1800" spc="-1" strike="noStrike">
              <a:solidFill>
                <a:schemeClr val="lt1"/>
              </a:solidFill>
              <a:latin typeface="Tw Cen MT"/>
            </a:endParaRPr>
          </a:p>
        </p:txBody>
      </p:sp>
      <p:pic>
        <p:nvPicPr>
          <p:cNvPr id="2420" name="Picture 61" descr="A diagram of a network&#10;&#10;Description automatically generated"/>
          <p:cNvPicPr/>
          <p:nvPr/>
        </p:nvPicPr>
        <p:blipFill>
          <a:blip r:embed="rId6"/>
          <a:stretch/>
        </p:blipFill>
        <p:spPr>
          <a:xfrm>
            <a:off x="7069320" y="4366800"/>
            <a:ext cx="1800360" cy="2049480"/>
          </a:xfrm>
          <a:prstGeom prst="rect">
            <a:avLst/>
          </a:prstGeom>
          <a:ln w="0">
            <a:noFill/>
          </a:ln>
        </p:spPr>
      </p:pic>
      <p:pic>
        <p:nvPicPr>
          <p:cNvPr id="2421" name="Picture 62" descr="A diagram of a network&#10;&#10;Description automatically generated"/>
          <p:cNvPicPr/>
          <p:nvPr/>
        </p:nvPicPr>
        <p:blipFill>
          <a:blip r:embed="rId7"/>
          <a:stretch/>
        </p:blipFill>
        <p:spPr>
          <a:xfrm>
            <a:off x="9902520" y="4366800"/>
            <a:ext cx="1800360" cy="2049480"/>
          </a:xfrm>
          <a:prstGeom prst="rect">
            <a:avLst/>
          </a:prstGeom>
          <a:ln w="0">
            <a:noFill/>
          </a:ln>
        </p:spPr>
      </p:pic>
      <p:sp>
        <p:nvSpPr>
          <p:cNvPr id="2422" name="Arrow: Right 63"/>
          <p:cNvSpPr/>
          <p:nvPr/>
        </p:nvSpPr>
        <p:spPr>
          <a:xfrm>
            <a:off x="5531400" y="2847240"/>
            <a:ext cx="3147480" cy="3596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acd4c"/>
          </a:solidFill>
          <a:ln>
            <a:solidFill>
              <a:srgbClr val="43592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nl-BE" sz="1800" spc="-1" strike="noStrike">
              <a:solidFill>
                <a:schemeClr val="lt1"/>
              </a:solidFill>
              <a:latin typeface="Tw Cen MT"/>
            </a:endParaRPr>
          </a:p>
        </p:txBody>
      </p:sp>
      <p:sp>
        <p:nvSpPr>
          <p:cNvPr id="2423" name="Rectangle 64"/>
          <p:cNvSpPr/>
          <p:nvPr/>
        </p:nvSpPr>
        <p:spPr>
          <a:xfrm>
            <a:off x="8518320" y="0"/>
            <a:ext cx="2434680" cy="3423960"/>
          </a:xfrm>
          <a:prstGeom prst="rect">
            <a:avLst/>
          </a:prstGeom>
          <a:noFill/>
          <a:ln w="57150">
            <a:solidFill>
              <a:srgbClr val="719738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w Cen MT"/>
            </a:endParaRPr>
          </a:p>
        </p:txBody>
      </p:sp>
      <p:sp>
        <p:nvSpPr>
          <p:cNvPr id="2424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3600" spc="-1" strike="noStrike" cap="all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2425" name="PlaceHolder 2"/>
          <p:cNvSpPr>
            <a:spLocks noGrp="1"/>
          </p:cNvSpPr>
          <p:nvPr>
            <p:ph type="ftr" idx="73"/>
          </p:nvPr>
        </p:nvSpPr>
        <p:spPr>
          <a:xfrm>
            <a:off x="712800" y="-1584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1" lang="en-US" sz="1050" spc="-1" strike="noStrike" cap="all">
                <a:solidFill>
                  <a:schemeClr val="dk1">
                    <a:lumMod val="65000"/>
                    <a:lumOff val="35000"/>
                  </a:schemeClr>
                </a:solidFill>
                <a:latin typeface="Tw Cen MT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1" lang="en-US" sz="1050" spc="-1" strike="noStrike" cap="all">
                <a:solidFill>
                  <a:schemeClr val="dk1">
                    <a:lumMod val="65000"/>
                    <a:lumOff val="35000"/>
                  </a:schemeClr>
                </a:solidFill>
                <a:latin typeface="Tw Cen MT"/>
              </a:rPr>
              <a:t>https://github.com/Frederic-P/automotive_project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a7a7a7"/>
            </a:gs>
          </a:gsLst>
          <a:lin ang="504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26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w Cen MT"/>
            </a:endParaRPr>
          </a:p>
        </p:txBody>
      </p:sp>
      <p:pic>
        <p:nvPicPr>
          <p:cNvPr id="2427" name="Picture 2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1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grpSp>
        <p:nvGrpSpPr>
          <p:cNvPr id="2428" name="Group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20760" cy="6857640"/>
            <a:chOff x="0" y="0"/>
            <a:chExt cx="1220760" cy="6857640"/>
          </a:xfrm>
        </p:grpSpPr>
        <p:sp>
          <p:nvSpPr>
            <p:cNvPr id="2429" name="Rectangle 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28520" y="4680"/>
              <a:ext cx="23400" cy="218088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430" name="Freeform 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7520" y="217656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431" name="Freeform 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2840" y="40212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432" name="Freeform 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4200" y="4680"/>
              <a:ext cx="369360" cy="181080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810800"/>
                <a:gd name="textAreaBottom" fmla="*/ 1811160 h 1810800"/>
              </a:gdLst>
              <a:ahLst/>
              <a:rect l="textAreaLeft" t="textAreaTop" r="textAreaRight" b="textAreaBottom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433" name="Freeform 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17680" y="18018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434" name="Freeform 1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99880" y="4680"/>
              <a:ext cx="369360" cy="142992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429920"/>
                <a:gd name="textAreaBottom" fmla="*/ 1430280 h 1429920"/>
              </a:gdLst>
              <a:ahLst/>
              <a:rect l="textAreaLeft" t="textAreaTop" r="textAreaRight" b="textAreaBottom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435" name="Freeform 1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60520" y="0"/>
              <a:ext cx="151920" cy="9126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12600"/>
                <a:gd name="textAreaBottom" fmla="*/ 912960 h 912600"/>
              </a:gdLst>
              <a:ahLst/>
              <a:rect l="textAreaLeft" t="textAreaTop" r="textAreaRight" b="textAreaBottom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436" name="Freeform 1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3360" y="14209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437" name="Freeform 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3360" y="9032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438" name="Freeform 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5560" y="0"/>
              <a:ext cx="421920" cy="52668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526680"/>
                <a:gd name="textAreaBottom" fmla="*/ 527040 h 526680"/>
              </a:gdLst>
              <a:ahLst/>
              <a:rect l="textAreaLeft" t="textAreaTop" r="textAreaRight" b="textAreaBottom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439" name="Freeform 1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35000" y="488880"/>
              <a:ext cx="161640" cy="147240"/>
            </a:xfrm>
            <a:custGeom>
              <a:avLst/>
              <a:gdLst>
                <a:gd name="textAreaLeft" fmla="*/ 0 w 161640"/>
                <a:gd name="textAreaRight" fmla="*/ 162000 w 161640"/>
                <a:gd name="textAreaTop" fmla="*/ 0 h 147240"/>
                <a:gd name="textAreaBottom" fmla="*/ 147600 h 147240"/>
              </a:gdLst>
              <a:ahLst/>
              <a:rect l="textAreaLeft" t="textAreaTop" r="textAreaRight" b="textAreaBottom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440" name="Line 1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60" y="9360"/>
              <a:ext cx="360" cy="360"/>
            </a:xfrm>
            <a:prstGeom prst="line">
              <a:avLst/>
            </a:prstGeom>
            <a:ln w="15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441" name="Freeform 1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760" y="1801800"/>
              <a:ext cx="123480" cy="126720"/>
            </a:xfrm>
            <a:custGeom>
              <a:avLst/>
              <a:gdLst>
                <a:gd name="textAreaLeft" fmla="*/ 0 w 123480"/>
                <a:gd name="textAreaRight" fmla="*/ 123840 w 123480"/>
                <a:gd name="textAreaTop" fmla="*/ 0 h 126720"/>
                <a:gd name="textAreaBottom" fmla="*/ 127080 h 126720"/>
              </a:gdLst>
              <a:ahLst/>
              <a:rect l="textAreaLeft" t="textAreaTop" r="textAreaRight" b="textAreaBottom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442" name="Freeform 1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680" y="3549600"/>
              <a:ext cx="147240" cy="480600"/>
            </a:xfrm>
            <a:custGeom>
              <a:avLst/>
              <a:gdLst>
                <a:gd name="textAreaLeft" fmla="*/ 0 w 147240"/>
                <a:gd name="textAreaRight" fmla="*/ 147600 w 147240"/>
                <a:gd name="textAreaTop" fmla="*/ 0 h 480600"/>
                <a:gd name="textAreaBottom" fmla="*/ 480960 h 480600"/>
              </a:gdLst>
              <a:ahLst/>
              <a:rect l="textAreaLeft" t="textAreaTop" r="textAreaRight" b="textAreaBottom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443" name="Freeform 1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920" y="1382760"/>
              <a:ext cx="142560" cy="475920"/>
            </a:xfrm>
            <a:custGeom>
              <a:avLst/>
              <a:gdLst>
                <a:gd name="textAreaLeft" fmla="*/ 0 w 142560"/>
                <a:gd name="textAreaRight" fmla="*/ 142920 w 142560"/>
                <a:gd name="textAreaTop" fmla="*/ 0 h 475920"/>
                <a:gd name="textAreaBottom" fmla="*/ 476280 h 475920"/>
              </a:gdLst>
              <a:ahLst/>
              <a:rect l="textAreaLeft" t="textAreaTop" r="textAreaRight" b="textAreaBottom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444" name="Freeform 2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9240" y="1849320"/>
              <a:ext cx="114120" cy="107640"/>
            </a:xfrm>
            <a:custGeom>
              <a:avLst/>
              <a:gdLst>
                <a:gd name="textAreaLeft" fmla="*/ 0 w 114120"/>
                <a:gd name="textAreaRight" fmla="*/ 114480 w 114120"/>
                <a:gd name="textAreaTop" fmla="*/ 0 h 107640"/>
                <a:gd name="textAreaBottom" fmla="*/ 108000 h 107640"/>
              </a:gdLst>
              <a:ahLst/>
              <a:rect l="textAreaLeft" t="textAreaTop" r="textAreaRight" b="textAreaBottom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445" name="Rectangle 2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7600" y="4662360"/>
              <a:ext cx="23400" cy="218088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446" name="Freeform 2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7960" y="5041800"/>
              <a:ext cx="369360" cy="180144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801440"/>
                <a:gd name="textAreaBottom" fmla="*/ 1801800 h 1801440"/>
              </a:gdLst>
              <a:ahLst/>
              <a:rect l="textAreaLeft" t="textAreaTop" r="textAreaRight" b="textAreaBottom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447" name="Freeform 2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6600" y="4481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448" name="Freeform 2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5627520"/>
              <a:ext cx="85320" cy="1215720"/>
            </a:xfrm>
            <a:custGeom>
              <a:avLst/>
              <a:gdLst>
                <a:gd name="textAreaLeft" fmla="*/ 0 w 85320"/>
                <a:gd name="textAreaRight" fmla="*/ 85680 w 85320"/>
                <a:gd name="textAreaTop" fmla="*/ 0 h 1215720"/>
                <a:gd name="textAreaBottom" fmla="*/ 1216080 h 1215720"/>
              </a:gdLst>
              <a:ahLst/>
              <a:rect l="textAreaLeft" t="textAreaTop" r="textAreaRight" b="textAreaBottom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449" name="Freeform 2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1440" y="48672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450" name="Freeform 2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4000" y="5423040"/>
              <a:ext cx="374400" cy="1425240"/>
            </a:xfrm>
            <a:custGeom>
              <a:avLst/>
              <a:gdLst>
                <a:gd name="textAreaLeft" fmla="*/ 0 w 374400"/>
                <a:gd name="textAreaRight" fmla="*/ 374760 w 374400"/>
                <a:gd name="textAreaTop" fmla="*/ 0 h 1425240"/>
                <a:gd name="textAreaBottom" fmla="*/ 1425600 h 1425240"/>
              </a:gdLst>
              <a:ahLst/>
              <a:rect l="textAreaLeft" t="textAreaTop" r="textAreaRight" b="textAreaBottom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451" name="Freeform 2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84280" y="5945040"/>
              <a:ext cx="151920" cy="9126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12600"/>
                <a:gd name="textAreaBottom" fmla="*/ 912960 h 912600"/>
              </a:gdLst>
              <a:ahLst/>
              <a:rect l="textAreaLeft" t="textAreaTop" r="textAreaRight" b="textAreaBottom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452" name="Freeform 2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27120" y="5246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453" name="Freeform 2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27120" y="57643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454" name="Freeform 3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84360" y="6330960"/>
              <a:ext cx="417240" cy="517320"/>
            </a:xfrm>
            <a:custGeom>
              <a:avLst/>
              <a:gdLst>
                <a:gd name="textAreaLeft" fmla="*/ 0 w 417240"/>
                <a:gd name="textAreaRight" fmla="*/ 417600 w 417240"/>
                <a:gd name="textAreaTop" fmla="*/ 0 h 517320"/>
                <a:gd name="textAreaBottom" fmla="*/ 517680 h 517320"/>
              </a:gdLst>
              <a:ahLst/>
              <a:rect l="textAreaLeft" t="textAreaTop" r="textAreaRight" b="textAreaBottom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455" name="Freeform 3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63800" y="6221520"/>
              <a:ext cx="156960" cy="14724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47240"/>
                <a:gd name="textAreaBottom" fmla="*/ 147600 h 147240"/>
              </a:gdLst>
              <a:ahLst/>
              <a:rect l="textAreaLeft" t="textAreaTop" r="textAreaRight" b="textAreaBottom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</p:grpSp>
      <p:grpSp>
        <p:nvGrpSpPr>
          <p:cNvPr id="2456" name="Group 4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364840" y="0"/>
            <a:ext cx="674280" cy="6848280"/>
            <a:chOff x="11364840" y="0"/>
            <a:chExt cx="674280" cy="6848280"/>
          </a:xfrm>
        </p:grpSpPr>
        <p:sp>
          <p:nvSpPr>
            <p:cNvPr id="2457" name="Freeform 3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484000" y="0"/>
              <a:ext cx="417240" cy="512280"/>
            </a:xfrm>
            <a:custGeom>
              <a:avLst/>
              <a:gdLst>
                <a:gd name="textAreaLeft" fmla="*/ 0 w 417240"/>
                <a:gd name="textAreaRight" fmla="*/ 417600 w 417240"/>
                <a:gd name="textAreaTop" fmla="*/ 0 h 512280"/>
                <a:gd name="textAreaBottom" fmla="*/ 512640 h 512280"/>
              </a:gdLst>
              <a:ahLst/>
              <a:rect l="textAreaLeft" t="textAreaTop" r="textAreaRight" b="textAreaBottom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458" name="Freeform 3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364840" y="474840"/>
              <a:ext cx="156960" cy="15192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51920"/>
                <a:gd name="textAreaBottom" fmla="*/ 152280 h 151920"/>
              </a:gdLst>
              <a:ahLst/>
              <a:rect l="textAreaLeft" t="textAreaTop" r="textAreaRight" b="textAreaBottom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459" name="Freeform 3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1600" y="1539720"/>
              <a:ext cx="188640" cy="1900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90080"/>
                <a:gd name="textAreaBottom" fmla="*/ 190440 h 19008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460" name="Freeform 3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531520" y="5694480"/>
              <a:ext cx="298080" cy="1153800"/>
            </a:xfrm>
            <a:custGeom>
              <a:avLst/>
              <a:gdLst>
                <a:gd name="textAreaLeft" fmla="*/ 0 w 298080"/>
                <a:gd name="textAreaRight" fmla="*/ 298440 w 298080"/>
                <a:gd name="textAreaTop" fmla="*/ 0 h 1153800"/>
                <a:gd name="textAreaBottom" fmla="*/ 1154160 h 1153800"/>
              </a:gdLst>
              <a:ahLst/>
              <a:rect l="textAreaLeft" t="textAreaTop" r="textAreaRight" b="textAreaBottom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461" name="Freeform 3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773080" y="5551560"/>
              <a:ext cx="156960" cy="15516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55160"/>
                <a:gd name="textAreaBottom" fmla="*/ 155520 h 155160"/>
              </a:gdLst>
              <a:ahLst/>
              <a:rect l="textAreaLeft" t="textAreaTop" r="textAreaRight" b="textAreaBottom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462" name="Freeform 3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711160" y="4680"/>
              <a:ext cx="304560" cy="154440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544400"/>
                <a:gd name="textAreaBottom" fmla="*/ 1544760 h 1544400"/>
              </a:gdLst>
              <a:ahLst/>
              <a:rect l="textAreaLeft" t="textAreaTop" r="textAreaRight" b="textAreaBottom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463" name="Freeform 3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6280" y="4867200"/>
              <a:ext cx="188640" cy="18864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464" name="Freeform 3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441160" y="5046840"/>
              <a:ext cx="307440" cy="1801440"/>
            </a:xfrm>
            <a:custGeom>
              <a:avLst/>
              <a:gdLst>
                <a:gd name="textAreaLeft" fmla="*/ 0 w 307440"/>
                <a:gd name="textAreaRight" fmla="*/ 307800 w 307440"/>
                <a:gd name="textAreaTop" fmla="*/ 0 h 1801440"/>
                <a:gd name="textAreaBottom" fmla="*/ 1801800 h 1801440"/>
              </a:gdLst>
              <a:ahLst/>
              <a:rect l="textAreaLeft" t="textAreaTop" r="textAreaRight" b="textAreaBottom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465" name="Freeform 4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849040" y="641664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  <p:sp>
          <p:nvSpPr>
            <p:cNvPr id="2466" name="Rectangle 4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939760" y="6595920"/>
              <a:ext cx="23400" cy="252000"/>
            </a:xfrm>
            <a:prstGeom prst="rect">
              <a:avLst/>
            </a:prstGeom>
            <a:solidFill>
              <a:schemeClr val="tx2">
                <a:alpha val="4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BE" sz="1800" spc="-1" strike="noStrike">
                <a:solidFill>
                  <a:schemeClr val="dk1"/>
                </a:solidFill>
                <a:latin typeface="Tw Cen MT"/>
              </a:endParaRPr>
            </a:p>
          </p:txBody>
        </p:sp>
      </p:grpSp>
      <p:sp>
        <p:nvSpPr>
          <p:cNvPr id="2467" name="PlaceHolder 1"/>
          <p:cNvSpPr>
            <a:spLocks noGrp="1"/>
          </p:cNvSpPr>
          <p:nvPr>
            <p:ph type="ftr" idx="74"/>
          </p:nvPr>
        </p:nvSpPr>
        <p:spPr>
          <a:xfrm>
            <a:off x="712800" y="-1584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1" lang="en-US" sz="1050" spc="-1" strike="noStrike" cap="all">
                <a:solidFill>
                  <a:schemeClr val="dk1">
                    <a:lumMod val="65000"/>
                    <a:lumOff val="35000"/>
                  </a:schemeClr>
                </a:solidFill>
                <a:latin typeface="Tw Cen MT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1" lang="en-US" sz="1050" spc="-1" strike="noStrike" cap="all">
                <a:solidFill>
                  <a:schemeClr val="dk1">
                    <a:lumMod val="65000"/>
                    <a:lumOff val="35000"/>
                  </a:schemeClr>
                </a:solidFill>
                <a:latin typeface="Tw Cen MT"/>
              </a:rPr>
              <a:t>https://github.com/Frederic-P/automotive_project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68" name="PlaceHolder 2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3600" spc="-1" strike="noStrike" cap="all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2469" name="Title 1"/>
          <p:cNvSpPr/>
          <p:nvPr/>
        </p:nvSpPr>
        <p:spPr>
          <a:xfrm>
            <a:off x="1141560" y="748080"/>
            <a:ext cx="9905760" cy="111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algn="ctr" defTabSz="914400">
              <a:lnSpc>
                <a:spcPct val="90000"/>
              </a:lnSpc>
            </a:pPr>
            <a:r>
              <a:rPr b="0" lang="en-US" sz="4800" spc="-1" strike="noStrike" cap="all">
                <a:solidFill>
                  <a:srgbClr val="505050"/>
                </a:solidFill>
                <a:latin typeface="Calibri Light"/>
              </a:rPr>
              <a:t>Brand classification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70" name="Picture 2" descr="https://miro.medium.com/v2/resize:fit:512/1*IMGOKBIN8qkOBt5CH55NSw.png"/>
          <p:cNvPicPr/>
          <p:nvPr/>
        </p:nvPicPr>
        <p:blipFill>
          <a:blip r:embed="rId2"/>
          <a:stretch/>
        </p:blipFill>
        <p:spPr>
          <a:xfrm>
            <a:off x="9134640" y="1348560"/>
            <a:ext cx="3057120" cy="1528560"/>
          </a:xfrm>
          <a:prstGeom prst="rect">
            <a:avLst/>
          </a:prstGeom>
          <a:ln w="0">
            <a:noFill/>
          </a:ln>
        </p:spPr>
      </p:pic>
      <p:sp>
        <p:nvSpPr>
          <p:cNvPr id="2471" name="TextBox 55"/>
          <p:cNvSpPr/>
          <p:nvPr/>
        </p:nvSpPr>
        <p:spPr>
          <a:xfrm>
            <a:off x="831960" y="1758960"/>
            <a:ext cx="830232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OpenSymbol"/>
              <a:buChar char="-"/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835GB: So out-of-core learning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OpenSymbol"/>
              <a:buChar char="-"/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Resnet18 (pretrained model)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OpenSymbol"/>
              <a:buChar char="-"/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CPU learning: 10h for 67.740 images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OpenSymbol"/>
              <a:buChar char="-"/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CPU predicting: 5h for 500.000 images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a7a7a7"/>
            </a:gs>
          </a:gsLst>
          <a:lin ang="504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2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7723440" cy="6857640"/>
          </a:xfrm>
          <a:prstGeom prst="rect">
            <a:avLst/>
          </a:prstGeom>
          <a:ln w="0">
            <a:noFill/>
          </a:ln>
        </p:spPr>
      </p:pic>
      <p:sp>
        <p:nvSpPr>
          <p:cNvPr id="2473" name="TextBox 7"/>
          <p:cNvSpPr/>
          <p:nvPr/>
        </p:nvSpPr>
        <p:spPr>
          <a:xfrm>
            <a:off x="7886880" y="371520"/>
            <a:ext cx="4304880" cy="22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Not great BUT remember: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000000"/>
              </a:buClr>
              <a:buFont typeface="OpenSymbol"/>
              <a:buAutoNum type="arabicParenR"/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Preprocessing not fully implemented: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- Binary tagger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- Angle tagger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2) Very small fraction used in training: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Tw Cen MT"/>
              </a:rPr>
              <a:t>- 0,433%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4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3600" spc="-1" strike="noStrike" cap="all">
                <a:solidFill>
                  <a:schemeClr val="dk1"/>
                </a:solidFill>
                <a:latin typeface="Tw Cen MT"/>
              </a:rPr>
              <a:t>Q&amp;A</a:t>
            </a:r>
            <a:endParaRPr b="0" lang="en-US" sz="3600" spc="-1" strike="noStrike">
              <a:solidFill>
                <a:schemeClr val="dk1"/>
              </a:solidFill>
              <a:latin typeface="Tw Cen MT"/>
            </a:endParaRPr>
          </a:p>
        </p:txBody>
      </p:sp>
      <p:sp>
        <p:nvSpPr>
          <p:cNvPr id="2475" name="PlaceHolder 2"/>
          <p:cNvSpPr>
            <a:spLocks noGrp="1"/>
          </p:cNvSpPr>
          <p:nvPr>
            <p:ph type="ftr" idx="75"/>
          </p:nvPr>
        </p:nvSpPr>
        <p:spPr>
          <a:xfrm>
            <a:off x="712800" y="-1584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1" lang="en-US" sz="1050" spc="-1" strike="noStrike" cap="all">
                <a:solidFill>
                  <a:schemeClr val="dk1">
                    <a:lumMod val="65000"/>
                    <a:lumOff val="35000"/>
                  </a:schemeClr>
                </a:solidFill>
                <a:latin typeface="Tw Cen MT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1" lang="en-US" sz="1050" spc="-1" strike="noStrike" cap="all">
                <a:solidFill>
                  <a:schemeClr val="dk1">
                    <a:lumMod val="65000"/>
                    <a:lumOff val="35000"/>
                  </a:schemeClr>
                </a:solidFill>
                <a:latin typeface="Tw Cen MT"/>
              </a:rPr>
              <a:t>https://github.com/Frederic-P/automotive_project</a:t>
            </a:r>
            <a:endParaRPr b="0" lang="en-US" sz="105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_rels/theme1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2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3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4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5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6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7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8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9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10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11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12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13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14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15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16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17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theme1.xml><?xml version="1.0" encoding="utf-8"?>
<a:theme xmlns:a="http://schemas.openxmlformats.org/drawingml/2006/main" xmlns:r="http://schemas.openxmlformats.org/officeDocument/2006/relationships" name="Circuit">
  <a:themeElements>
    <a:clrScheme name="Circuit">
      <a:dk1>
        <a:srgbClr val="000000"/>
      </a:dk1>
      <a:lt1>
        <a:srgbClr val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8000"/>
                <a:lumMod val="110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04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100000">
              <a:schemeClr val="phClr">
                <a:shade val="74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lumMod val="150000"/>
              </a:schemeClr>
            </a:gs>
            <a:gs pos="100000">
              <a:schemeClr val="phClr">
                <a:shade val="92000"/>
                <a:lumMod val="68000"/>
              </a:schemeClr>
            </a:gs>
          </a:gsLst>
          <a:lin ang="5040000" scaled="0"/>
          <a:tileRect l="0" t="0" r="0" b="0"/>
        </a:gradFill>
        <a:blipFill rotWithShape="0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ircuit">
  <a:themeElements>
    <a:clrScheme name="Circuit">
      <a:dk1>
        <a:srgbClr val="000000"/>
      </a:dk1>
      <a:lt1>
        <a:srgbClr val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8000"/>
                <a:lumMod val="110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04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100000">
              <a:schemeClr val="phClr">
                <a:shade val="74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lumMod val="150000"/>
              </a:schemeClr>
            </a:gs>
            <a:gs pos="100000">
              <a:schemeClr val="phClr">
                <a:shade val="92000"/>
                <a:lumMod val="68000"/>
              </a:schemeClr>
            </a:gs>
          </a:gsLst>
          <a:lin ang="5040000" scaled="0"/>
          <a:tileRect l="0" t="0" r="0" b="0"/>
        </a:gradFill>
        <a:blipFill rotWithShape="0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ircuit">
  <a:themeElements>
    <a:clrScheme name="Circuit">
      <a:dk1>
        <a:srgbClr val="000000"/>
      </a:dk1>
      <a:lt1>
        <a:srgbClr val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8000"/>
                <a:lumMod val="110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04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100000">
              <a:schemeClr val="phClr">
                <a:shade val="74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lumMod val="150000"/>
              </a:schemeClr>
            </a:gs>
            <a:gs pos="100000">
              <a:schemeClr val="phClr">
                <a:shade val="92000"/>
                <a:lumMod val="68000"/>
              </a:schemeClr>
            </a:gs>
          </a:gsLst>
          <a:lin ang="5040000" scaled="0"/>
          <a:tileRect l="0" t="0" r="0" b="0"/>
        </a:gradFill>
        <a:blipFill rotWithShape="0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Circuit">
  <a:themeElements>
    <a:clrScheme name="Circuit">
      <a:dk1>
        <a:srgbClr val="000000"/>
      </a:dk1>
      <a:lt1>
        <a:srgbClr val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8000"/>
                <a:lumMod val="110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04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100000">
              <a:schemeClr val="phClr">
                <a:shade val="74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lumMod val="150000"/>
              </a:schemeClr>
            </a:gs>
            <a:gs pos="100000">
              <a:schemeClr val="phClr">
                <a:shade val="92000"/>
                <a:lumMod val="68000"/>
              </a:schemeClr>
            </a:gs>
          </a:gsLst>
          <a:lin ang="5040000" scaled="0"/>
          <a:tileRect l="0" t="0" r="0" b="0"/>
        </a:gradFill>
        <a:blipFill rotWithShape="0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Circuit">
  <a:themeElements>
    <a:clrScheme name="Circuit">
      <a:dk1>
        <a:srgbClr val="000000"/>
      </a:dk1>
      <a:lt1>
        <a:srgbClr val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8000"/>
                <a:lumMod val="110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04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100000">
              <a:schemeClr val="phClr">
                <a:shade val="74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lumMod val="150000"/>
              </a:schemeClr>
            </a:gs>
            <a:gs pos="100000">
              <a:schemeClr val="phClr">
                <a:shade val="92000"/>
                <a:lumMod val="68000"/>
              </a:schemeClr>
            </a:gs>
          </a:gsLst>
          <a:lin ang="5040000" scaled="0"/>
          <a:tileRect l="0" t="0" r="0" b="0"/>
        </a:gradFill>
        <a:blipFill rotWithShape="0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Circuit">
  <a:themeElements>
    <a:clrScheme name="Circuit">
      <a:dk1>
        <a:srgbClr val="000000"/>
      </a:dk1>
      <a:lt1>
        <a:srgbClr val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8000"/>
                <a:lumMod val="110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04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100000">
              <a:schemeClr val="phClr">
                <a:shade val="74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lumMod val="150000"/>
              </a:schemeClr>
            </a:gs>
            <a:gs pos="100000">
              <a:schemeClr val="phClr">
                <a:shade val="92000"/>
                <a:lumMod val="68000"/>
              </a:schemeClr>
            </a:gs>
          </a:gsLst>
          <a:lin ang="5040000" scaled="0"/>
          <a:tileRect l="0" t="0" r="0" b="0"/>
        </a:gradFill>
        <a:blipFill rotWithShape="0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Circuit">
  <a:themeElements>
    <a:clrScheme name="Circuit">
      <a:dk1>
        <a:srgbClr val="000000"/>
      </a:dk1>
      <a:lt1>
        <a:srgbClr val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8000"/>
                <a:lumMod val="110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04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100000">
              <a:schemeClr val="phClr">
                <a:shade val="74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lumMod val="150000"/>
              </a:schemeClr>
            </a:gs>
            <a:gs pos="100000">
              <a:schemeClr val="phClr">
                <a:shade val="92000"/>
                <a:lumMod val="68000"/>
              </a:schemeClr>
            </a:gs>
          </a:gsLst>
          <a:lin ang="5040000" scaled="0"/>
          <a:tileRect l="0" t="0" r="0" b="0"/>
        </a:gradFill>
        <a:blipFill rotWithShape="0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Circuit">
  <a:themeElements>
    <a:clrScheme name="Circuit">
      <a:dk1>
        <a:srgbClr val="000000"/>
      </a:dk1>
      <a:lt1>
        <a:srgbClr val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8000"/>
                <a:lumMod val="110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04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100000">
              <a:schemeClr val="phClr">
                <a:shade val="74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lumMod val="150000"/>
              </a:schemeClr>
            </a:gs>
            <a:gs pos="100000">
              <a:schemeClr val="phClr">
                <a:shade val="92000"/>
                <a:lumMod val="68000"/>
              </a:schemeClr>
            </a:gs>
          </a:gsLst>
          <a:lin ang="5040000" scaled="0"/>
          <a:tileRect l="0" t="0" r="0" b="0"/>
        </a:gradFill>
        <a:blipFill rotWithShape="0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Circuit">
  <a:themeElements>
    <a:clrScheme name="Circuit">
      <a:dk1>
        <a:srgbClr val="000000"/>
      </a:dk1>
      <a:lt1>
        <a:srgbClr val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8000"/>
                <a:lumMod val="110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04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100000">
              <a:schemeClr val="phClr">
                <a:shade val="74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lumMod val="150000"/>
              </a:schemeClr>
            </a:gs>
            <a:gs pos="100000">
              <a:schemeClr val="phClr">
                <a:shade val="92000"/>
                <a:lumMod val="68000"/>
              </a:schemeClr>
            </a:gs>
          </a:gsLst>
          <a:lin ang="5040000" scaled="0"/>
          <a:tileRect l="0" t="0" r="0" b="0"/>
        </a:gradFill>
        <a:blipFill rotWithShape="0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Circuit">
  <a:themeElements>
    <a:clrScheme name="Circuit">
      <a:dk1>
        <a:srgbClr val="000000"/>
      </a:dk1>
      <a:lt1>
        <a:srgbClr val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8000"/>
                <a:lumMod val="110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04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100000">
              <a:schemeClr val="phClr">
                <a:shade val="74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lumMod val="150000"/>
              </a:schemeClr>
            </a:gs>
            <a:gs pos="100000">
              <a:schemeClr val="phClr">
                <a:shade val="92000"/>
                <a:lumMod val="68000"/>
              </a:schemeClr>
            </a:gs>
          </a:gsLst>
          <a:lin ang="5040000" scaled="0"/>
          <a:tileRect l="0" t="0" r="0" b="0"/>
        </a:gradFill>
        <a:blipFill rotWithShape="0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Circuit">
  <a:themeElements>
    <a:clrScheme name="Circuit">
      <a:dk1>
        <a:srgbClr val="000000"/>
      </a:dk1>
      <a:lt1>
        <a:srgbClr val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8000"/>
                <a:lumMod val="110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04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100000">
              <a:schemeClr val="phClr">
                <a:shade val="74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lumMod val="150000"/>
              </a:schemeClr>
            </a:gs>
            <a:gs pos="100000">
              <a:schemeClr val="phClr">
                <a:shade val="92000"/>
                <a:lumMod val="68000"/>
              </a:schemeClr>
            </a:gs>
          </a:gsLst>
          <a:lin ang="5040000" scaled="0"/>
          <a:tileRect l="0" t="0" r="0" b="0"/>
        </a:gradFill>
        <a:blipFill rotWithShape="0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Circuit">
  <a:themeElements>
    <a:clrScheme name="Circuit">
      <a:dk1>
        <a:srgbClr val="000000"/>
      </a:dk1>
      <a:lt1>
        <a:srgbClr val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8000"/>
                <a:lumMod val="110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04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100000">
              <a:schemeClr val="phClr">
                <a:shade val="74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lumMod val="150000"/>
              </a:schemeClr>
            </a:gs>
            <a:gs pos="100000">
              <a:schemeClr val="phClr">
                <a:shade val="92000"/>
                <a:lumMod val="68000"/>
              </a:schemeClr>
            </a:gs>
          </a:gsLst>
          <a:lin ang="5040000" scaled="0"/>
          <a:tileRect l="0" t="0" r="0" b="0"/>
        </a:gradFill>
        <a:blipFill rotWithShape="0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Circuit">
  <a:themeElements>
    <a:clrScheme name="Circuit">
      <a:dk1>
        <a:srgbClr val="000000"/>
      </a:dk1>
      <a:lt1>
        <a:srgbClr val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8000"/>
                <a:lumMod val="110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04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100000">
              <a:schemeClr val="phClr">
                <a:shade val="74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lumMod val="150000"/>
              </a:schemeClr>
            </a:gs>
            <a:gs pos="100000">
              <a:schemeClr val="phClr">
                <a:shade val="92000"/>
                <a:lumMod val="68000"/>
              </a:schemeClr>
            </a:gs>
          </a:gsLst>
          <a:lin ang="5040000" scaled="0"/>
          <a:tileRect l="0" t="0" r="0" b="0"/>
        </a:gradFill>
        <a:blipFill rotWithShape="0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Circuit">
  <a:themeElements>
    <a:clrScheme name="Circuit">
      <a:dk1>
        <a:srgbClr val="000000"/>
      </a:dk1>
      <a:lt1>
        <a:srgbClr val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8000"/>
                <a:lumMod val="110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04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100000">
              <a:schemeClr val="phClr">
                <a:shade val="74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lumMod val="150000"/>
              </a:schemeClr>
            </a:gs>
            <a:gs pos="100000">
              <a:schemeClr val="phClr">
                <a:shade val="92000"/>
                <a:lumMod val="68000"/>
              </a:schemeClr>
            </a:gs>
          </a:gsLst>
          <a:lin ang="5040000" scaled="0"/>
          <a:tileRect l="0" t="0" r="0" b="0"/>
        </a:gradFill>
        <a:blipFill rotWithShape="0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Circuit">
  <a:themeElements>
    <a:clrScheme name="Circuit">
      <a:dk1>
        <a:srgbClr val="000000"/>
      </a:dk1>
      <a:lt1>
        <a:srgbClr val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8000"/>
                <a:lumMod val="110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04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100000">
              <a:schemeClr val="phClr">
                <a:shade val="74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lumMod val="150000"/>
              </a:schemeClr>
            </a:gs>
            <a:gs pos="100000">
              <a:schemeClr val="phClr">
                <a:shade val="92000"/>
                <a:lumMod val="68000"/>
              </a:schemeClr>
            </a:gs>
          </a:gsLst>
          <a:lin ang="5040000" scaled="0"/>
          <a:tileRect l="0" t="0" r="0" b="0"/>
        </a:gradFill>
        <a:blipFill rotWithShape="0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Circuit">
  <a:themeElements>
    <a:clrScheme name="Circuit">
      <a:dk1>
        <a:srgbClr val="000000"/>
      </a:dk1>
      <a:lt1>
        <a:srgbClr val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8000"/>
                <a:lumMod val="110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04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100000">
              <a:schemeClr val="phClr">
                <a:shade val="74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lumMod val="150000"/>
              </a:schemeClr>
            </a:gs>
            <a:gs pos="100000">
              <a:schemeClr val="phClr">
                <a:shade val="92000"/>
                <a:lumMod val="68000"/>
              </a:schemeClr>
            </a:gs>
          </a:gsLst>
          <a:lin ang="5040000" scaled="0"/>
          <a:tileRect l="0" t="0" r="0" b="0"/>
        </a:gradFill>
        <a:blipFill rotWithShape="0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Circuit">
  <a:themeElements>
    <a:clrScheme name="Circuit">
      <a:dk1>
        <a:srgbClr val="000000"/>
      </a:dk1>
      <a:lt1>
        <a:srgbClr val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8000"/>
                <a:lumMod val="110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04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100000">
              <a:schemeClr val="phClr">
                <a:shade val="74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lumMod val="150000"/>
              </a:schemeClr>
            </a:gs>
            <a:gs pos="100000">
              <a:schemeClr val="phClr">
                <a:shade val="92000"/>
                <a:lumMod val="68000"/>
              </a:schemeClr>
            </a:gs>
          </a:gsLst>
          <a:lin ang="5040000" scaled="0"/>
          <a:tileRect l="0" t="0" r="0" b="0"/>
        </a:gradFill>
        <a:blipFill rotWithShape="0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2964</TotalTime>
  <Application>LibreOffice/24.2.7.2$Linux_X86_64 LibreOffice_project/420$Build-2</Application>
  <AppVersion>15.0000</AppVersion>
  <Words>982</Words>
  <Paragraphs>219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2025-01-10T23:03:45Z</dcterms:created>
  <dc:creator>Frederic Pietowski</dc:creator>
  <dc:description/>
  <dc:language>en-US</dc:language>
  <cp:lastModifiedBy/>
  <dcterms:modified xsi:type="dcterms:W3CDTF">2025-05-03T16:50:52Z</dcterms:modified>
  <cp:revision>40</cp:revision>
  <dc:subject/>
  <dc:title>CARMAgeDDoN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1</vt:i4>
  </property>
  <property fmtid="{D5CDD505-2E9C-101B-9397-08002B2CF9AE}" pid="3" name="PresentationFormat">
    <vt:lpwstr>Widescreen</vt:lpwstr>
  </property>
  <property fmtid="{D5CDD505-2E9C-101B-9397-08002B2CF9AE}" pid="4" name="Slides">
    <vt:i4>39</vt:i4>
  </property>
</Properties>
</file>